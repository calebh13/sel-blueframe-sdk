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5" r:id="rId4"/>
    <p:sldMasterId id="214748374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Barlow ExtraLight"/>
      <p:regular r:id="rId32"/>
      <p:bold r:id="rId33"/>
      <p:italic r:id="rId34"/>
      <p:boldItalic r:id="rId35"/>
    </p:embeddedFont>
    <p:embeddedFont>
      <p:font typeface="Hepta Slab Medium"/>
      <p:regular r:id="rId36"/>
      <p:bold r:id="rId37"/>
    </p:embeddedFont>
    <p:embeddedFont>
      <p:font typeface="Hepta Slab Light"/>
      <p:regular r:id="rId38"/>
      <p:bold r:id="rId39"/>
    </p:embeddedFont>
    <p:embeddedFont>
      <p:font typeface="Poppins"/>
      <p:regular r:id="rId40"/>
      <p:bold r:id="rId41"/>
      <p:italic r:id="rId42"/>
      <p:boldItalic r:id="rId43"/>
    </p:embeddedFont>
    <p:embeddedFont>
      <p:font typeface="Hepta Slab"/>
      <p:regular r:id="rId44"/>
      <p:bold r:id="rId45"/>
    </p:embeddedFont>
    <p:embeddedFont>
      <p:font typeface="Urbanist Medium"/>
      <p:regular r:id="rId46"/>
      <p:bold r:id="rId47"/>
      <p:italic r:id="rId48"/>
      <p:boldItalic r:id="rId49"/>
    </p:embeddedFont>
    <p:embeddedFont>
      <p:font typeface="Urbanist"/>
      <p:regular r:id="rId50"/>
      <p:bold r:id="rId51"/>
      <p:italic r:id="rId52"/>
      <p:boldItalic r:id="rId53"/>
    </p:embeddedFont>
    <p:embeddedFont>
      <p:font typeface="Barlow Medium"/>
      <p:regular r:id="rId54"/>
      <p:bold r:id="rId55"/>
      <p:italic r:id="rId56"/>
      <p:boldItalic r:id="rId57"/>
    </p:embeddedFont>
    <p:embeddedFont>
      <p:font typeface="Poppins SemiBold"/>
      <p:regular r:id="rId58"/>
      <p:bold r:id="rId59"/>
      <p:italic r:id="rId60"/>
      <p:boldItalic r:id="rId61"/>
    </p:embeddedFont>
    <p:embeddedFont>
      <p:font typeface="Barlow Light"/>
      <p:regular r:id="rId62"/>
      <p:bold r:id="rId63"/>
      <p:italic r:id="rId64"/>
      <p:boldItalic r:id="rId65"/>
    </p:embeddedFont>
    <p:embeddedFont>
      <p:font typeface="Barlow"/>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regular.fntdata"/><Relationship Id="rId42" Type="http://schemas.openxmlformats.org/officeDocument/2006/relationships/font" Target="fonts/Poppins-italic.fntdata"/><Relationship Id="rId41" Type="http://schemas.openxmlformats.org/officeDocument/2006/relationships/font" Target="fonts/Poppins-bold.fntdata"/><Relationship Id="rId44" Type="http://schemas.openxmlformats.org/officeDocument/2006/relationships/font" Target="fonts/HeptaSlab-regular.fntdata"/><Relationship Id="rId43" Type="http://schemas.openxmlformats.org/officeDocument/2006/relationships/font" Target="fonts/Poppins-boldItalic.fntdata"/><Relationship Id="rId46" Type="http://schemas.openxmlformats.org/officeDocument/2006/relationships/font" Target="fonts/UrbanistMedium-regular.fntdata"/><Relationship Id="rId45" Type="http://schemas.openxmlformats.org/officeDocument/2006/relationships/font" Target="fonts/HeptaSlab-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UrbanistMedium-italic.fntdata"/><Relationship Id="rId47" Type="http://schemas.openxmlformats.org/officeDocument/2006/relationships/font" Target="fonts/UrbanistMedium-bold.fntdata"/><Relationship Id="rId49" Type="http://schemas.openxmlformats.org/officeDocument/2006/relationships/font" Target="fonts/Urbanist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BarlowExtraLight-bold.fntdata"/><Relationship Id="rId32" Type="http://schemas.openxmlformats.org/officeDocument/2006/relationships/font" Target="fonts/BarlowExtraLight-regular.fntdata"/><Relationship Id="rId35" Type="http://schemas.openxmlformats.org/officeDocument/2006/relationships/font" Target="fonts/BarlowExtraLight-boldItalic.fntdata"/><Relationship Id="rId34" Type="http://schemas.openxmlformats.org/officeDocument/2006/relationships/font" Target="fonts/BarlowExtraLight-italic.fntdata"/><Relationship Id="rId37" Type="http://schemas.openxmlformats.org/officeDocument/2006/relationships/font" Target="fonts/HeptaSlabMedium-bold.fntdata"/><Relationship Id="rId36" Type="http://schemas.openxmlformats.org/officeDocument/2006/relationships/font" Target="fonts/HeptaSlabMedium-regular.fntdata"/><Relationship Id="rId39" Type="http://schemas.openxmlformats.org/officeDocument/2006/relationships/font" Target="fonts/HeptaSlabLight-bold.fntdata"/><Relationship Id="rId38" Type="http://schemas.openxmlformats.org/officeDocument/2006/relationships/font" Target="fonts/HeptaSlabLight-regular.fntdata"/><Relationship Id="rId62" Type="http://schemas.openxmlformats.org/officeDocument/2006/relationships/font" Target="fonts/BarlowLight-regular.fntdata"/><Relationship Id="rId61" Type="http://schemas.openxmlformats.org/officeDocument/2006/relationships/font" Target="fonts/PoppinsSemiBold-boldItalic.fntdata"/><Relationship Id="rId20" Type="http://schemas.openxmlformats.org/officeDocument/2006/relationships/slide" Target="slides/slide14.xml"/><Relationship Id="rId64" Type="http://schemas.openxmlformats.org/officeDocument/2006/relationships/font" Target="fonts/BarlowLight-italic.fntdata"/><Relationship Id="rId63" Type="http://schemas.openxmlformats.org/officeDocument/2006/relationships/font" Target="fonts/BarlowLight-bold.fntdata"/><Relationship Id="rId22" Type="http://schemas.openxmlformats.org/officeDocument/2006/relationships/slide" Target="slides/slide16.xml"/><Relationship Id="rId66" Type="http://schemas.openxmlformats.org/officeDocument/2006/relationships/font" Target="fonts/Barlow-regular.fntdata"/><Relationship Id="rId21" Type="http://schemas.openxmlformats.org/officeDocument/2006/relationships/slide" Target="slides/slide15.xml"/><Relationship Id="rId65" Type="http://schemas.openxmlformats.org/officeDocument/2006/relationships/font" Target="fonts/BarlowLight-boldItalic.fntdata"/><Relationship Id="rId24" Type="http://schemas.openxmlformats.org/officeDocument/2006/relationships/slide" Target="slides/slide18.xml"/><Relationship Id="rId68" Type="http://schemas.openxmlformats.org/officeDocument/2006/relationships/font" Target="fonts/Barlow-italic.fntdata"/><Relationship Id="rId23" Type="http://schemas.openxmlformats.org/officeDocument/2006/relationships/slide" Target="slides/slide17.xml"/><Relationship Id="rId67" Type="http://schemas.openxmlformats.org/officeDocument/2006/relationships/font" Target="fonts/Barlow-bold.fntdata"/><Relationship Id="rId60" Type="http://schemas.openxmlformats.org/officeDocument/2006/relationships/font" Target="fonts/PoppinsSemi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Barlow-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Urbanist-bold.fntdata"/><Relationship Id="rId50" Type="http://schemas.openxmlformats.org/officeDocument/2006/relationships/font" Target="fonts/Urbanist-regular.fntdata"/><Relationship Id="rId53" Type="http://schemas.openxmlformats.org/officeDocument/2006/relationships/font" Target="fonts/Urbanist-boldItalic.fntdata"/><Relationship Id="rId52" Type="http://schemas.openxmlformats.org/officeDocument/2006/relationships/font" Target="fonts/Urbanist-italic.fntdata"/><Relationship Id="rId11" Type="http://schemas.openxmlformats.org/officeDocument/2006/relationships/slide" Target="slides/slide5.xml"/><Relationship Id="rId55" Type="http://schemas.openxmlformats.org/officeDocument/2006/relationships/font" Target="fonts/BarlowMedium-bold.fntdata"/><Relationship Id="rId10" Type="http://schemas.openxmlformats.org/officeDocument/2006/relationships/slide" Target="slides/slide4.xml"/><Relationship Id="rId54" Type="http://schemas.openxmlformats.org/officeDocument/2006/relationships/font" Target="fonts/BarlowMedium-regular.fntdata"/><Relationship Id="rId13" Type="http://schemas.openxmlformats.org/officeDocument/2006/relationships/slide" Target="slides/slide7.xml"/><Relationship Id="rId57" Type="http://schemas.openxmlformats.org/officeDocument/2006/relationships/font" Target="fonts/BarlowMedium-boldItalic.fntdata"/><Relationship Id="rId12" Type="http://schemas.openxmlformats.org/officeDocument/2006/relationships/slide" Target="slides/slide6.xml"/><Relationship Id="rId56" Type="http://schemas.openxmlformats.org/officeDocument/2006/relationships/font" Target="fonts/BarlowMedium-italic.fntdata"/><Relationship Id="rId15" Type="http://schemas.openxmlformats.org/officeDocument/2006/relationships/slide" Target="slides/slide9.xml"/><Relationship Id="rId59" Type="http://schemas.openxmlformats.org/officeDocument/2006/relationships/font" Target="fonts/PoppinsSemiBold-bold.fntdata"/><Relationship Id="rId14" Type="http://schemas.openxmlformats.org/officeDocument/2006/relationships/slide" Target="slides/slide8.xml"/><Relationship Id="rId58" Type="http://schemas.openxmlformats.org/officeDocument/2006/relationships/font" Target="fonts/PoppinsSemiBold-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bf49966681_0_2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3bf49966681_0_2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bf49966681_0_3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3bf49966681_0_3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bf49966681_0_3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3bf49966681_0_3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bf49966681_0_3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3bf49966681_0_3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de14c2243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3de14c2243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8b49075f90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38b49075f90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de14c224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de14c224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8b49075f9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8b49075f9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de14c2243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3de14c2243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8b49075f90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8b49075f90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8b4f2eb64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8b4f2eb64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8b4f2eb64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38b4f2eb64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bf49966681_0_3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bf49966681_0_3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bf49966681_0_3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3bf49966681_0_3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bf49966681_0_3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bf49966681_0_3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de14c2243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3de14c2243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8b4f2eb64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38b4f2eb64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de14c2243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de14c2243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de14c2243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3de14c2243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de14c2243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de14c2243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bf49966681_0_3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3bf49966681_0_3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bf49966681_0_3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3bf49966681_0_3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bf49966681_0_3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3bf49966681_0_3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bf49966681_0_3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bf49966681_0_3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bf49966681_0_3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3bf49966681_0_3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1">
    <p:spTree>
      <p:nvGrpSpPr>
        <p:cNvPr id="8" name="Shape 8"/>
        <p:cNvGrpSpPr/>
        <p:nvPr/>
      </p:nvGrpSpPr>
      <p:grpSpPr>
        <a:xfrm>
          <a:off x="0" y="0"/>
          <a:ext cx="0" cy="0"/>
          <a:chOff x="0" y="0"/>
          <a:chExt cx="0" cy="0"/>
        </a:xfrm>
      </p:grpSpPr>
      <p:sp>
        <p:nvSpPr>
          <p:cNvPr id="9" name="Google Shape;9;p2"/>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10" name="Google Shape;10;p2"/>
          <p:cNvSpPr/>
          <p:nvPr/>
        </p:nvSpPr>
        <p:spPr>
          <a:xfrm flipH="1">
            <a:off x="1350050" y="2493850"/>
            <a:ext cx="2836800" cy="2649600"/>
          </a:xfrm>
          <a:prstGeom prst="pie">
            <a:avLst>
              <a:gd fmla="val 21585343"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 name="Google Shape;11;p2"/>
          <p:cNvSpPr/>
          <p:nvPr/>
        </p:nvSpPr>
        <p:spPr>
          <a:xfrm flipH="1" rot="5400000">
            <a:off x="5850" y="3807650"/>
            <a:ext cx="2688900" cy="2700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p:nvPr/>
        </p:nvSpPr>
        <p:spPr>
          <a:xfrm>
            <a:off x="0" y="0"/>
            <a:ext cx="2768400" cy="26991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 name="Google Shape;13;p2"/>
          <p:cNvSpPr/>
          <p:nvPr/>
        </p:nvSpPr>
        <p:spPr>
          <a:xfrm>
            <a:off x="-100" y="2699025"/>
            <a:ext cx="1653900" cy="11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 name="Google Shape;14;p2"/>
          <p:cNvSpPr/>
          <p:nvPr/>
        </p:nvSpPr>
        <p:spPr>
          <a:xfrm>
            <a:off x="1653900" y="2701600"/>
            <a:ext cx="1114500" cy="11145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 name="Google Shape;15;p2"/>
          <p:cNvSpPr txBox="1"/>
          <p:nvPr>
            <p:ph idx="1" type="subTitle"/>
          </p:nvPr>
        </p:nvSpPr>
        <p:spPr>
          <a:xfrm>
            <a:off x="3236625" y="3183150"/>
            <a:ext cx="5430300" cy="63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2pPr>
            <a:lvl3pPr lvl="2">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3pPr>
            <a:lvl4pPr lvl="3">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4pPr>
            <a:lvl5pPr lvl="4">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5pPr>
            <a:lvl6pPr lvl="5">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6pPr>
            <a:lvl7pPr lvl="6">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7pPr>
            <a:lvl8pPr lvl="7">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8pPr>
            <a:lvl9pPr lvl="8">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9pPr>
          </a:lstStyle>
          <a:p/>
        </p:txBody>
      </p:sp>
      <p:sp>
        <p:nvSpPr>
          <p:cNvPr id="16" name="Google Shape;16;p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1">
    <p:spTree>
      <p:nvGrpSpPr>
        <p:cNvPr id="17" name="Shape 17"/>
        <p:cNvGrpSpPr/>
        <p:nvPr/>
      </p:nvGrpSpPr>
      <p:grpSpPr>
        <a:xfrm>
          <a:off x="0" y="0"/>
          <a:ext cx="0" cy="0"/>
          <a:chOff x="0" y="0"/>
          <a:chExt cx="0" cy="0"/>
        </a:xfrm>
      </p:grpSpPr>
      <p:sp>
        <p:nvSpPr>
          <p:cNvPr id="18" name="Google Shape;18;p3"/>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 name="Google Shape;19;p3"/>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0" name="Google Shape;20;p3"/>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 name="Google Shape;21;p3"/>
          <p:cNvSpPr/>
          <p:nvPr/>
        </p:nvSpPr>
        <p:spPr>
          <a:xfrm flipH="1">
            <a:off x="284701"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 name="Google Shape;22;p3"/>
          <p:cNvSpPr/>
          <p:nvPr/>
        </p:nvSpPr>
        <p:spPr>
          <a:xfrm>
            <a:off x="927633" y="474750"/>
            <a:ext cx="14634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3" name="Google Shape;23;p3"/>
          <p:cNvSpPr/>
          <p:nvPr/>
        </p:nvSpPr>
        <p:spPr>
          <a:xfrm flipH="1">
            <a:off x="1322410"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 name="Google Shape;24;p3"/>
          <p:cNvSpPr/>
          <p:nvPr/>
        </p:nvSpPr>
        <p:spPr>
          <a:xfrm>
            <a:off x="2309186" y="474990"/>
            <a:ext cx="13992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5" name="Google Shape;25;p3"/>
          <p:cNvSpPr/>
          <p:nvPr/>
        </p:nvSpPr>
        <p:spPr>
          <a:xfrm flipH="1">
            <a:off x="2685553"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 name="Google Shape;26;p3"/>
          <p:cNvSpPr txBox="1"/>
          <p:nvPr>
            <p:ph type="title"/>
          </p:nvPr>
        </p:nvSpPr>
        <p:spPr>
          <a:xfrm>
            <a:off x="3708375" y="1585475"/>
            <a:ext cx="5190300" cy="2031900"/>
          </a:xfrm>
          <a:prstGeom prst="rect">
            <a:avLst/>
          </a:prstGeom>
        </p:spPr>
        <p:txBody>
          <a:bodyPr anchorCtr="0" anchor="ctr" bIns="0" lIns="0" spcFirstLastPara="1" rIns="91425" wrap="square" tIns="0">
            <a:noAutofit/>
          </a:bodyPr>
          <a:lstStyle>
            <a:lvl1pPr lvl="0">
              <a:spcBef>
                <a:spcPts val="0"/>
              </a:spcBef>
              <a:spcAft>
                <a:spcPts val="0"/>
              </a:spcAft>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27" name="Google Shape;27;p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_1">
    <p:spTree>
      <p:nvGrpSpPr>
        <p:cNvPr id="28" name="Shape 28"/>
        <p:cNvGrpSpPr/>
        <p:nvPr/>
      </p:nvGrpSpPr>
      <p:grpSpPr>
        <a:xfrm>
          <a:off x="0" y="0"/>
          <a:ext cx="0" cy="0"/>
          <a:chOff x="0" y="0"/>
          <a:chExt cx="0" cy="0"/>
        </a:xfrm>
      </p:grpSpPr>
      <p:sp>
        <p:nvSpPr>
          <p:cNvPr id="29" name="Google Shape;29;p4"/>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0" name="Google Shape;30;p4"/>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 name="Google Shape;31;p4"/>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 name="Google Shape;32;p4"/>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3" name="Google Shape;33;p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2">
    <p:spTree>
      <p:nvGrpSpPr>
        <p:cNvPr id="34" name="Shape 34"/>
        <p:cNvGrpSpPr/>
        <p:nvPr/>
      </p:nvGrpSpPr>
      <p:grpSpPr>
        <a:xfrm>
          <a:off x="0" y="0"/>
          <a:ext cx="0" cy="0"/>
          <a:chOff x="0" y="0"/>
          <a:chExt cx="0" cy="0"/>
        </a:xfrm>
      </p:grpSpPr>
      <p:sp>
        <p:nvSpPr>
          <p:cNvPr id="35" name="Google Shape;35;p5"/>
          <p:cNvSpPr txBox="1"/>
          <p:nvPr>
            <p:ph idx="1" type="subTitle"/>
          </p:nvPr>
        </p:nvSpPr>
        <p:spPr>
          <a:xfrm>
            <a:off x="286975" y="1143000"/>
            <a:ext cx="4429800" cy="513600"/>
          </a:xfrm>
          <a:prstGeom prst="rect">
            <a:avLst/>
          </a:prstGeom>
        </p:spPr>
        <p:txBody>
          <a:bodyPr anchorCtr="0" anchor="t" bIns="0" lIns="0" spcFirstLastPara="1" rIns="0" wrap="square" tIns="0">
            <a:normAutofit/>
          </a:bodyPr>
          <a:lstStyle>
            <a:lvl1pPr lvl="0">
              <a:spcBef>
                <a:spcPts val="0"/>
              </a:spcBef>
              <a:spcAft>
                <a:spcPts val="0"/>
              </a:spcAft>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36" name="Google Shape;36;p5"/>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7" name="Google Shape;37;p5"/>
          <p:cNvSpPr txBox="1"/>
          <p:nvPr>
            <p:ph idx="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8" name="Google Shape;38;p5"/>
          <p:cNvSpPr txBox="1"/>
          <p:nvPr>
            <p:ph idx="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9" name="Google Shape;39;p5"/>
          <p:cNvSpPr txBox="1"/>
          <p:nvPr>
            <p:ph idx="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0" name="Google Shape;40;p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oadmap">
  <p:cSld name="BLANK_1_1_1_1_1_2_1">
    <p:spTree>
      <p:nvGrpSpPr>
        <p:cNvPr id="41" name="Shape 41"/>
        <p:cNvGrpSpPr/>
        <p:nvPr/>
      </p:nvGrpSpPr>
      <p:grpSpPr>
        <a:xfrm>
          <a:off x="0" y="0"/>
          <a:ext cx="0" cy="0"/>
          <a:chOff x="0" y="0"/>
          <a:chExt cx="0" cy="0"/>
        </a:xfrm>
      </p:grpSpPr>
      <p:sp>
        <p:nvSpPr>
          <p:cNvPr id="42" name="Google Shape;42;p6"/>
          <p:cNvSpPr txBox="1"/>
          <p:nvPr>
            <p:ph idx="1" type="subTitle"/>
          </p:nvPr>
        </p:nvSpPr>
        <p:spPr>
          <a:xfrm>
            <a:off x="271250"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3pPr>
            <a:lvl4pPr lvl="3">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4pPr>
            <a:lvl5pPr lvl="4">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5pPr>
            <a:lvl6pPr lvl="5">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6pPr>
            <a:lvl7pPr lvl="6">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7pPr>
            <a:lvl8pPr lvl="7">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8pPr>
            <a:lvl9pPr lvl="8">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9pPr>
          </a:lstStyle>
          <a:p/>
        </p:txBody>
      </p:sp>
      <p:sp>
        <p:nvSpPr>
          <p:cNvPr id="43" name="Google Shape;43;p6"/>
          <p:cNvSpPr txBox="1"/>
          <p:nvPr>
            <p:ph idx="2" type="subTitle"/>
          </p:nvPr>
        </p:nvSpPr>
        <p:spPr>
          <a:xfrm>
            <a:off x="203059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1pPr>
            <a:lvl2pPr lvl="1">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2pPr>
            <a:lvl3pPr lvl="2">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3pPr>
            <a:lvl4pPr lvl="3">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4pPr>
            <a:lvl5pPr lvl="4">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5pPr>
            <a:lvl6pPr lvl="5">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6pPr>
            <a:lvl7pPr lvl="6">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7pPr>
            <a:lvl8pPr lvl="7">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8pPr>
            <a:lvl9pPr lvl="8">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9pPr>
          </a:lstStyle>
          <a:p/>
        </p:txBody>
      </p:sp>
      <p:sp>
        <p:nvSpPr>
          <p:cNvPr id="44" name="Google Shape;44;p6"/>
          <p:cNvSpPr txBox="1"/>
          <p:nvPr>
            <p:ph idx="3" type="subTitle"/>
          </p:nvPr>
        </p:nvSpPr>
        <p:spPr>
          <a:xfrm>
            <a:off x="379548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1pPr>
            <a:lvl2pPr lvl="1">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2pPr>
            <a:lvl3pPr lvl="2">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3pPr>
            <a:lvl4pPr lvl="3">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4pPr>
            <a:lvl5pPr lvl="4">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5pPr>
            <a:lvl6pPr lvl="5">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6pPr>
            <a:lvl7pPr lvl="6">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7pPr>
            <a:lvl8pPr lvl="7">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8pPr>
            <a:lvl9pPr lvl="8">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9pPr>
          </a:lstStyle>
          <a:p/>
        </p:txBody>
      </p:sp>
      <p:sp>
        <p:nvSpPr>
          <p:cNvPr id="45" name="Google Shape;45;p6"/>
          <p:cNvSpPr txBox="1"/>
          <p:nvPr>
            <p:ph idx="4" type="subTitle"/>
          </p:nvPr>
        </p:nvSpPr>
        <p:spPr>
          <a:xfrm>
            <a:off x="5556416"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46" name="Google Shape;46;p6"/>
          <p:cNvSpPr txBox="1"/>
          <p:nvPr>
            <p:ph idx="5" type="subTitle"/>
          </p:nvPr>
        </p:nvSpPr>
        <p:spPr>
          <a:xfrm>
            <a:off x="731813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1pPr>
            <a:lvl2pPr lvl="1">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2pPr>
            <a:lvl3pPr lvl="2">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3pPr>
            <a:lvl4pPr lvl="3">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4pPr>
            <a:lvl5pPr lvl="4">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5pPr>
            <a:lvl6pPr lvl="5">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6pPr>
            <a:lvl7pPr lvl="6">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7pPr>
            <a:lvl8pPr lvl="7">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8pPr>
            <a:lvl9pPr lvl="8">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9pPr>
          </a:lstStyle>
          <a:p/>
        </p:txBody>
      </p:sp>
      <p:sp>
        <p:nvSpPr>
          <p:cNvPr id="47" name="Google Shape;47;p6"/>
          <p:cNvSpPr txBox="1"/>
          <p:nvPr>
            <p:ph idx="6" type="body"/>
          </p:nvPr>
        </p:nvSpPr>
        <p:spPr>
          <a:xfrm>
            <a:off x="271250" y="3263085"/>
            <a:ext cx="1508700" cy="827100"/>
          </a:xfrm>
          <a:prstGeom prst="rect">
            <a:avLst/>
          </a:prstGeom>
        </p:spPr>
        <p:txBody>
          <a:bodyPr anchorCtr="0" anchor="t" bIns="0" lIns="0" spcFirstLastPara="1" rIns="0"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48" name="Google Shape;48;p6"/>
          <p:cNvSpPr txBox="1"/>
          <p:nvPr>
            <p:ph idx="7" type="body"/>
          </p:nvPr>
        </p:nvSpPr>
        <p:spPr>
          <a:xfrm>
            <a:off x="2028213"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49" name="Google Shape;49;p6"/>
          <p:cNvSpPr txBox="1"/>
          <p:nvPr>
            <p:ph idx="8" type="body"/>
          </p:nvPr>
        </p:nvSpPr>
        <p:spPr>
          <a:xfrm>
            <a:off x="3785175"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0" name="Google Shape;50;p6"/>
          <p:cNvSpPr txBox="1"/>
          <p:nvPr>
            <p:ph idx="9" type="body"/>
          </p:nvPr>
        </p:nvSpPr>
        <p:spPr>
          <a:xfrm>
            <a:off x="5542138"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1" name="Google Shape;51;p6"/>
          <p:cNvSpPr txBox="1"/>
          <p:nvPr>
            <p:ph idx="13" type="body"/>
          </p:nvPr>
        </p:nvSpPr>
        <p:spPr>
          <a:xfrm>
            <a:off x="7299100"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2" name="Google Shape;52;p6"/>
          <p:cNvSpPr txBox="1"/>
          <p:nvPr>
            <p:ph idx="14" type="subTitle"/>
          </p:nvPr>
        </p:nvSpPr>
        <p:spPr>
          <a:xfrm>
            <a:off x="271250"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3" name="Google Shape;53;p6"/>
          <p:cNvSpPr txBox="1"/>
          <p:nvPr>
            <p:ph idx="15" type="subTitle"/>
          </p:nvPr>
        </p:nvSpPr>
        <p:spPr>
          <a:xfrm>
            <a:off x="2030598"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4" name="Google Shape;54;p6"/>
          <p:cNvSpPr txBox="1"/>
          <p:nvPr>
            <p:ph idx="16" type="subTitle"/>
          </p:nvPr>
        </p:nvSpPr>
        <p:spPr>
          <a:xfrm>
            <a:off x="379548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5" name="Google Shape;55;p6"/>
          <p:cNvSpPr txBox="1"/>
          <p:nvPr>
            <p:ph idx="17" type="subTitle"/>
          </p:nvPr>
        </p:nvSpPr>
        <p:spPr>
          <a:xfrm>
            <a:off x="5556416"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6" name="Google Shape;56;p6"/>
          <p:cNvSpPr txBox="1"/>
          <p:nvPr>
            <p:ph idx="18" type="subTitle"/>
          </p:nvPr>
        </p:nvSpPr>
        <p:spPr>
          <a:xfrm>
            <a:off x="731813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7" name="Google Shape;57;p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58" name="Google Shape;58;p6"/>
          <p:cNvSpPr txBox="1"/>
          <p:nvPr>
            <p:ph idx="1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9" name="Google Shape;59;p6"/>
          <p:cNvSpPr txBox="1"/>
          <p:nvPr>
            <p:ph idx="20"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0" name="Google Shape;60;p6"/>
          <p:cNvSpPr txBox="1"/>
          <p:nvPr>
            <p:ph idx="21"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61" name="Google Shape;61;p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Shape">
  <p:cSld name="BLANK_1_1_1_1_1_1_1_2">
    <p:spTree>
      <p:nvGrpSpPr>
        <p:cNvPr id="62" name="Shape 62"/>
        <p:cNvGrpSpPr/>
        <p:nvPr/>
      </p:nvGrpSpPr>
      <p:grpSpPr>
        <a:xfrm>
          <a:off x="0" y="0"/>
          <a:ext cx="0" cy="0"/>
          <a:chOff x="0" y="0"/>
          <a:chExt cx="0" cy="0"/>
        </a:xfrm>
      </p:grpSpPr>
      <p:sp>
        <p:nvSpPr>
          <p:cNvPr id="63" name="Google Shape;63;p7"/>
          <p:cNvSpPr/>
          <p:nvPr/>
        </p:nvSpPr>
        <p:spPr>
          <a:xfrm>
            <a:off x="0" y="3859125"/>
            <a:ext cx="2004300" cy="128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4" name="Google Shape;64;p7"/>
          <p:cNvSpPr/>
          <p:nvPr/>
        </p:nvSpPr>
        <p:spPr>
          <a:xfrm flipH="1" rot="10800000">
            <a:off x="6571675" y="3851200"/>
            <a:ext cx="12708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5" name="Google Shape;65;p7"/>
          <p:cNvSpPr/>
          <p:nvPr/>
        </p:nvSpPr>
        <p:spPr>
          <a:xfrm flipH="1" rot="10800000">
            <a:off x="7217867" y="3851200"/>
            <a:ext cx="12825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6" name="Google Shape;66;p7"/>
          <p:cNvSpPr/>
          <p:nvPr/>
        </p:nvSpPr>
        <p:spPr>
          <a:xfrm rot="5400000">
            <a:off x="3193350" y="-1811400"/>
            <a:ext cx="2757600" cy="85743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67" name="Google Shape;67;p7"/>
          <p:cNvSpPr txBox="1"/>
          <p:nvPr>
            <p:ph type="title"/>
          </p:nvPr>
        </p:nvSpPr>
        <p:spPr>
          <a:xfrm>
            <a:off x="283475" y="1096954"/>
            <a:ext cx="8575800" cy="2757600"/>
          </a:xfrm>
          <a:prstGeom prst="rect">
            <a:avLst/>
          </a:prstGeom>
        </p:spPr>
        <p:txBody>
          <a:bodyPr anchorCtr="0" anchor="ctr" bIns="0" lIns="0" spcFirstLastPara="1" rIns="91425" wrap="square" tIns="0">
            <a:noAutofit/>
          </a:bodyPr>
          <a:lstStyle>
            <a:lvl1pPr lvl="0" algn="ctr">
              <a:lnSpc>
                <a:spcPct val="90000"/>
              </a:lnSpc>
              <a:spcBef>
                <a:spcPts val="0"/>
              </a:spcBef>
              <a:spcAft>
                <a:spcPts val="0"/>
              </a:spcAft>
              <a:buClr>
                <a:schemeClr val="lt1"/>
              </a:buClr>
              <a:buSzPts val="4000"/>
              <a:buNone/>
              <a:defRPr/>
            </a:lvl1pPr>
            <a:lvl2pPr lvl="1" algn="ctr">
              <a:spcBef>
                <a:spcPts val="0"/>
              </a:spcBef>
              <a:spcAft>
                <a:spcPts val="0"/>
              </a:spcAft>
              <a:buSzPts val="4000"/>
              <a:buNone/>
              <a:defRPr/>
            </a:lvl2pPr>
            <a:lvl3pPr lvl="2" algn="ctr">
              <a:spcBef>
                <a:spcPts val="0"/>
              </a:spcBef>
              <a:spcAft>
                <a:spcPts val="0"/>
              </a:spcAft>
              <a:buSzPts val="4000"/>
              <a:buNone/>
              <a:defRPr/>
            </a:lvl3pPr>
            <a:lvl4pPr lvl="3" algn="ctr">
              <a:spcBef>
                <a:spcPts val="0"/>
              </a:spcBef>
              <a:spcAft>
                <a:spcPts val="0"/>
              </a:spcAft>
              <a:buSzPts val="4000"/>
              <a:buNone/>
              <a:defRPr/>
            </a:lvl4pPr>
            <a:lvl5pPr lvl="4" algn="ctr">
              <a:spcBef>
                <a:spcPts val="0"/>
              </a:spcBef>
              <a:spcAft>
                <a:spcPts val="0"/>
              </a:spcAft>
              <a:buSzPts val="4000"/>
              <a:buNone/>
              <a:defRPr/>
            </a:lvl5pPr>
            <a:lvl6pPr lvl="5" algn="ctr">
              <a:spcBef>
                <a:spcPts val="0"/>
              </a:spcBef>
              <a:spcAft>
                <a:spcPts val="0"/>
              </a:spcAft>
              <a:buSzPts val="4000"/>
              <a:buNone/>
              <a:defRPr/>
            </a:lvl6pPr>
            <a:lvl7pPr lvl="6" algn="ctr">
              <a:spcBef>
                <a:spcPts val="0"/>
              </a:spcBef>
              <a:spcAft>
                <a:spcPts val="0"/>
              </a:spcAft>
              <a:buSzPts val="4000"/>
              <a:buNone/>
              <a:defRPr/>
            </a:lvl7pPr>
            <a:lvl8pPr lvl="7" algn="ctr">
              <a:spcBef>
                <a:spcPts val="0"/>
              </a:spcBef>
              <a:spcAft>
                <a:spcPts val="0"/>
              </a:spcAft>
              <a:buSzPts val="4000"/>
              <a:buNone/>
              <a:defRPr/>
            </a:lvl8pPr>
            <a:lvl9pPr lvl="8" algn="ctr">
              <a:spcBef>
                <a:spcPts val="0"/>
              </a:spcBef>
              <a:spcAft>
                <a:spcPts val="0"/>
              </a:spcAft>
              <a:buSzPts val="4000"/>
              <a:buNone/>
              <a:defRPr/>
            </a:lvl9pPr>
          </a:lstStyle>
          <a:p/>
        </p:txBody>
      </p:sp>
      <p:sp>
        <p:nvSpPr>
          <p:cNvPr id="68" name="Google Shape;68;p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9" name="Google Shape;69;p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0" name="Google Shape;70;p7"/>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71" name="Google Shape;71;p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_1">
    <p:spTree>
      <p:nvGrpSpPr>
        <p:cNvPr id="72" name="Shape 72"/>
        <p:cNvGrpSpPr/>
        <p:nvPr/>
      </p:nvGrpSpPr>
      <p:grpSpPr>
        <a:xfrm>
          <a:off x="0" y="0"/>
          <a:ext cx="0" cy="0"/>
          <a:chOff x="0" y="0"/>
          <a:chExt cx="0" cy="0"/>
        </a:xfrm>
      </p:grpSpPr>
      <p:sp>
        <p:nvSpPr>
          <p:cNvPr id="73" name="Google Shape;73;p8"/>
          <p:cNvSpPr txBox="1"/>
          <p:nvPr>
            <p:ph idx="1" type="subTitle"/>
          </p:nvPr>
        </p:nvSpPr>
        <p:spPr>
          <a:xfrm>
            <a:off x="284700" y="2574275"/>
            <a:ext cx="4287300" cy="4089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74" name="Google Shape;74;p8"/>
          <p:cNvSpPr/>
          <p:nvPr/>
        </p:nvSpPr>
        <p:spPr>
          <a:xfrm flipH="1" rot="5400000">
            <a:off x="6571675" y="2571675"/>
            <a:ext cx="5143500" cy="5143500"/>
          </a:xfrm>
          <a:prstGeom prst="pie">
            <a:avLst>
              <a:gd fmla="val 21589913"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75" name="Google Shape;75;p8"/>
          <p:cNvSpPr/>
          <p:nvPr/>
        </p:nvSpPr>
        <p:spPr>
          <a:xfrm flipH="1" rot="5400000">
            <a:off x="6571675" y="-8"/>
            <a:ext cx="5143500" cy="5143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76" name="Google Shape;76;p8"/>
          <p:cNvSpPr txBox="1"/>
          <p:nvPr>
            <p:ph type="title"/>
          </p:nvPr>
        </p:nvSpPr>
        <p:spPr>
          <a:xfrm>
            <a:off x="284700" y="474750"/>
            <a:ext cx="5622600" cy="17943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77" name="Google Shape;77;p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2">
    <p:spTree>
      <p:nvGrpSpPr>
        <p:cNvPr id="78" name="Shape 78"/>
        <p:cNvGrpSpPr/>
        <p:nvPr/>
      </p:nvGrpSpPr>
      <p:grpSpPr>
        <a:xfrm>
          <a:off x="0" y="0"/>
          <a:ext cx="0" cy="0"/>
          <a:chOff x="0" y="0"/>
          <a:chExt cx="0" cy="0"/>
        </a:xfrm>
      </p:grpSpPr>
      <p:sp>
        <p:nvSpPr>
          <p:cNvPr id="79" name="Google Shape;79;p9"/>
          <p:cNvSpPr txBox="1"/>
          <p:nvPr>
            <p:ph idx="1" type="body"/>
          </p:nvPr>
        </p:nvSpPr>
        <p:spPr>
          <a:xfrm>
            <a:off x="37965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0" name="Google Shape;80;p9"/>
          <p:cNvSpPr txBox="1"/>
          <p:nvPr>
            <p:ph idx="2" type="body"/>
          </p:nvPr>
        </p:nvSpPr>
        <p:spPr>
          <a:xfrm>
            <a:off x="225527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1" name="Google Shape;81;p9"/>
          <p:cNvSpPr txBox="1"/>
          <p:nvPr>
            <p:ph idx="3" type="body"/>
          </p:nvPr>
        </p:nvSpPr>
        <p:spPr>
          <a:xfrm>
            <a:off x="413090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2" name="Google Shape;82;p9"/>
          <p:cNvSpPr txBox="1"/>
          <p:nvPr>
            <p:ph idx="4" type="body"/>
          </p:nvPr>
        </p:nvSpPr>
        <p:spPr>
          <a:xfrm>
            <a:off x="600652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3" name="Google Shape;83;p9"/>
          <p:cNvSpPr txBox="1"/>
          <p:nvPr>
            <p:ph type="title"/>
          </p:nvPr>
        </p:nvSpPr>
        <p:spPr>
          <a:xfrm>
            <a:off x="308784" y="1188147"/>
            <a:ext cx="7206000" cy="666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4" name="Google Shape;84;p9"/>
          <p:cNvSpPr txBox="1"/>
          <p:nvPr>
            <p:ph idx="5" type="subTitle"/>
          </p:nvPr>
        </p:nvSpPr>
        <p:spPr>
          <a:xfrm>
            <a:off x="308784" y="1922075"/>
            <a:ext cx="7206000" cy="510600"/>
          </a:xfrm>
          <a:prstGeom prst="rect">
            <a:avLst/>
          </a:prstGeom>
        </p:spPr>
        <p:txBody>
          <a:bodyPr anchorCtr="0" anchor="t" bIns="0" lIns="0" spcFirstLastPara="1" rIns="0" wrap="square" tIns="0">
            <a:norm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5" name="Google Shape;85;p9"/>
          <p:cNvSpPr txBox="1"/>
          <p:nvPr>
            <p:ph idx="6"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6" name="Google Shape;86;p9"/>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7" name="Google Shape;87;p9"/>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88" name="Google Shape;88;p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
  <p:cSld name="BLANK_1_1_1_1_1_1_1_1_1_1_1_2">
    <p:spTree>
      <p:nvGrpSpPr>
        <p:cNvPr id="89" name="Shape 89"/>
        <p:cNvGrpSpPr/>
        <p:nvPr/>
      </p:nvGrpSpPr>
      <p:grpSpPr>
        <a:xfrm>
          <a:off x="0" y="0"/>
          <a:ext cx="0" cy="0"/>
          <a:chOff x="0" y="0"/>
          <a:chExt cx="0" cy="0"/>
        </a:xfrm>
      </p:grpSpPr>
      <p:sp>
        <p:nvSpPr>
          <p:cNvPr id="90" name="Google Shape;90;p10"/>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1" name="Google Shape;91;p10"/>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2" name="Google Shape;92;p10"/>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3" name="Google Shape;93;p10"/>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4" name="Google Shape;94;p10"/>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95" name="Google Shape;95;p10"/>
          <p:cNvSpPr/>
          <p:nvPr>
            <p:ph idx="4" type="pic"/>
          </p:nvPr>
        </p:nvSpPr>
        <p:spPr>
          <a:xfrm>
            <a:off x="6364300" y="0"/>
            <a:ext cx="2779500" cy="3813600"/>
          </a:xfrm>
          <a:prstGeom prst="round2DiagRect">
            <a:avLst>
              <a:gd fmla="val 50000" name="adj1"/>
              <a:gd fmla="val 0" name="adj2"/>
            </a:avLst>
          </a:prstGeom>
          <a:noFill/>
          <a:ln>
            <a:noFill/>
          </a:ln>
        </p:spPr>
      </p:sp>
      <p:sp>
        <p:nvSpPr>
          <p:cNvPr id="96" name="Google Shape;96;p10"/>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97" name="Google Shape;97;p10"/>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98" name="Google Shape;98;p1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2">
  <p:cSld name="BLANK_1_1_1_1_1_1_1_1_1_1_1_2_1">
    <p:spTree>
      <p:nvGrpSpPr>
        <p:cNvPr id="99" name="Shape 99"/>
        <p:cNvGrpSpPr/>
        <p:nvPr/>
      </p:nvGrpSpPr>
      <p:grpSpPr>
        <a:xfrm>
          <a:off x="0" y="0"/>
          <a:ext cx="0" cy="0"/>
          <a:chOff x="0" y="0"/>
          <a:chExt cx="0" cy="0"/>
        </a:xfrm>
      </p:grpSpPr>
      <p:sp>
        <p:nvSpPr>
          <p:cNvPr id="100" name="Google Shape;100;p11"/>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1" name="Google Shape;101;p11"/>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1"/>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3" name="Google Shape;103;p11"/>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04" name="Google Shape;104;p11"/>
          <p:cNvSpPr/>
          <p:nvPr>
            <p:ph idx="2" type="pic"/>
          </p:nvPr>
        </p:nvSpPr>
        <p:spPr>
          <a:xfrm>
            <a:off x="6335600" y="1231675"/>
            <a:ext cx="2808600" cy="2498700"/>
          </a:xfrm>
          <a:prstGeom prst="round1Rect">
            <a:avLst>
              <a:gd fmla="val 50000" name="adj"/>
            </a:avLst>
          </a:prstGeom>
          <a:noFill/>
          <a:ln>
            <a:noFill/>
          </a:ln>
        </p:spPr>
      </p:sp>
      <p:sp>
        <p:nvSpPr>
          <p:cNvPr id="105" name="Google Shape;105;p11"/>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06" name="Google Shape;106;p11"/>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07" name="Google Shape;107;p11"/>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8" name="Google Shape;108;p11"/>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9" name="Google Shape;109;p11"/>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10" name="Google Shape;110;p1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3">
  <p:cSld name="BLANK_1_1_1_1_1_1_1_1_1_1_1_2_1_1">
    <p:spTree>
      <p:nvGrpSpPr>
        <p:cNvPr id="111" name="Shape 111"/>
        <p:cNvGrpSpPr/>
        <p:nvPr/>
      </p:nvGrpSpPr>
      <p:grpSpPr>
        <a:xfrm>
          <a:off x="0" y="0"/>
          <a:ext cx="0" cy="0"/>
          <a:chOff x="0" y="0"/>
          <a:chExt cx="0" cy="0"/>
        </a:xfrm>
      </p:grpSpPr>
      <p:sp>
        <p:nvSpPr>
          <p:cNvPr id="112" name="Google Shape;112;p12"/>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13" name="Google Shape;113;p12"/>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114" name="Google Shape;114;p12"/>
          <p:cNvGrpSpPr/>
          <p:nvPr/>
        </p:nvGrpSpPr>
        <p:grpSpPr>
          <a:xfrm>
            <a:off x="6324521" y="8900"/>
            <a:ext cx="2848500" cy="6539200"/>
            <a:chOff x="6324521" y="8900"/>
            <a:chExt cx="2848500" cy="6539200"/>
          </a:xfrm>
        </p:grpSpPr>
        <p:sp>
          <p:nvSpPr>
            <p:cNvPr id="115" name="Google Shape;115;p12"/>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6" name="Google Shape;116;p12"/>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2"/>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18" name="Google Shape;118;p12"/>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19" name="Google Shape;119;p12"/>
          <p:cNvSpPr/>
          <p:nvPr>
            <p:ph idx="4" type="pic"/>
          </p:nvPr>
        </p:nvSpPr>
        <p:spPr>
          <a:xfrm rot="10800000">
            <a:off x="6324525" y="0"/>
            <a:ext cx="2819400" cy="3715800"/>
          </a:xfrm>
          <a:prstGeom prst="round2SameRect">
            <a:avLst>
              <a:gd fmla="val 50000" name="adj1"/>
              <a:gd fmla="val 0" name="adj2"/>
            </a:avLst>
          </a:prstGeom>
          <a:noFill/>
          <a:ln>
            <a:noFill/>
          </a:ln>
        </p:spPr>
      </p:sp>
      <p:sp>
        <p:nvSpPr>
          <p:cNvPr id="120" name="Google Shape;120;p12"/>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21" name="Google Shape;121;p12"/>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22" name="Google Shape;122;p1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4">
  <p:cSld name="BLANK_1_1_1_1_1_1_1_1_1_1_1_2_1_1_1">
    <p:spTree>
      <p:nvGrpSpPr>
        <p:cNvPr id="123" name="Shape 123"/>
        <p:cNvGrpSpPr/>
        <p:nvPr/>
      </p:nvGrpSpPr>
      <p:grpSpPr>
        <a:xfrm>
          <a:off x="0" y="0"/>
          <a:ext cx="0" cy="0"/>
          <a:chOff x="0" y="0"/>
          <a:chExt cx="0" cy="0"/>
        </a:xfrm>
      </p:grpSpPr>
      <p:sp>
        <p:nvSpPr>
          <p:cNvPr id="124" name="Google Shape;124;p13"/>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5" name="Google Shape;125;p13"/>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6" name="Google Shape;126;p13"/>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27" name="Google Shape;127;p13"/>
          <p:cNvSpPr/>
          <p:nvPr>
            <p:ph idx="2" type="pic"/>
          </p:nvPr>
        </p:nvSpPr>
        <p:spPr>
          <a:xfrm>
            <a:off x="6355775" y="1418625"/>
            <a:ext cx="2788200" cy="3725100"/>
          </a:xfrm>
          <a:prstGeom prst="round2DiagRect">
            <a:avLst>
              <a:gd fmla="val 50000" name="adj1"/>
              <a:gd fmla="val 0" name="adj2"/>
            </a:avLst>
          </a:prstGeom>
          <a:noFill/>
          <a:ln>
            <a:noFill/>
          </a:ln>
        </p:spPr>
      </p:sp>
      <p:sp>
        <p:nvSpPr>
          <p:cNvPr id="128" name="Google Shape;128;p13"/>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9" name="Google Shape;129;p13"/>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30" name="Google Shape;130;p13"/>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1" name="Google Shape;131;p13"/>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2" name="Google Shape;132;p13"/>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33" name="Google Shape;133;p1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5">
  <p:cSld name="CUSTOM_7">
    <p:spTree>
      <p:nvGrpSpPr>
        <p:cNvPr id="134" name="Shape 134"/>
        <p:cNvGrpSpPr/>
        <p:nvPr/>
      </p:nvGrpSpPr>
      <p:grpSpPr>
        <a:xfrm>
          <a:off x="0" y="0"/>
          <a:ext cx="0" cy="0"/>
          <a:chOff x="0" y="0"/>
          <a:chExt cx="0" cy="0"/>
        </a:xfrm>
      </p:grpSpPr>
      <p:sp>
        <p:nvSpPr>
          <p:cNvPr id="135" name="Google Shape;135;p14"/>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36" name="Google Shape;136;p14"/>
          <p:cNvSpPr/>
          <p:nvPr/>
        </p:nvSpPr>
        <p:spPr>
          <a:xfrm flipH="1" rot="10800000">
            <a:off x="7069375" y="3760875"/>
            <a:ext cx="13596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7" name="Google Shape;137;p14"/>
          <p:cNvSpPr/>
          <p:nvPr/>
        </p:nvSpPr>
        <p:spPr>
          <a:xfrm flipH="1" rot="10800000">
            <a:off x="7760700" y="3760875"/>
            <a:ext cx="13722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8" name="Google Shape;138;p14"/>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9" name="Google Shape;139;p14"/>
          <p:cNvSpPr/>
          <p:nvPr>
            <p:ph idx="2" type="pic"/>
          </p:nvPr>
        </p:nvSpPr>
        <p:spPr>
          <a:xfrm rot="10800000">
            <a:off x="6364225" y="0"/>
            <a:ext cx="2784600" cy="3775800"/>
          </a:xfrm>
          <a:prstGeom prst="round1Rect">
            <a:avLst>
              <a:gd fmla="val 50000" name="adj"/>
            </a:avLst>
          </a:prstGeom>
          <a:noFill/>
          <a:ln>
            <a:noFill/>
          </a:ln>
        </p:spPr>
      </p:sp>
      <p:sp>
        <p:nvSpPr>
          <p:cNvPr id="140" name="Google Shape;140;p14"/>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1" name="Google Shape;141;p14"/>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42" name="Google Shape;142;p14"/>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3" name="Google Shape;143;p14"/>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4" name="Google Shape;144;p1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6">
  <p:cSld name="CUSTOM_8">
    <p:spTree>
      <p:nvGrpSpPr>
        <p:cNvPr id="145" name="Shape 145"/>
        <p:cNvGrpSpPr/>
        <p:nvPr/>
      </p:nvGrpSpPr>
      <p:grpSpPr>
        <a:xfrm>
          <a:off x="0" y="0"/>
          <a:ext cx="0" cy="0"/>
          <a:chOff x="0" y="0"/>
          <a:chExt cx="0" cy="0"/>
        </a:xfrm>
      </p:grpSpPr>
      <p:sp>
        <p:nvSpPr>
          <p:cNvPr id="146" name="Google Shape;146;p1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7" name="Google Shape;147;p15"/>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8" name="Google Shape;148;p15"/>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9" name="Google Shape;149;p15"/>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0" name="Google Shape;150;p15"/>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51" name="Google Shape;151;p15"/>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2" name="Google Shape;152;p15"/>
          <p:cNvSpPr txBox="1"/>
          <p:nvPr>
            <p:ph idx="4"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53" name="Google Shape;153;p15"/>
          <p:cNvSpPr/>
          <p:nvPr/>
        </p:nvSpPr>
        <p:spPr>
          <a:xfrm>
            <a:off x="6375075" y="10125"/>
            <a:ext cx="2757600" cy="37944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4" name="Google Shape;154;p15"/>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55" name="Google Shape;155;p1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7">
  <p:cSld name="CUSTOM_8_1">
    <p:spTree>
      <p:nvGrpSpPr>
        <p:cNvPr id="156" name="Shape 156"/>
        <p:cNvGrpSpPr/>
        <p:nvPr/>
      </p:nvGrpSpPr>
      <p:grpSpPr>
        <a:xfrm>
          <a:off x="0" y="0"/>
          <a:ext cx="0" cy="0"/>
          <a:chOff x="0" y="0"/>
          <a:chExt cx="0" cy="0"/>
        </a:xfrm>
      </p:grpSpPr>
      <p:sp>
        <p:nvSpPr>
          <p:cNvPr id="157" name="Google Shape;157;p16"/>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8" name="Google Shape;158;p16"/>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6"/>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0" name="Google Shape;160;p16"/>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61" name="Google Shape;161;p16"/>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62" name="Google Shape;162;p16"/>
          <p:cNvSpPr txBox="1"/>
          <p:nvPr>
            <p:ph idx="2"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63" name="Google Shape;163;p16"/>
          <p:cNvSpPr txBox="1"/>
          <p:nvPr>
            <p:ph idx="3"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64" name="Google Shape;164;p16"/>
          <p:cNvSpPr txBox="1"/>
          <p:nvPr>
            <p:ph idx="4"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65" name="Google Shape;165;p16"/>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66" name="Google Shape;166;p16"/>
          <p:cNvSpPr/>
          <p:nvPr/>
        </p:nvSpPr>
        <p:spPr>
          <a:xfrm>
            <a:off x="6345359" y="1240774"/>
            <a:ext cx="2801400" cy="2479800"/>
          </a:xfrm>
          <a:prstGeom prst="round1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7" name="Google Shape;167;p1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8">
  <p:cSld name="CUSTOM_8_1_1">
    <p:spTree>
      <p:nvGrpSpPr>
        <p:cNvPr id="168" name="Shape 168"/>
        <p:cNvGrpSpPr/>
        <p:nvPr/>
      </p:nvGrpSpPr>
      <p:grpSpPr>
        <a:xfrm>
          <a:off x="0" y="0"/>
          <a:ext cx="0" cy="0"/>
          <a:chOff x="0" y="0"/>
          <a:chExt cx="0" cy="0"/>
        </a:xfrm>
      </p:grpSpPr>
      <p:sp>
        <p:nvSpPr>
          <p:cNvPr id="169" name="Google Shape;169;p1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0" name="Google Shape;170;p1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1" name="Google Shape;171;p17"/>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grpSp>
        <p:nvGrpSpPr>
          <p:cNvPr id="172" name="Google Shape;172;p17"/>
          <p:cNvGrpSpPr/>
          <p:nvPr/>
        </p:nvGrpSpPr>
        <p:grpSpPr>
          <a:xfrm>
            <a:off x="6324521" y="8900"/>
            <a:ext cx="2848500" cy="6539200"/>
            <a:chOff x="6324521" y="8900"/>
            <a:chExt cx="2848500" cy="6539200"/>
          </a:xfrm>
        </p:grpSpPr>
        <p:sp>
          <p:nvSpPr>
            <p:cNvPr id="173" name="Google Shape;173;p17"/>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4" name="Google Shape;174;p17"/>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5" name="Google Shape;175;p17"/>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76" name="Google Shape;176;p17"/>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77" name="Google Shape;177;p17"/>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78" name="Google Shape;178;p17"/>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79" name="Google Shape;179;p1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9">
  <p:cSld name="CUSTOM_8_1_1_1">
    <p:spTree>
      <p:nvGrpSpPr>
        <p:cNvPr id="180" name="Shape 180"/>
        <p:cNvGrpSpPr/>
        <p:nvPr/>
      </p:nvGrpSpPr>
      <p:grpSpPr>
        <a:xfrm>
          <a:off x="0" y="0"/>
          <a:ext cx="0" cy="0"/>
          <a:chOff x="0" y="0"/>
          <a:chExt cx="0" cy="0"/>
        </a:xfrm>
      </p:grpSpPr>
      <p:sp>
        <p:nvSpPr>
          <p:cNvPr id="181" name="Google Shape;181;p1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2" name="Google Shape;182;p18"/>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3" name="Google Shape;183;p18"/>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84" name="Google Shape;184;p18"/>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5" name="Google Shape;185;p18"/>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6" name="Google Shape;186;p18"/>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87" name="Google Shape;187;p18"/>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8" name="Google Shape;188;p18"/>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89" name="Google Shape;189;p18"/>
          <p:cNvSpPr/>
          <p:nvPr/>
        </p:nvSpPr>
        <p:spPr>
          <a:xfrm>
            <a:off x="6366275" y="1427825"/>
            <a:ext cx="2768100" cy="3705300"/>
          </a:xfrm>
          <a:prstGeom prst="round2DiagRect">
            <a:avLst>
              <a:gd fmla="val 50000"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0" name="Google Shape;190;p1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0">
  <p:cSld name="CUSTOM_8_1_1_1_1">
    <p:spTree>
      <p:nvGrpSpPr>
        <p:cNvPr id="191" name="Shape 191"/>
        <p:cNvGrpSpPr/>
        <p:nvPr/>
      </p:nvGrpSpPr>
      <p:grpSpPr>
        <a:xfrm>
          <a:off x="0" y="0"/>
          <a:ext cx="0" cy="0"/>
          <a:chOff x="0" y="0"/>
          <a:chExt cx="0" cy="0"/>
        </a:xfrm>
      </p:grpSpPr>
      <p:sp>
        <p:nvSpPr>
          <p:cNvPr id="192" name="Google Shape;192;p1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3" name="Google Shape;193;p1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4" name="Google Shape;194;p1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95" name="Google Shape;195;p19"/>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96" name="Google Shape;196;p19"/>
          <p:cNvSpPr/>
          <p:nvPr/>
        </p:nvSpPr>
        <p:spPr>
          <a:xfrm flipH="1" rot="10800000">
            <a:off x="7069375" y="3773775"/>
            <a:ext cx="13596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7" name="Google Shape;197;p19"/>
          <p:cNvSpPr/>
          <p:nvPr/>
        </p:nvSpPr>
        <p:spPr>
          <a:xfrm flipH="1" rot="10800000">
            <a:off x="7760700" y="3773775"/>
            <a:ext cx="13722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8" name="Google Shape;198;p19"/>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9" name="Google Shape;199;p19"/>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00" name="Google Shape;200;p19"/>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01" name="Google Shape;201;p19"/>
          <p:cNvSpPr/>
          <p:nvPr/>
        </p:nvSpPr>
        <p:spPr>
          <a:xfrm rot="10800000">
            <a:off x="6377600" y="8800"/>
            <a:ext cx="2758800" cy="3754200"/>
          </a:xfrm>
          <a:prstGeom prst="round1Rect">
            <a:avLst>
              <a:gd fmla="val 50000"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2" name="Google Shape;202;p1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1">
    <p:spTree>
      <p:nvGrpSpPr>
        <p:cNvPr id="203" name="Shape 203"/>
        <p:cNvGrpSpPr/>
        <p:nvPr/>
      </p:nvGrpSpPr>
      <p:grpSpPr>
        <a:xfrm>
          <a:off x="0" y="0"/>
          <a:ext cx="0" cy="0"/>
          <a:chOff x="0" y="0"/>
          <a:chExt cx="0" cy="0"/>
        </a:xfrm>
      </p:grpSpPr>
      <p:sp>
        <p:nvSpPr>
          <p:cNvPr id="204" name="Google Shape;204;p20"/>
          <p:cNvSpPr txBox="1"/>
          <p:nvPr>
            <p:ph idx="1" type="subTitle"/>
          </p:nvPr>
        </p:nvSpPr>
        <p:spPr>
          <a:xfrm>
            <a:off x="3389025"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05" name="Google Shape;205;p20"/>
          <p:cNvSpPr/>
          <p:nvPr/>
        </p:nvSpPr>
        <p:spPr>
          <a:xfrm flipH="1">
            <a:off x="1350000" y="2442900"/>
            <a:ext cx="2849100" cy="2700600"/>
          </a:xfrm>
          <a:prstGeom prst="pie">
            <a:avLst>
              <a:gd fmla="val 21586474"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6" name="Google Shape;206;p20"/>
          <p:cNvSpPr/>
          <p:nvPr/>
        </p:nvSpPr>
        <p:spPr>
          <a:xfrm flipH="1" rot="5400000">
            <a:off x="-6000" y="3795800"/>
            <a:ext cx="2712600" cy="2700600"/>
          </a:xfrm>
          <a:prstGeom prst="pie">
            <a:avLst>
              <a:gd fmla="val 25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7" name="Google Shape;207;p20"/>
          <p:cNvSpPr/>
          <p:nvPr/>
        </p:nvSpPr>
        <p:spPr>
          <a:xfrm flipH="1" rot="5400000">
            <a:off x="-125" y="2402250"/>
            <a:ext cx="2775600" cy="2775600"/>
          </a:xfrm>
          <a:prstGeom prst="pie">
            <a:avLst>
              <a:gd fmla="val 16192689"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8" name="Google Shape;208;p20"/>
          <p:cNvSpPr txBox="1"/>
          <p:nvPr>
            <p:ph idx="2" type="subTitle"/>
          </p:nvPr>
        </p:nvSpPr>
        <p:spPr>
          <a:xfrm>
            <a:off x="3389025"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09" name="Google Shape;209;p20"/>
          <p:cNvSpPr txBox="1"/>
          <p:nvPr>
            <p:ph idx="3" type="subTitle"/>
          </p:nvPr>
        </p:nvSpPr>
        <p:spPr>
          <a:xfrm>
            <a:off x="3389025"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0" name="Google Shape;210;p20"/>
          <p:cNvSpPr txBox="1"/>
          <p:nvPr>
            <p:ph idx="4" type="subTitle"/>
          </p:nvPr>
        </p:nvSpPr>
        <p:spPr>
          <a:xfrm>
            <a:off x="6335550"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1" name="Google Shape;211;p20"/>
          <p:cNvSpPr txBox="1"/>
          <p:nvPr>
            <p:ph idx="5" type="subTitle"/>
          </p:nvPr>
        </p:nvSpPr>
        <p:spPr>
          <a:xfrm>
            <a:off x="6335550"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2" name="Google Shape;212;p20"/>
          <p:cNvSpPr txBox="1"/>
          <p:nvPr>
            <p:ph idx="6" type="subTitle"/>
          </p:nvPr>
        </p:nvSpPr>
        <p:spPr>
          <a:xfrm>
            <a:off x="6335550"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3" name="Google Shape;213;p20"/>
          <p:cNvSpPr txBox="1"/>
          <p:nvPr>
            <p:ph type="title"/>
          </p:nvPr>
        </p:nvSpPr>
        <p:spPr>
          <a:xfrm>
            <a:off x="284700" y="286200"/>
            <a:ext cx="2860800" cy="1732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14" name="Google Shape;214;p20"/>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5" name="Google Shape;215;p20"/>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6" name="Google Shape;216;p20"/>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7" name="Google Shape;217;p2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1_2">
    <p:spTree>
      <p:nvGrpSpPr>
        <p:cNvPr id="218" name="Shape 218"/>
        <p:cNvGrpSpPr/>
        <p:nvPr/>
      </p:nvGrpSpPr>
      <p:grpSpPr>
        <a:xfrm>
          <a:off x="0" y="0"/>
          <a:ext cx="0" cy="0"/>
          <a:chOff x="0" y="0"/>
          <a:chExt cx="0" cy="0"/>
        </a:xfrm>
      </p:grpSpPr>
      <p:sp>
        <p:nvSpPr>
          <p:cNvPr id="219" name="Google Shape;219;p21"/>
          <p:cNvSpPr/>
          <p:nvPr/>
        </p:nvSpPr>
        <p:spPr>
          <a:xfrm rot="-5400000">
            <a:off x="-2575150" y="-150"/>
            <a:ext cx="5143800" cy="5143500"/>
          </a:xfrm>
          <a:prstGeom prst="pie">
            <a:avLst>
              <a:gd fmla="val 374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0" name="Google Shape;220;p21"/>
          <p:cNvSpPr/>
          <p:nvPr/>
        </p:nvSpPr>
        <p:spPr>
          <a:xfrm rot="5400000">
            <a:off x="-3261" y="1"/>
            <a:ext cx="5143500" cy="5143500"/>
          </a:xfrm>
          <a:prstGeom prst="pie">
            <a:avLst>
              <a:gd fmla="val 0"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21"/>
          <p:cNvSpPr txBox="1"/>
          <p:nvPr>
            <p:ph idx="1" type="subTitle"/>
          </p:nvPr>
        </p:nvSpPr>
        <p:spPr>
          <a:xfrm>
            <a:off x="3236625"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2" name="Google Shape;222;p21"/>
          <p:cNvSpPr txBox="1"/>
          <p:nvPr>
            <p:ph idx="2" type="subTitle"/>
          </p:nvPr>
        </p:nvSpPr>
        <p:spPr>
          <a:xfrm>
            <a:off x="3236625"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3" name="Google Shape;223;p21"/>
          <p:cNvSpPr txBox="1"/>
          <p:nvPr>
            <p:ph idx="3" type="subTitle"/>
          </p:nvPr>
        </p:nvSpPr>
        <p:spPr>
          <a:xfrm>
            <a:off x="3236625"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4" name="Google Shape;224;p21"/>
          <p:cNvSpPr txBox="1"/>
          <p:nvPr>
            <p:ph idx="4" type="subTitle"/>
          </p:nvPr>
        </p:nvSpPr>
        <p:spPr>
          <a:xfrm>
            <a:off x="6183150"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5" name="Google Shape;225;p21"/>
          <p:cNvSpPr txBox="1"/>
          <p:nvPr>
            <p:ph idx="5" type="subTitle"/>
          </p:nvPr>
        </p:nvSpPr>
        <p:spPr>
          <a:xfrm>
            <a:off x="6183150"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6" name="Google Shape;226;p21"/>
          <p:cNvSpPr txBox="1"/>
          <p:nvPr>
            <p:ph idx="6" type="subTitle"/>
          </p:nvPr>
        </p:nvSpPr>
        <p:spPr>
          <a:xfrm>
            <a:off x="6183150"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7" name="Google Shape;227;p21"/>
          <p:cNvSpPr txBox="1"/>
          <p:nvPr>
            <p:ph type="title"/>
          </p:nvPr>
        </p:nvSpPr>
        <p:spPr>
          <a:xfrm>
            <a:off x="3235425" y="474750"/>
            <a:ext cx="2860800" cy="1315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28" name="Google Shape;228;p21"/>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29" name="Google Shape;229;p21"/>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30" name="Google Shape;230;p2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1_1_1_1_2_1">
    <p:spTree>
      <p:nvGrpSpPr>
        <p:cNvPr id="231" name="Shape 231"/>
        <p:cNvGrpSpPr/>
        <p:nvPr/>
      </p:nvGrpSpPr>
      <p:grpSpPr>
        <a:xfrm>
          <a:off x="0" y="0"/>
          <a:ext cx="0" cy="0"/>
          <a:chOff x="0" y="0"/>
          <a:chExt cx="0" cy="0"/>
        </a:xfrm>
      </p:grpSpPr>
      <p:sp>
        <p:nvSpPr>
          <p:cNvPr id="232" name="Google Shape;232;p22"/>
          <p:cNvSpPr txBox="1"/>
          <p:nvPr>
            <p:ph idx="1" type="subTitle"/>
          </p:nvPr>
        </p:nvSpPr>
        <p:spPr>
          <a:xfrm>
            <a:off x="5537976" y="1421821"/>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3" name="Google Shape;233;p22"/>
          <p:cNvSpPr txBox="1"/>
          <p:nvPr>
            <p:ph idx="2" type="subTitle"/>
          </p:nvPr>
        </p:nvSpPr>
        <p:spPr>
          <a:xfrm>
            <a:off x="5537976" y="1658233"/>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4" name="Google Shape;234;p22"/>
          <p:cNvSpPr txBox="1"/>
          <p:nvPr>
            <p:ph idx="3" type="subTitle"/>
          </p:nvPr>
        </p:nvSpPr>
        <p:spPr>
          <a:xfrm>
            <a:off x="5537976" y="2185603"/>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5" name="Google Shape;235;p22"/>
          <p:cNvSpPr txBox="1"/>
          <p:nvPr>
            <p:ph idx="4" type="subTitle"/>
          </p:nvPr>
        </p:nvSpPr>
        <p:spPr>
          <a:xfrm>
            <a:off x="5537976" y="2421696"/>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6" name="Google Shape;236;p22"/>
          <p:cNvSpPr txBox="1"/>
          <p:nvPr>
            <p:ph idx="5" type="subTitle"/>
          </p:nvPr>
        </p:nvSpPr>
        <p:spPr>
          <a:xfrm>
            <a:off x="5537976" y="2954416"/>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7" name="Google Shape;237;p22"/>
          <p:cNvSpPr txBox="1"/>
          <p:nvPr>
            <p:ph idx="6" type="subTitle"/>
          </p:nvPr>
        </p:nvSpPr>
        <p:spPr>
          <a:xfrm>
            <a:off x="5537976" y="3190509"/>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8" name="Google Shape;238;p22"/>
          <p:cNvSpPr txBox="1"/>
          <p:nvPr>
            <p:ph idx="7" type="subTitle"/>
          </p:nvPr>
        </p:nvSpPr>
        <p:spPr>
          <a:xfrm>
            <a:off x="5537976" y="3717879"/>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9" name="Google Shape;239;p22"/>
          <p:cNvSpPr txBox="1"/>
          <p:nvPr>
            <p:ph idx="8" type="subTitle"/>
          </p:nvPr>
        </p:nvSpPr>
        <p:spPr>
          <a:xfrm>
            <a:off x="5537976" y="3953971"/>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40" name="Google Shape;240;p22"/>
          <p:cNvSpPr/>
          <p:nvPr/>
        </p:nvSpPr>
        <p:spPr>
          <a:xfrm rot="-5400000">
            <a:off x="-1276000" y="1266039"/>
            <a:ext cx="2537400" cy="25374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41" name="Google Shape;241;p22"/>
          <p:cNvSpPr/>
          <p:nvPr/>
        </p:nvSpPr>
        <p:spPr>
          <a:xfrm rot="-5400000">
            <a:off x="-5951" y="2536242"/>
            <a:ext cx="1267200" cy="126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42" name="Google Shape;242;p22"/>
          <p:cNvSpPr/>
          <p:nvPr/>
        </p:nvSpPr>
        <p:spPr>
          <a:xfrm>
            <a:off x="3244" y="3803442"/>
            <a:ext cx="1340100" cy="1340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22"/>
          <p:cNvSpPr txBox="1"/>
          <p:nvPr>
            <p:ph type="title"/>
          </p:nvPr>
        </p:nvSpPr>
        <p:spPr>
          <a:xfrm>
            <a:off x="1582800" y="1485525"/>
            <a:ext cx="29892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244" name="Google Shape;244;p22"/>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45" name="Google Shape;245;p22"/>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46" name="Google Shape;246;p22"/>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47" name="Google Shape;247;p2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_4">
    <p:spTree>
      <p:nvGrpSpPr>
        <p:cNvPr id="248" name="Shape 248"/>
        <p:cNvGrpSpPr/>
        <p:nvPr/>
      </p:nvGrpSpPr>
      <p:grpSpPr>
        <a:xfrm>
          <a:off x="0" y="0"/>
          <a:ext cx="0" cy="0"/>
          <a:chOff x="0" y="0"/>
          <a:chExt cx="0" cy="0"/>
        </a:xfrm>
      </p:grpSpPr>
      <p:sp>
        <p:nvSpPr>
          <p:cNvPr id="249" name="Google Shape;249;p23"/>
          <p:cNvSpPr/>
          <p:nvPr>
            <p:ph idx="2" type="pic"/>
          </p:nvPr>
        </p:nvSpPr>
        <p:spPr>
          <a:xfrm>
            <a:off x="4162550" y="816050"/>
            <a:ext cx="1444500" cy="1444500"/>
          </a:xfrm>
          <a:prstGeom prst="round2DiagRect">
            <a:avLst>
              <a:gd fmla="val 0" name="adj1"/>
              <a:gd fmla="val 0" name="adj2"/>
            </a:avLst>
          </a:prstGeom>
          <a:noFill/>
          <a:ln>
            <a:noFill/>
          </a:ln>
        </p:spPr>
      </p:sp>
      <p:sp>
        <p:nvSpPr>
          <p:cNvPr id="250" name="Google Shape;250;p23"/>
          <p:cNvSpPr/>
          <p:nvPr>
            <p:ph idx="3" type="pic"/>
          </p:nvPr>
        </p:nvSpPr>
        <p:spPr>
          <a:xfrm>
            <a:off x="5788675" y="816050"/>
            <a:ext cx="1444500" cy="1444500"/>
          </a:xfrm>
          <a:prstGeom prst="ellipse">
            <a:avLst/>
          </a:prstGeom>
          <a:noFill/>
          <a:ln>
            <a:noFill/>
          </a:ln>
        </p:spPr>
      </p:sp>
      <p:sp>
        <p:nvSpPr>
          <p:cNvPr id="251" name="Google Shape;251;p23"/>
          <p:cNvSpPr/>
          <p:nvPr>
            <p:ph idx="4" type="pic"/>
          </p:nvPr>
        </p:nvSpPr>
        <p:spPr>
          <a:xfrm>
            <a:off x="7414800" y="816050"/>
            <a:ext cx="1444500" cy="1444500"/>
          </a:xfrm>
          <a:prstGeom prst="round1Rect">
            <a:avLst>
              <a:gd fmla="val 30895" name="adj"/>
            </a:avLst>
          </a:prstGeom>
          <a:noFill/>
          <a:ln>
            <a:noFill/>
          </a:ln>
        </p:spPr>
      </p:sp>
      <p:sp>
        <p:nvSpPr>
          <p:cNvPr id="252" name="Google Shape;252;p23"/>
          <p:cNvSpPr/>
          <p:nvPr>
            <p:ph idx="5" type="pic"/>
          </p:nvPr>
        </p:nvSpPr>
        <p:spPr>
          <a:xfrm>
            <a:off x="2536475" y="2897400"/>
            <a:ext cx="1444500" cy="1444500"/>
          </a:xfrm>
          <a:prstGeom prst="round2DiagRect">
            <a:avLst>
              <a:gd fmla="val 0" name="adj1"/>
              <a:gd fmla="val 0" name="adj2"/>
            </a:avLst>
          </a:prstGeom>
          <a:noFill/>
          <a:ln>
            <a:noFill/>
          </a:ln>
        </p:spPr>
      </p:sp>
      <p:sp>
        <p:nvSpPr>
          <p:cNvPr id="253" name="Google Shape;253;p23"/>
          <p:cNvSpPr/>
          <p:nvPr>
            <p:ph idx="6" type="pic"/>
          </p:nvPr>
        </p:nvSpPr>
        <p:spPr>
          <a:xfrm>
            <a:off x="4162600" y="2897400"/>
            <a:ext cx="1444500" cy="1444500"/>
          </a:xfrm>
          <a:prstGeom prst="ellipse">
            <a:avLst/>
          </a:prstGeom>
          <a:noFill/>
          <a:ln>
            <a:noFill/>
          </a:ln>
        </p:spPr>
      </p:sp>
      <p:sp>
        <p:nvSpPr>
          <p:cNvPr id="254" name="Google Shape;254;p23"/>
          <p:cNvSpPr/>
          <p:nvPr>
            <p:ph idx="7" type="pic"/>
          </p:nvPr>
        </p:nvSpPr>
        <p:spPr>
          <a:xfrm>
            <a:off x="5788725" y="2897400"/>
            <a:ext cx="1444500" cy="1444500"/>
          </a:xfrm>
          <a:prstGeom prst="round1Rect">
            <a:avLst>
              <a:gd fmla="val 30895" name="adj"/>
            </a:avLst>
          </a:prstGeom>
          <a:noFill/>
          <a:ln>
            <a:noFill/>
          </a:ln>
        </p:spPr>
      </p:sp>
      <p:sp>
        <p:nvSpPr>
          <p:cNvPr id="255" name="Google Shape;255;p23"/>
          <p:cNvSpPr txBox="1"/>
          <p:nvPr>
            <p:ph idx="1" type="subTitle"/>
          </p:nvPr>
        </p:nvSpPr>
        <p:spPr>
          <a:xfrm>
            <a:off x="416275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56" name="Google Shape;256;p23"/>
          <p:cNvSpPr txBox="1"/>
          <p:nvPr>
            <p:ph idx="8" type="subTitle"/>
          </p:nvPr>
        </p:nvSpPr>
        <p:spPr>
          <a:xfrm>
            <a:off x="416275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57" name="Google Shape;257;p23"/>
          <p:cNvSpPr txBox="1"/>
          <p:nvPr>
            <p:ph idx="9" type="subTitle"/>
          </p:nvPr>
        </p:nvSpPr>
        <p:spPr>
          <a:xfrm>
            <a:off x="25366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58" name="Google Shape;258;p23"/>
          <p:cNvSpPr txBox="1"/>
          <p:nvPr>
            <p:ph idx="13" type="subTitle"/>
          </p:nvPr>
        </p:nvSpPr>
        <p:spPr>
          <a:xfrm>
            <a:off x="25366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59" name="Google Shape;259;p23"/>
          <p:cNvSpPr txBox="1"/>
          <p:nvPr>
            <p:ph idx="14" type="subTitle"/>
          </p:nvPr>
        </p:nvSpPr>
        <p:spPr>
          <a:xfrm>
            <a:off x="5788775"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0" name="Google Shape;260;p23"/>
          <p:cNvSpPr txBox="1"/>
          <p:nvPr>
            <p:ph idx="15" type="subTitle"/>
          </p:nvPr>
        </p:nvSpPr>
        <p:spPr>
          <a:xfrm>
            <a:off x="5788775"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1" name="Google Shape;261;p23"/>
          <p:cNvSpPr txBox="1"/>
          <p:nvPr>
            <p:ph idx="16" type="subTitle"/>
          </p:nvPr>
        </p:nvSpPr>
        <p:spPr>
          <a:xfrm>
            <a:off x="741480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2" name="Google Shape;262;p23"/>
          <p:cNvSpPr txBox="1"/>
          <p:nvPr>
            <p:ph idx="17" type="subTitle"/>
          </p:nvPr>
        </p:nvSpPr>
        <p:spPr>
          <a:xfrm>
            <a:off x="741480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3" name="Google Shape;263;p23"/>
          <p:cNvSpPr txBox="1"/>
          <p:nvPr>
            <p:ph idx="18" type="subTitle"/>
          </p:nvPr>
        </p:nvSpPr>
        <p:spPr>
          <a:xfrm>
            <a:off x="416267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4" name="Google Shape;264;p23"/>
          <p:cNvSpPr txBox="1"/>
          <p:nvPr>
            <p:ph idx="19" type="subTitle"/>
          </p:nvPr>
        </p:nvSpPr>
        <p:spPr>
          <a:xfrm>
            <a:off x="416267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5" name="Google Shape;265;p23"/>
          <p:cNvSpPr txBox="1"/>
          <p:nvPr>
            <p:ph idx="20" type="subTitle"/>
          </p:nvPr>
        </p:nvSpPr>
        <p:spPr>
          <a:xfrm>
            <a:off x="57887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6" name="Google Shape;266;p23"/>
          <p:cNvSpPr txBox="1"/>
          <p:nvPr>
            <p:ph idx="21" type="subTitle"/>
          </p:nvPr>
        </p:nvSpPr>
        <p:spPr>
          <a:xfrm>
            <a:off x="57887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7" name="Google Shape;267;p23"/>
          <p:cNvSpPr txBox="1"/>
          <p:nvPr>
            <p:ph type="title"/>
          </p:nvPr>
        </p:nvSpPr>
        <p:spPr>
          <a:xfrm>
            <a:off x="284700" y="573428"/>
            <a:ext cx="3877800" cy="19023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4000"/>
              <a:buNone/>
              <a:defRPr/>
            </a:lvl1pPr>
            <a:lvl2pPr lvl="1">
              <a:lnSpc>
                <a:spcPct val="90000"/>
              </a:lnSpc>
              <a:spcBef>
                <a:spcPts val="0"/>
              </a:spcBef>
              <a:spcAft>
                <a:spcPts val="0"/>
              </a:spcAft>
              <a:buClr>
                <a:schemeClr val="lt1"/>
              </a:buClr>
              <a:buSzPts val="4000"/>
              <a:buNone/>
              <a:defRPr/>
            </a:lvl2pPr>
            <a:lvl3pPr lvl="2">
              <a:lnSpc>
                <a:spcPct val="90000"/>
              </a:lnSpc>
              <a:spcBef>
                <a:spcPts val="0"/>
              </a:spcBef>
              <a:spcAft>
                <a:spcPts val="0"/>
              </a:spcAft>
              <a:buClr>
                <a:schemeClr val="lt1"/>
              </a:buClr>
              <a:buSzPts val="4000"/>
              <a:buNone/>
              <a:defRPr/>
            </a:lvl3pPr>
            <a:lvl4pPr lvl="3">
              <a:lnSpc>
                <a:spcPct val="90000"/>
              </a:lnSpc>
              <a:spcBef>
                <a:spcPts val="0"/>
              </a:spcBef>
              <a:spcAft>
                <a:spcPts val="0"/>
              </a:spcAft>
              <a:buClr>
                <a:schemeClr val="lt1"/>
              </a:buClr>
              <a:buSzPts val="4000"/>
              <a:buNone/>
              <a:defRPr/>
            </a:lvl4pPr>
            <a:lvl5pPr lvl="4">
              <a:lnSpc>
                <a:spcPct val="90000"/>
              </a:lnSpc>
              <a:spcBef>
                <a:spcPts val="0"/>
              </a:spcBef>
              <a:spcAft>
                <a:spcPts val="0"/>
              </a:spcAft>
              <a:buClr>
                <a:schemeClr val="lt1"/>
              </a:buClr>
              <a:buSzPts val="4000"/>
              <a:buNone/>
              <a:defRPr/>
            </a:lvl5pPr>
            <a:lvl6pPr lvl="5">
              <a:lnSpc>
                <a:spcPct val="90000"/>
              </a:lnSpc>
              <a:spcBef>
                <a:spcPts val="0"/>
              </a:spcBef>
              <a:spcAft>
                <a:spcPts val="0"/>
              </a:spcAft>
              <a:buClr>
                <a:schemeClr val="lt1"/>
              </a:buClr>
              <a:buSzPts val="4000"/>
              <a:buNone/>
              <a:defRPr/>
            </a:lvl6pPr>
            <a:lvl7pPr lvl="6">
              <a:lnSpc>
                <a:spcPct val="90000"/>
              </a:lnSpc>
              <a:spcBef>
                <a:spcPts val="0"/>
              </a:spcBef>
              <a:spcAft>
                <a:spcPts val="0"/>
              </a:spcAft>
              <a:buClr>
                <a:schemeClr val="lt1"/>
              </a:buClr>
              <a:buSzPts val="4000"/>
              <a:buNone/>
              <a:defRPr/>
            </a:lvl7pPr>
            <a:lvl8pPr lvl="7">
              <a:lnSpc>
                <a:spcPct val="90000"/>
              </a:lnSpc>
              <a:spcBef>
                <a:spcPts val="0"/>
              </a:spcBef>
              <a:spcAft>
                <a:spcPts val="0"/>
              </a:spcAft>
              <a:buClr>
                <a:schemeClr val="lt1"/>
              </a:buClr>
              <a:buSzPts val="4000"/>
              <a:buNone/>
              <a:defRPr/>
            </a:lvl8pPr>
            <a:lvl9pPr lvl="8">
              <a:lnSpc>
                <a:spcPct val="90000"/>
              </a:lnSpc>
              <a:spcBef>
                <a:spcPts val="0"/>
              </a:spcBef>
              <a:spcAft>
                <a:spcPts val="0"/>
              </a:spcAft>
              <a:buClr>
                <a:schemeClr val="lt1"/>
              </a:buClr>
              <a:buSzPts val="4000"/>
              <a:buNone/>
              <a:defRPr/>
            </a:lvl9pPr>
          </a:lstStyle>
          <a:p/>
        </p:txBody>
      </p:sp>
      <p:sp>
        <p:nvSpPr>
          <p:cNvPr id="268" name="Google Shape;268;p23"/>
          <p:cNvSpPr txBox="1"/>
          <p:nvPr>
            <p:ph idx="2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69" name="Google Shape;269;p23"/>
          <p:cNvSpPr txBox="1"/>
          <p:nvPr>
            <p:ph idx="2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70" name="Google Shape;270;p23"/>
          <p:cNvSpPr txBox="1"/>
          <p:nvPr>
            <p:ph idx="2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71" name="Google Shape;271;p2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4_1">
    <p:spTree>
      <p:nvGrpSpPr>
        <p:cNvPr id="272" name="Shape 272"/>
        <p:cNvGrpSpPr/>
        <p:nvPr/>
      </p:nvGrpSpPr>
      <p:grpSpPr>
        <a:xfrm>
          <a:off x="0" y="0"/>
          <a:ext cx="0" cy="0"/>
          <a:chOff x="0" y="0"/>
          <a:chExt cx="0" cy="0"/>
        </a:xfrm>
      </p:grpSpPr>
      <p:sp>
        <p:nvSpPr>
          <p:cNvPr id="273" name="Google Shape;273;p24"/>
          <p:cNvSpPr/>
          <p:nvPr>
            <p:ph idx="2" type="pic"/>
          </p:nvPr>
        </p:nvSpPr>
        <p:spPr>
          <a:xfrm>
            <a:off x="284700" y="1523850"/>
            <a:ext cx="1514700" cy="1312800"/>
          </a:xfrm>
          <a:prstGeom prst="round1Rect">
            <a:avLst>
              <a:gd fmla="val 39781" name="adj"/>
            </a:avLst>
          </a:prstGeom>
          <a:noFill/>
          <a:ln>
            <a:noFill/>
          </a:ln>
        </p:spPr>
      </p:sp>
      <p:sp>
        <p:nvSpPr>
          <p:cNvPr id="274" name="Google Shape;274;p24"/>
          <p:cNvSpPr/>
          <p:nvPr>
            <p:ph idx="3" type="pic"/>
          </p:nvPr>
        </p:nvSpPr>
        <p:spPr>
          <a:xfrm>
            <a:off x="2163625" y="1523850"/>
            <a:ext cx="1514700" cy="1312800"/>
          </a:xfrm>
          <a:prstGeom prst="round1Rect">
            <a:avLst>
              <a:gd fmla="val 39781" name="adj"/>
            </a:avLst>
          </a:prstGeom>
          <a:noFill/>
          <a:ln>
            <a:noFill/>
          </a:ln>
        </p:spPr>
      </p:sp>
      <p:sp>
        <p:nvSpPr>
          <p:cNvPr id="275" name="Google Shape;275;p24"/>
          <p:cNvSpPr/>
          <p:nvPr>
            <p:ph idx="4" type="pic"/>
          </p:nvPr>
        </p:nvSpPr>
        <p:spPr>
          <a:xfrm>
            <a:off x="4087000" y="1523850"/>
            <a:ext cx="1514700" cy="1312800"/>
          </a:xfrm>
          <a:prstGeom prst="round1Rect">
            <a:avLst>
              <a:gd fmla="val 39781" name="adj"/>
            </a:avLst>
          </a:prstGeom>
          <a:noFill/>
          <a:ln>
            <a:noFill/>
          </a:ln>
        </p:spPr>
      </p:sp>
      <p:sp>
        <p:nvSpPr>
          <p:cNvPr id="276" name="Google Shape;276;p24"/>
          <p:cNvSpPr/>
          <p:nvPr>
            <p:ph idx="5" type="pic"/>
          </p:nvPr>
        </p:nvSpPr>
        <p:spPr>
          <a:xfrm>
            <a:off x="5960425" y="1523850"/>
            <a:ext cx="1514700" cy="1312800"/>
          </a:xfrm>
          <a:prstGeom prst="round1Rect">
            <a:avLst>
              <a:gd fmla="val 39781" name="adj"/>
            </a:avLst>
          </a:prstGeom>
          <a:noFill/>
          <a:ln>
            <a:noFill/>
          </a:ln>
        </p:spPr>
      </p:sp>
      <p:sp>
        <p:nvSpPr>
          <p:cNvPr id="277" name="Google Shape;277;p24"/>
          <p:cNvSpPr txBox="1"/>
          <p:nvPr>
            <p:ph idx="1" type="subTitle"/>
          </p:nvPr>
        </p:nvSpPr>
        <p:spPr>
          <a:xfrm>
            <a:off x="2834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78" name="Google Shape;278;p24"/>
          <p:cNvSpPr txBox="1"/>
          <p:nvPr>
            <p:ph idx="6" type="subTitle"/>
          </p:nvPr>
        </p:nvSpPr>
        <p:spPr>
          <a:xfrm>
            <a:off x="21629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79" name="Google Shape;279;p24"/>
          <p:cNvSpPr txBox="1"/>
          <p:nvPr>
            <p:ph idx="7" type="subTitle"/>
          </p:nvPr>
        </p:nvSpPr>
        <p:spPr>
          <a:xfrm>
            <a:off x="40863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80" name="Google Shape;280;p24"/>
          <p:cNvSpPr txBox="1"/>
          <p:nvPr>
            <p:ph idx="8" type="subTitle"/>
          </p:nvPr>
        </p:nvSpPr>
        <p:spPr>
          <a:xfrm>
            <a:off x="59604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81" name="Google Shape;281;p24"/>
          <p:cNvSpPr txBox="1"/>
          <p:nvPr>
            <p:ph idx="9" type="body"/>
          </p:nvPr>
        </p:nvSpPr>
        <p:spPr>
          <a:xfrm>
            <a:off x="28535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2" name="Google Shape;282;p24"/>
          <p:cNvSpPr txBox="1"/>
          <p:nvPr>
            <p:ph idx="13" type="body"/>
          </p:nvPr>
        </p:nvSpPr>
        <p:spPr>
          <a:xfrm>
            <a:off x="216297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3" name="Google Shape;283;p24"/>
          <p:cNvSpPr txBox="1"/>
          <p:nvPr>
            <p:ph idx="14" type="body"/>
          </p:nvPr>
        </p:nvSpPr>
        <p:spPr>
          <a:xfrm>
            <a:off x="408700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4" name="Google Shape;284;p24"/>
          <p:cNvSpPr txBox="1"/>
          <p:nvPr>
            <p:ph idx="15" type="body"/>
          </p:nvPr>
        </p:nvSpPr>
        <p:spPr>
          <a:xfrm>
            <a:off x="596042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5" name="Google Shape;285;p24"/>
          <p:cNvSpPr txBox="1"/>
          <p:nvPr>
            <p:ph idx="16" type="subTitle"/>
          </p:nvPr>
        </p:nvSpPr>
        <p:spPr>
          <a:xfrm>
            <a:off x="2834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6" name="Google Shape;286;p24"/>
          <p:cNvSpPr txBox="1"/>
          <p:nvPr>
            <p:ph idx="17" type="subTitle"/>
          </p:nvPr>
        </p:nvSpPr>
        <p:spPr>
          <a:xfrm>
            <a:off x="21629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7" name="Google Shape;287;p24"/>
          <p:cNvSpPr txBox="1"/>
          <p:nvPr>
            <p:ph idx="18" type="subTitle"/>
          </p:nvPr>
        </p:nvSpPr>
        <p:spPr>
          <a:xfrm>
            <a:off x="40863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8" name="Google Shape;288;p24"/>
          <p:cNvSpPr txBox="1"/>
          <p:nvPr>
            <p:ph idx="19" type="subTitle"/>
          </p:nvPr>
        </p:nvSpPr>
        <p:spPr>
          <a:xfrm>
            <a:off x="59604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9" name="Google Shape;289;p24"/>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290" name="Google Shape;290;p24"/>
          <p:cNvSpPr txBox="1"/>
          <p:nvPr>
            <p:ph idx="20"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1" name="Google Shape;291;p24"/>
          <p:cNvSpPr txBox="1"/>
          <p:nvPr>
            <p:ph idx="21"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2" name="Google Shape;292;p24"/>
          <p:cNvSpPr txBox="1"/>
          <p:nvPr>
            <p:ph idx="22"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93" name="Google Shape;293;p2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p:cSld name="CUSTOM_5">
    <p:spTree>
      <p:nvGrpSpPr>
        <p:cNvPr id="294" name="Shape 294"/>
        <p:cNvGrpSpPr/>
        <p:nvPr/>
      </p:nvGrpSpPr>
      <p:grpSpPr>
        <a:xfrm>
          <a:off x="0" y="0"/>
          <a:ext cx="0" cy="0"/>
          <a:chOff x="0" y="0"/>
          <a:chExt cx="0" cy="0"/>
        </a:xfrm>
      </p:grpSpPr>
      <p:sp>
        <p:nvSpPr>
          <p:cNvPr id="295" name="Google Shape;295;p25"/>
          <p:cNvSpPr/>
          <p:nvPr>
            <p:ph idx="2" type="pic"/>
          </p:nvPr>
        </p:nvSpPr>
        <p:spPr>
          <a:xfrm>
            <a:off x="469875" y="1995075"/>
            <a:ext cx="418800" cy="418800"/>
          </a:xfrm>
          <a:prstGeom prst="ellipse">
            <a:avLst/>
          </a:prstGeom>
          <a:noFill/>
          <a:ln>
            <a:noFill/>
          </a:ln>
        </p:spPr>
      </p:sp>
      <p:sp>
        <p:nvSpPr>
          <p:cNvPr id="296" name="Google Shape;296;p25"/>
          <p:cNvSpPr/>
          <p:nvPr>
            <p:ph idx="3" type="pic"/>
          </p:nvPr>
        </p:nvSpPr>
        <p:spPr>
          <a:xfrm>
            <a:off x="888450" y="1995075"/>
            <a:ext cx="418800" cy="418800"/>
          </a:xfrm>
          <a:prstGeom prst="ellipse">
            <a:avLst/>
          </a:prstGeom>
          <a:noFill/>
          <a:ln>
            <a:noFill/>
          </a:ln>
        </p:spPr>
      </p:sp>
      <p:sp>
        <p:nvSpPr>
          <p:cNvPr id="297" name="Google Shape;297;p25"/>
          <p:cNvSpPr/>
          <p:nvPr>
            <p:ph idx="4" type="pic"/>
          </p:nvPr>
        </p:nvSpPr>
        <p:spPr>
          <a:xfrm>
            <a:off x="1307025" y="1995075"/>
            <a:ext cx="418800" cy="418800"/>
          </a:xfrm>
          <a:prstGeom prst="ellipse">
            <a:avLst/>
          </a:prstGeom>
          <a:noFill/>
          <a:ln>
            <a:noFill/>
          </a:ln>
        </p:spPr>
      </p:sp>
      <p:sp>
        <p:nvSpPr>
          <p:cNvPr id="298" name="Google Shape;298;p25"/>
          <p:cNvSpPr/>
          <p:nvPr>
            <p:ph idx="5" type="pic"/>
          </p:nvPr>
        </p:nvSpPr>
        <p:spPr>
          <a:xfrm>
            <a:off x="469875" y="2413650"/>
            <a:ext cx="418800" cy="418800"/>
          </a:xfrm>
          <a:prstGeom prst="ellipse">
            <a:avLst/>
          </a:prstGeom>
          <a:noFill/>
          <a:ln>
            <a:noFill/>
          </a:ln>
        </p:spPr>
      </p:sp>
      <p:sp>
        <p:nvSpPr>
          <p:cNvPr id="299" name="Google Shape;299;p25"/>
          <p:cNvSpPr/>
          <p:nvPr>
            <p:ph idx="6" type="pic"/>
          </p:nvPr>
        </p:nvSpPr>
        <p:spPr>
          <a:xfrm>
            <a:off x="888450" y="2413650"/>
            <a:ext cx="418800" cy="418800"/>
          </a:xfrm>
          <a:prstGeom prst="ellipse">
            <a:avLst/>
          </a:prstGeom>
          <a:noFill/>
          <a:ln>
            <a:noFill/>
          </a:ln>
        </p:spPr>
      </p:sp>
      <p:sp>
        <p:nvSpPr>
          <p:cNvPr id="300" name="Google Shape;300;p25"/>
          <p:cNvSpPr/>
          <p:nvPr>
            <p:ph idx="7" type="pic"/>
          </p:nvPr>
        </p:nvSpPr>
        <p:spPr>
          <a:xfrm>
            <a:off x="1307025" y="2413650"/>
            <a:ext cx="418800" cy="418800"/>
          </a:xfrm>
          <a:prstGeom prst="ellipse">
            <a:avLst/>
          </a:prstGeom>
          <a:noFill/>
          <a:ln>
            <a:noFill/>
          </a:ln>
        </p:spPr>
      </p:sp>
      <p:sp>
        <p:nvSpPr>
          <p:cNvPr id="301" name="Google Shape;301;p25"/>
          <p:cNvSpPr/>
          <p:nvPr>
            <p:ph idx="8" type="pic"/>
          </p:nvPr>
        </p:nvSpPr>
        <p:spPr>
          <a:xfrm>
            <a:off x="3330700" y="1995075"/>
            <a:ext cx="418800" cy="418800"/>
          </a:xfrm>
          <a:prstGeom prst="ellipse">
            <a:avLst/>
          </a:prstGeom>
          <a:noFill/>
          <a:ln>
            <a:noFill/>
          </a:ln>
        </p:spPr>
      </p:sp>
      <p:sp>
        <p:nvSpPr>
          <p:cNvPr id="302" name="Google Shape;302;p25"/>
          <p:cNvSpPr/>
          <p:nvPr>
            <p:ph idx="9" type="pic"/>
          </p:nvPr>
        </p:nvSpPr>
        <p:spPr>
          <a:xfrm>
            <a:off x="3749275" y="1995075"/>
            <a:ext cx="418800" cy="418800"/>
          </a:xfrm>
          <a:prstGeom prst="ellipse">
            <a:avLst/>
          </a:prstGeom>
          <a:noFill/>
          <a:ln>
            <a:noFill/>
          </a:ln>
        </p:spPr>
      </p:sp>
      <p:sp>
        <p:nvSpPr>
          <p:cNvPr id="303" name="Google Shape;303;p25"/>
          <p:cNvSpPr/>
          <p:nvPr>
            <p:ph idx="13" type="pic"/>
          </p:nvPr>
        </p:nvSpPr>
        <p:spPr>
          <a:xfrm>
            <a:off x="4167850" y="1995075"/>
            <a:ext cx="418800" cy="418800"/>
          </a:xfrm>
          <a:prstGeom prst="ellipse">
            <a:avLst/>
          </a:prstGeom>
          <a:noFill/>
          <a:ln>
            <a:noFill/>
          </a:ln>
        </p:spPr>
      </p:sp>
      <p:sp>
        <p:nvSpPr>
          <p:cNvPr id="304" name="Google Shape;304;p25"/>
          <p:cNvSpPr/>
          <p:nvPr>
            <p:ph idx="14" type="pic"/>
          </p:nvPr>
        </p:nvSpPr>
        <p:spPr>
          <a:xfrm>
            <a:off x="3330700" y="2413650"/>
            <a:ext cx="418800" cy="418800"/>
          </a:xfrm>
          <a:prstGeom prst="ellipse">
            <a:avLst/>
          </a:prstGeom>
          <a:noFill/>
          <a:ln>
            <a:noFill/>
          </a:ln>
        </p:spPr>
      </p:sp>
      <p:sp>
        <p:nvSpPr>
          <p:cNvPr id="305" name="Google Shape;305;p25"/>
          <p:cNvSpPr/>
          <p:nvPr>
            <p:ph idx="15" type="pic"/>
          </p:nvPr>
        </p:nvSpPr>
        <p:spPr>
          <a:xfrm>
            <a:off x="3749275" y="2413650"/>
            <a:ext cx="418800" cy="418800"/>
          </a:xfrm>
          <a:prstGeom prst="ellipse">
            <a:avLst/>
          </a:prstGeom>
          <a:noFill/>
          <a:ln>
            <a:noFill/>
          </a:ln>
        </p:spPr>
      </p:sp>
      <p:sp>
        <p:nvSpPr>
          <p:cNvPr id="306" name="Google Shape;306;p25"/>
          <p:cNvSpPr/>
          <p:nvPr>
            <p:ph idx="16" type="pic"/>
          </p:nvPr>
        </p:nvSpPr>
        <p:spPr>
          <a:xfrm>
            <a:off x="4167850" y="2413650"/>
            <a:ext cx="418800" cy="418800"/>
          </a:xfrm>
          <a:prstGeom prst="ellipse">
            <a:avLst/>
          </a:prstGeom>
          <a:noFill/>
          <a:ln>
            <a:noFill/>
          </a:ln>
        </p:spPr>
      </p:sp>
      <p:sp>
        <p:nvSpPr>
          <p:cNvPr id="307" name="Google Shape;307;p25"/>
          <p:cNvSpPr/>
          <p:nvPr>
            <p:ph idx="17" type="pic"/>
          </p:nvPr>
        </p:nvSpPr>
        <p:spPr>
          <a:xfrm>
            <a:off x="469875" y="3832025"/>
            <a:ext cx="418800" cy="418800"/>
          </a:xfrm>
          <a:prstGeom prst="ellipse">
            <a:avLst/>
          </a:prstGeom>
          <a:noFill/>
          <a:ln>
            <a:noFill/>
          </a:ln>
        </p:spPr>
      </p:sp>
      <p:sp>
        <p:nvSpPr>
          <p:cNvPr id="308" name="Google Shape;308;p25"/>
          <p:cNvSpPr/>
          <p:nvPr>
            <p:ph idx="18" type="pic"/>
          </p:nvPr>
        </p:nvSpPr>
        <p:spPr>
          <a:xfrm>
            <a:off x="888450" y="3832025"/>
            <a:ext cx="418800" cy="418800"/>
          </a:xfrm>
          <a:prstGeom prst="ellipse">
            <a:avLst/>
          </a:prstGeom>
          <a:noFill/>
          <a:ln>
            <a:noFill/>
          </a:ln>
        </p:spPr>
      </p:sp>
      <p:sp>
        <p:nvSpPr>
          <p:cNvPr id="309" name="Google Shape;309;p25"/>
          <p:cNvSpPr/>
          <p:nvPr>
            <p:ph idx="19" type="pic"/>
          </p:nvPr>
        </p:nvSpPr>
        <p:spPr>
          <a:xfrm>
            <a:off x="1307025" y="3832025"/>
            <a:ext cx="418800" cy="418800"/>
          </a:xfrm>
          <a:prstGeom prst="ellipse">
            <a:avLst/>
          </a:prstGeom>
          <a:noFill/>
          <a:ln>
            <a:noFill/>
          </a:ln>
        </p:spPr>
      </p:sp>
      <p:sp>
        <p:nvSpPr>
          <p:cNvPr id="310" name="Google Shape;310;p25"/>
          <p:cNvSpPr/>
          <p:nvPr>
            <p:ph idx="20" type="pic"/>
          </p:nvPr>
        </p:nvSpPr>
        <p:spPr>
          <a:xfrm>
            <a:off x="469875" y="4250600"/>
            <a:ext cx="418800" cy="418800"/>
          </a:xfrm>
          <a:prstGeom prst="ellipse">
            <a:avLst/>
          </a:prstGeom>
          <a:noFill/>
          <a:ln>
            <a:noFill/>
          </a:ln>
        </p:spPr>
      </p:sp>
      <p:sp>
        <p:nvSpPr>
          <p:cNvPr id="311" name="Google Shape;311;p25"/>
          <p:cNvSpPr/>
          <p:nvPr>
            <p:ph idx="21" type="pic"/>
          </p:nvPr>
        </p:nvSpPr>
        <p:spPr>
          <a:xfrm>
            <a:off x="888450" y="4250600"/>
            <a:ext cx="418800" cy="418800"/>
          </a:xfrm>
          <a:prstGeom prst="ellipse">
            <a:avLst/>
          </a:prstGeom>
          <a:noFill/>
          <a:ln>
            <a:noFill/>
          </a:ln>
        </p:spPr>
      </p:sp>
      <p:sp>
        <p:nvSpPr>
          <p:cNvPr id="312" name="Google Shape;312;p25"/>
          <p:cNvSpPr/>
          <p:nvPr>
            <p:ph idx="22" type="pic"/>
          </p:nvPr>
        </p:nvSpPr>
        <p:spPr>
          <a:xfrm>
            <a:off x="1307025" y="4250600"/>
            <a:ext cx="418800" cy="418800"/>
          </a:xfrm>
          <a:prstGeom prst="ellipse">
            <a:avLst/>
          </a:prstGeom>
          <a:noFill/>
          <a:ln>
            <a:noFill/>
          </a:ln>
        </p:spPr>
      </p:sp>
      <p:sp>
        <p:nvSpPr>
          <p:cNvPr id="313" name="Google Shape;313;p25"/>
          <p:cNvSpPr/>
          <p:nvPr>
            <p:ph idx="23" type="pic"/>
          </p:nvPr>
        </p:nvSpPr>
        <p:spPr>
          <a:xfrm>
            <a:off x="3330700" y="3832025"/>
            <a:ext cx="418800" cy="418800"/>
          </a:xfrm>
          <a:prstGeom prst="ellipse">
            <a:avLst/>
          </a:prstGeom>
          <a:noFill/>
          <a:ln>
            <a:noFill/>
          </a:ln>
        </p:spPr>
      </p:sp>
      <p:sp>
        <p:nvSpPr>
          <p:cNvPr id="314" name="Google Shape;314;p25"/>
          <p:cNvSpPr/>
          <p:nvPr>
            <p:ph idx="24" type="pic"/>
          </p:nvPr>
        </p:nvSpPr>
        <p:spPr>
          <a:xfrm>
            <a:off x="3749275" y="3832025"/>
            <a:ext cx="418800" cy="418800"/>
          </a:xfrm>
          <a:prstGeom prst="ellipse">
            <a:avLst/>
          </a:prstGeom>
          <a:noFill/>
          <a:ln>
            <a:noFill/>
          </a:ln>
        </p:spPr>
      </p:sp>
      <p:sp>
        <p:nvSpPr>
          <p:cNvPr id="315" name="Google Shape;315;p25"/>
          <p:cNvSpPr/>
          <p:nvPr>
            <p:ph idx="25" type="pic"/>
          </p:nvPr>
        </p:nvSpPr>
        <p:spPr>
          <a:xfrm>
            <a:off x="4167850" y="3832025"/>
            <a:ext cx="418800" cy="418800"/>
          </a:xfrm>
          <a:prstGeom prst="ellipse">
            <a:avLst/>
          </a:prstGeom>
          <a:noFill/>
          <a:ln>
            <a:noFill/>
          </a:ln>
        </p:spPr>
      </p:sp>
      <p:sp>
        <p:nvSpPr>
          <p:cNvPr id="316" name="Google Shape;316;p25"/>
          <p:cNvSpPr/>
          <p:nvPr>
            <p:ph idx="26" type="pic"/>
          </p:nvPr>
        </p:nvSpPr>
        <p:spPr>
          <a:xfrm>
            <a:off x="3330700" y="4250600"/>
            <a:ext cx="418800" cy="418800"/>
          </a:xfrm>
          <a:prstGeom prst="ellipse">
            <a:avLst/>
          </a:prstGeom>
          <a:noFill/>
          <a:ln>
            <a:noFill/>
          </a:ln>
        </p:spPr>
      </p:sp>
      <p:sp>
        <p:nvSpPr>
          <p:cNvPr id="317" name="Google Shape;317;p25"/>
          <p:cNvSpPr/>
          <p:nvPr>
            <p:ph idx="27" type="pic"/>
          </p:nvPr>
        </p:nvSpPr>
        <p:spPr>
          <a:xfrm>
            <a:off x="3749275" y="4250600"/>
            <a:ext cx="418800" cy="418800"/>
          </a:xfrm>
          <a:prstGeom prst="ellipse">
            <a:avLst/>
          </a:prstGeom>
          <a:noFill/>
          <a:ln>
            <a:noFill/>
          </a:ln>
        </p:spPr>
      </p:sp>
      <p:sp>
        <p:nvSpPr>
          <p:cNvPr id="318" name="Google Shape;318;p25"/>
          <p:cNvSpPr/>
          <p:nvPr>
            <p:ph idx="28" type="pic"/>
          </p:nvPr>
        </p:nvSpPr>
        <p:spPr>
          <a:xfrm>
            <a:off x="4167850" y="4250600"/>
            <a:ext cx="418800" cy="418800"/>
          </a:xfrm>
          <a:prstGeom prst="ellipse">
            <a:avLst/>
          </a:prstGeom>
          <a:noFill/>
          <a:ln>
            <a:noFill/>
          </a:ln>
        </p:spPr>
      </p:sp>
      <p:sp>
        <p:nvSpPr>
          <p:cNvPr id="319" name="Google Shape;319;p25"/>
          <p:cNvSpPr txBox="1"/>
          <p:nvPr>
            <p:ph type="title"/>
          </p:nvPr>
        </p:nvSpPr>
        <p:spPr>
          <a:xfrm>
            <a:off x="469875" y="1570725"/>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20" name="Google Shape;320;p25"/>
          <p:cNvSpPr txBox="1"/>
          <p:nvPr>
            <p:ph idx="29" type="title"/>
          </p:nvPr>
        </p:nvSpPr>
        <p:spPr>
          <a:xfrm>
            <a:off x="469875" y="3406431"/>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21" name="Google Shape;321;p25"/>
          <p:cNvSpPr txBox="1"/>
          <p:nvPr>
            <p:ph idx="30" type="title"/>
          </p:nvPr>
        </p:nvSpPr>
        <p:spPr>
          <a:xfrm>
            <a:off x="3330700" y="3406431"/>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22" name="Google Shape;322;p25"/>
          <p:cNvSpPr txBox="1"/>
          <p:nvPr>
            <p:ph idx="31" type="title"/>
          </p:nvPr>
        </p:nvSpPr>
        <p:spPr>
          <a:xfrm>
            <a:off x="3330700" y="1570725"/>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23" name="Google Shape;323;p25"/>
          <p:cNvSpPr txBox="1"/>
          <p:nvPr>
            <p:ph idx="32"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324" name="Google Shape;324;p2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5" name="Google Shape;325;p25"/>
          <p:cNvSpPr txBox="1"/>
          <p:nvPr>
            <p:ph idx="3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6" name="Google Shape;326;p25"/>
          <p:cNvSpPr txBox="1"/>
          <p:nvPr>
            <p:ph idx="3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27" name="Google Shape;327;p2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1">
  <p:cSld name="CUSTOM_6">
    <p:spTree>
      <p:nvGrpSpPr>
        <p:cNvPr id="328" name="Shape 328"/>
        <p:cNvGrpSpPr/>
        <p:nvPr/>
      </p:nvGrpSpPr>
      <p:grpSpPr>
        <a:xfrm>
          <a:off x="0" y="0"/>
          <a:ext cx="0" cy="0"/>
          <a:chOff x="0" y="0"/>
          <a:chExt cx="0" cy="0"/>
        </a:xfrm>
      </p:grpSpPr>
      <p:pic>
        <p:nvPicPr>
          <p:cNvPr id="329" name="Google Shape;329;p26"/>
          <p:cNvPicPr preferRelativeResize="0"/>
          <p:nvPr/>
        </p:nvPicPr>
        <p:blipFill rotWithShape="1">
          <a:blip r:embed="rId2">
            <a:alphaModFix/>
          </a:blip>
          <a:srcRect b="39661" l="32511" r="27293" t="0"/>
          <a:stretch/>
        </p:blipFill>
        <p:spPr>
          <a:xfrm>
            <a:off x="1701300" y="1641428"/>
            <a:ext cx="653100" cy="653400"/>
          </a:xfrm>
          <a:prstGeom prst="ellipse">
            <a:avLst/>
          </a:prstGeom>
          <a:noFill/>
          <a:ln>
            <a:noFill/>
          </a:ln>
        </p:spPr>
      </p:pic>
      <p:sp>
        <p:nvSpPr>
          <p:cNvPr id="330" name="Google Shape;330;p26"/>
          <p:cNvSpPr/>
          <p:nvPr>
            <p:ph idx="2" type="pic"/>
          </p:nvPr>
        </p:nvSpPr>
        <p:spPr>
          <a:xfrm>
            <a:off x="1701300" y="1641575"/>
            <a:ext cx="653100" cy="653100"/>
          </a:xfrm>
          <a:prstGeom prst="ellipse">
            <a:avLst/>
          </a:prstGeom>
          <a:noFill/>
          <a:ln>
            <a:noFill/>
          </a:ln>
        </p:spPr>
      </p:sp>
      <p:sp>
        <p:nvSpPr>
          <p:cNvPr id="331" name="Google Shape;331;p26"/>
          <p:cNvSpPr txBox="1"/>
          <p:nvPr>
            <p:ph idx="1" type="subTitle"/>
          </p:nvPr>
        </p:nvSpPr>
        <p:spPr>
          <a:xfrm>
            <a:off x="42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32" name="Google Shape;332;p26"/>
          <p:cNvSpPr txBox="1"/>
          <p:nvPr>
            <p:ph idx="3" type="subTitle"/>
          </p:nvPr>
        </p:nvSpPr>
        <p:spPr>
          <a:xfrm>
            <a:off x="42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33" name="Google Shape;333;p26"/>
          <p:cNvPicPr preferRelativeResize="0"/>
          <p:nvPr/>
        </p:nvPicPr>
        <p:blipFill rotWithShape="1">
          <a:blip r:embed="rId2">
            <a:alphaModFix/>
          </a:blip>
          <a:srcRect b="39661" l="32511" r="27293" t="0"/>
          <a:stretch/>
        </p:blipFill>
        <p:spPr>
          <a:xfrm>
            <a:off x="4206300" y="1641428"/>
            <a:ext cx="653100" cy="653400"/>
          </a:xfrm>
          <a:prstGeom prst="ellipse">
            <a:avLst/>
          </a:prstGeom>
          <a:noFill/>
          <a:ln>
            <a:noFill/>
          </a:ln>
        </p:spPr>
      </p:pic>
      <p:sp>
        <p:nvSpPr>
          <p:cNvPr id="334" name="Google Shape;334;p26"/>
          <p:cNvSpPr/>
          <p:nvPr>
            <p:ph idx="4" type="pic"/>
          </p:nvPr>
        </p:nvSpPr>
        <p:spPr>
          <a:xfrm>
            <a:off x="4206300" y="1641575"/>
            <a:ext cx="653100" cy="653100"/>
          </a:xfrm>
          <a:prstGeom prst="ellipse">
            <a:avLst/>
          </a:prstGeom>
          <a:noFill/>
          <a:ln>
            <a:noFill/>
          </a:ln>
        </p:spPr>
      </p:sp>
      <p:sp>
        <p:nvSpPr>
          <p:cNvPr id="335" name="Google Shape;335;p26"/>
          <p:cNvSpPr txBox="1"/>
          <p:nvPr>
            <p:ph idx="5" type="subTitle"/>
          </p:nvPr>
        </p:nvSpPr>
        <p:spPr>
          <a:xfrm>
            <a:off x="2930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36" name="Google Shape;336;p26"/>
          <p:cNvSpPr txBox="1"/>
          <p:nvPr>
            <p:ph idx="6" type="subTitle"/>
          </p:nvPr>
        </p:nvSpPr>
        <p:spPr>
          <a:xfrm>
            <a:off x="2930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37" name="Google Shape;337;p26"/>
          <p:cNvPicPr preferRelativeResize="0"/>
          <p:nvPr/>
        </p:nvPicPr>
        <p:blipFill rotWithShape="1">
          <a:blip r:embed="rId2">
            <a:alphaModFix/>
          </a:blip>
          <a:srcRect b="39661" l="32511" r="27293" t="0"/>
          <a:stretch/>
        </p:blipFill>
        <p:spPr>
          <a:xfrm>
            <a:off x="6711300" y="1641428"/>
            <a:ext cx="653100" cy="653400"/>
          </a:xfrm>
          <a:prstGeom prst="ellipse">
            <a:avLst/>
          </a:prstGeom>
          <a:noFill/>
          <a:ln>
            <a:noFill/>
          </a:ln>
        </p:spPr>
      </p:pic>
      <p:sp>
        <p:nvSpPr>
          <p:cNvPr id="338" name="Google Shape;338;p26"/>
          <p:cNvSpPr/>
          <p:nvPr>
            <p:ph idx="7" type="pic"/>
          </p:nvPr>
        </p:nvSpPr>
        <p:spPr>
          <a:xfrm>
            <a:off x="6711300" y="1641575"/>
            <a:ext cx="653100" cy="653100"/>
          </a:xfrm>
          <a:prstGeom prst="ellipse">
            <a:avLst/>
          </a:prstGeom>
          <a:noFill/>
          <a:ln>
            <a:noFill/>
          </a:ln>
        </p:spPr>
      </p:sp>
      <p:sp>
        <p:nvSpPr>
          <p:cNvPr id="339" name="Google Shape;339;p26"/>
          <p:cNvSpPr txBox="1"/>
          <p:nvPr>
            <p:ph idx="8" type="subTitle"/>
          </p:nvPr>
        </p:nvSpPr>
        <p:spPr>
          <a:xfrm>
            <a:off x="543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40" name="Google Shape;340;p26"/>
          <p:cNvSpPr txBox="1"/>
          <p:nvPr>
            <p:ph idx="9" type="subTitle"/>
          </p:nvPr>
        </p:nvSpPr>
        <p:spPr>
          <a:xfrm>
            <a:off x="543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41" name="Google Shape;341;p26"/>
          <p:cNvPicPr preferRelativeResize="0"/>
          <p:nvPr/>
        </p:nvPicPr>
        <p:blipFill rotWithShape="1">
          <a:blip r:embed="rId2">
            <a:alphaModFix/>
          </a:blip>
          <a:srcRect b="39661" l="32511" r="27293" t="0"/>
          <a:stretch/>
        </p:blipFill>
        <p:spPr>
          <a:xfrm>
            <a:off x="1701300" y="2749328"/>
            <a:ext cx="653100" cy="653400"/>
          </a:xfrm>
          <a:prstGeom prst="ellipse">
            <a:avLst/>
          </a:prstGeom>
          <a:noFill/>
          <a:ln>
            <a:noFill/>
          </a:ln>
        </p:spPr>
      </p:pic>
      <p:sp>
        <p:nvSpPr>
          <p:cNvPr id="342" name="Google Shape;342;p26"/>
          <p:cNvSpPr/>
          <p:nvPr>
            <p:ph idx="13" type="pic"/>
          </p:nvPr>
        </p:nvSpPr>
        <p:spPr>
          <a:xfrm>
            <a:off x="1701300" y="2749475"/>
            <a:ext cx="653100" cy="653100"/>
          </a:xfrm>
          <a:prstGeom prst="ellipse">
            <a:avLst/>
          </a:prstGeom>
          <a:noFill/>
          <a:ln>
            <a:noFill/>
          </a:ln>
        </p:spPr>
      </p:sp>
      <p:sp>
        <p:nvSpPr>
          <p:cNvPr id="343" name="Google Shape;343;p26"/>
          <p:cNvSpPr txBox="1"/>
          <p:nvPr>
            <p:ph idx="14" type="subTitle"/>
          </p:nvPr>
        </p:nvSpPr>
        <p:spPr>
          <a:xfrm>
            <a:off x="42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44" name="Google Shape;344;p26"/>
          <p:cNvSpPr txBox="1"/>
          <p:nvPr>
            <p:ph idx="15" type="subTitle"/>
          </p:nvPr>
        </p:nvSpPr>
        <p:spPr>
          <a:xfrm>
            <a:off x="42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45" name="Google Shape;345;p26"/>
          <p:cNvPicPr preferRelativeResize="0"/>
          <p:nvPr/>
        </p:nvPicPr>
        <p:blipFill rotWithShape="1">
          <a:blip r:embed="rId2">
            <a:alphaModFix/>
          </a:blip>
          <a:srcRect b="39661" l="32511" r="27293" t="0"/>
          <a:stretch/>
        </p:blipFill>
        <p:spPr>
          <a:xfrm>
            <a:off x="4206300" y="2749328"/>
            <a:ext cx="653100" cy="653400"/>
          </a:xfrm>
          <a:prstGeom prst="ellipse">
            <a:avLst/>
          </a:prstGeom>
          <a:noFill/>
          <a:ln>
            <a:noFill/>
          </a:ln>
        </p:spPr>
      </p:pic>
      <p:sp>
        <p:nvSpPr>
          <p:cNvPr id="346" name="Google Shape;346;p26"/>
          <p:cNvSpPr/>
          <p:nvPr>
            <p:ph idx="16" type="pic"/>
          </p:nvPr>
        </p:nvSpPr>
        <p:spPr>
          <a:xfrm>
            <a:off x="4206300" y="2749475"/>
            <a:ext cx="653100" cy="653100"/>
          </a:xfrm>
          <a:prstGeom prst="ellipse">
            <a:avLst/>
          </a:prstGeom>
          <a:noFill/>
          <a:ln>
            <a:noFill/>
          </a:ln>
        </p:spPr>
      </p:sp>
      <p:sp>
        <p:nvSpPr>
          <p:cNvPr id="347" name="Google Shape;347;p26"/>
          <p:cNvSpPr txBox="1"/>
          <p:nvPr>
            <p:ph idx="17" type="subTitle"/>
          </p:nvPr>
        </p:nvSpPr>
        <p:spPr>
          <a:xfrm>
            <a:off x="2930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48" name="Google Shape;348;p26"/>
          <p:cNvSpPr txBox="1"/>
          <p:nvPr>
            <p:ph idx="18" type="subTitle"/>
          </p:nvPr>
        </p:nvSpPr>
        <p:spPr>
          <a:xfrm>
            <a:off x="2930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49" name="Google Shape;349;p26"/>
          <p:cNvPicPr preferRelativeResize="0"/>
          <p:nvPr/>
        </p:nvPicPr>
        <p:blipFill rotWithShape="1">
          <a:blip r:embed="rId2">
            <a:alphaModFix/>
          </a:blip>
          <a:srcRect b="39661" l="32511" r="27293" t="0"/>
          <a:stretch/>
        </p:blipFill>
        <p:spPr>
          <a:xfrm>
            <a:off x="6711300" y="2749328"/>
            <a:ext cx="653100" cy="653400"/>
          </a:xfrm>
          <a:prstGeom prst="ellipse">
            <a:avLst/>
          </a:prstGeom>
          <a:noFill/>
          <a:ln>
            <a:noFill/>
          </a:ln>
        </p:spPr>
      </p:pic>
      <p:sp>
        <p:nvSpPr>
          <p:cNvPr id="350" name="Google Shape;350;p26"/>
          <p:cNvSpPr/>
          <p:nvPr>
            <p:ph idx="19" type="pic"/>
          </p:nvPr>
        </p:nvSpPr>
        <p:spPr>
          <a:xfrm>
            <a:off x="6711300" y="2749475"/>
            <a:ext cx="653100" cy="653100"/>
          </a:xfrm>
          <a:prstGeom prst="ellipse">
            <a:avLst/>
          </a:prstGeom>
          <a:noFill/>
          <a:ln>
            <a:noFill/>
          </a:ln>
        </p:spPr>
      </p:sp>
      <p:sp>
        <p:nvSpPr>
          <p:cNvPr id="351" name="Google Shape;351;p26"/>
          <p:cNvSpPr txBox="1"/>
          <p:nvPr>
            <p:ph idx="20" type="subTitle"/>
          </p:nvPr>
        </p:nvSpPr>
        <p:spPr>
          <a:xfrm>
            <a:off x="543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52" name="Google Shape;352;p26"/>
          <p:cNvSpPr txBox="1"/>
          <p:nvPr>
            <p:ph idx="21" type="subTitle"/>
          </p:nvPr>
        </p:nvSpPr>
        <p:spPr>
          <a:xfrm>
            <a:off x="543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53" name="Google Shape;353;p26"/>
          <p:cNvPicPr preferRelativeResize="0"/>
          <p:nvPr/>
        </p:nvPicPr>
        <p:blipFill rotWithShape="1">
          <a:blip r:embed="rId2">
            <a:alphaModFix/>
          </a:blip>
          <a:srcRect b="39661" l="32511" r="27293" t="0"/>
          <a:stretch/>
        </p:blipFill>
        <p:spPr>
          <a:xfrm>
            <a:off x="1701300" y="3857228"/>
            <a:ext cx="653100" cy="653400"/>
          </a:xfrm>
          <a:prstGeom prst="ellipse">
            <a:avLst/>
          </a:prstGeom>
          <a:noFill/>
          <a:ln>
            <a:noFill/>
          </a:ln>
        </p:spPr>
      </p:pic>
      <p:sp>
        <p:nvSpPr>
          <p:cNvPr id="354" name="Google Shape;354;p26"/>
          <p:cNvSpPr/>
          <p:nvPr>
            <p:ph idx="22" type="pic"/>
          </p:nvPr>
        </p:nvSpPr>
        <p:spPr>
          <a:xfrm>
            <a:off x="1701300" y="3857375"/>
            <a:ext cx="653100" cy="653100"/>
          </a:xfrm>
          <a:prstGeom prst="ellipse">
            <a:avLst/>
          </a:prstGeom>
          <a:noFill/>
          <a:ln>
            <a:noFill/>
          </a:ln>
        </p:spPr>
      </p:sp>
      <p:sp>
        <p:nvSpPr>
          <p:cNvPr id="355" name="Google Shape;355;p26"/>
          <p:cNvSpPr txBox="1"/>
          <p:nvPr>
            <p:ph idx="23" type="subTitle"/>
          </p:nvPr>
        </p:nvSpPr>
        <p:spPr>
          <a:xfrm>
            <a:off x="425050"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56" name="Google Shape;356;p26"/>
          <p:cNvSpPr txBox="1"/>
          <p:nvPr>
            <p:ph idx="24" type="subTitle"/>
          </p:nvPr>
        </p:nvSpPr>
        <p:spPr>
          <a:xfrm>
            <a:off x="425050"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57" name="Google Shape;357;p26"/>
          <p:cNvPicPr preferRelativeResize="0"/>
          <p:nvPr/>
        </p:nvPicPr>
        <p:blipFill rotWithShape="1">
          <a:blip r:embed="rId2">
            <a:alphaModFix/>
          </a:blip>
          <a:srcRect b="39661" l="32511" r="27293" t="0"/>
          <a:stretch/>
        </p:blipFill>
        <p:spPr>
          <a:xfrm>
            <a:off x="4214044" y="3857228"/>
            <a:ext cx="653100" cy="653400"/>
          </a:xfrm>
          <a:prstGeom prst="ellipse">
            <a:avLst/>
          </a:prstGeom>
          <a:noFill/>
          <a:ln>
            <a:noFill/>
          </a:ln>
        </p:spPr>
      </p:pic>
      <p:sp>
        <p:nvSpPr>
          <p:cNvPr id="358" name="Google Shape;358;p26"/>
          <p:cNvSpPr/>
          <p:nvPr>
            <p:ph idx="25" type="pic"/>
          </p:nvPr>
        </p:nvSpPr>
        <p:spPr>
          <a:xfrm>
            <a:off x="4214044" y="3857375"/>
            <a:ext cx="653100" cy="653100"/>
          </a:xfrm>
          <a:prstGeom prst="ellipse">
            <a:avLst/>
          </a:prstGeom>
          <a:noFill/>
          <a:ln>
            <a:noFill/>
          </a:ln>
        </p:spPr>
      </p:sp>
      <p:sp>
        <p:nvSpPr>
          <p:cNvPr id="359" name="Google Shape;359;p26"/>
          <p:cNvSpPr txBox="1"/>
          <p:nvPr>
            <p:ph idx="26" type="subTitle"/>
          </p:nvPr>
        </p:nvSpPr>
        <p:spPr>
          <a:xfrm>
            <a:off x="2937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60" name="Google Shape;360;p26"/>
          <p:cNvSpPr txBox="1"/>
          <p:nvPr>
            <p:ph idx="27" type="subTitle"/>
          </p:nvPr>
        </p:nvSpPr>
        <p:spPr>
          <a:xfrm>
            <a:off x="2937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61" name="Google Shape;361;p26"/>
          <p:cNvPicPr preferRelativeResize="0"/>
          <p:nvPr/>
        </p:nvPicPr>
        <p:blipFill rotWithShape="1">
          <a:blip r:embed="rId2">
            <a:alphaModFix/>
          </a:blip>
          <a:srcRect b="39661" l="32511" r="27293" t="0"/>
          <a:stretch/>
        </p:blipFill>
        <p:spPr>
          <a:xfrm>
            <a:off x="6719044" y="3857228"/>
            <a:ext cx="653100" cy="653400"/>
          </a:xfrm>
          <a:prstGeom prst="ellipse">
            <a:avLst/>
          </a:prstGeom>
          <a:noFill/>
          <a:ln>
            <a:noFill/>
          </a:ln>
        </p:spPr>
      </p:pic>
      <p:sp>
        <p:nvSpPr>
          <p:cNvPr id="362" name="Google Shape;362;p26"/>
          <p:cNvSpPr/>
          <p:nvPr>
            <p:ph idx="28" type="pic"/>
          </p:nvPr>
        </p:nvSpPr>
        <p:spPr>
          <a:xfrm>
            <a:off x="6719044" y="3857375"/>
            <a:ext cx="653100" cy="653100"/>
          </a:xfrm>
          <a:prstGeom prst="ellipse">
            <a:avLst/>
          </a:prstGeom>
          <a:noFill/>
          <a:ln>
            <a:noFill/>
          </a:ln>
        </p:spPr>
      </p:sp>
      <p:sp>
        <p:nvSpPr>
          <p:cNvPr id="363" name="Google Shape;363;p26"/>
          <p:cNvSpPr txBox="1"/>
          <p:nvPr>
            <p:ph idx="29" type="subTitle"/>
          </p:nvPr>
        </p:nvSpPr>
        <p:spPr>
          <a:xfrm>
            <a:off x="5442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64" name="Google Shape;364;p26"/>
          <p:cNvSpPr txBox="1"/>
          <p:nvPr>
            <p:ph idx="30" type="subTitle"/>
          </p:nvPr>
        </p:nvSpPr>
        <p:spPr>
          <a:xfrm>
            <a:off x="5442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65" name="Google Shape;365;p2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66" name="Google Shape;366;p26"/>
          <p:cNvSpPr txBox="1"/>
          <p:nvPr>
            <p:ph idx="3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7" name="Google Shape;367;p26"/>
          <p:cNvSpPr txBox="1"/>
          <p:nvPr>
            <p:ph idx="3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26"/>
          <p:cNvSpPr txBox="1"/>
          <p:nvPr>
            <p:ph idx="3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69" name="Google Shape;369;p2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2">
  <p:cSld name="CUSTOM_6_1">
    <p:spTree>
      <p:nvGrpSpPr>
        <p:cNvPr id="370" name="Shape 370"/>
        <p:cNvGrpSpPr/>
        <p:nvPr/>
      </p:nvGrpSpPr>
      <p:grpSpPr>
        <a:xfrm>
          <a:off x="0" y="0"/>
          <a:ext cx="0" cy="0"/>
          <a:chOff x="0" y="0"/>
          <a:chExt cx="0" cy="0"/>
        </a:xfrm>
      </p:grpSpPr>
      <p:sp>
        <p:nvSpPr>
          <p:cNvPr id="371" name="Google Shape;371;p27"/>
          <p:cNvSpPr txBox="1"/>
          <p:nvPr>
            <p:ph idx="1" type="subTitle"/>
          </p:nvPr>
        </p:nvSpPr>
        <p:spPr>
          <a:xfrm>
            <a:off x="284700"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2" name="Google Shape;372;p27"/>
          <p:cNvSpPr txBox="1"/>
          <p:nvPr>
            <p:ph idx="2" type="subTitle"/>
          </p:nvPr>
        </p:nvSpPr>
        <p:spPr>
          <a:xfrm>
            <a:off x="3375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3" name="Google Shape;373;p27"/>
          <p:cNvSpPr txBox="1"/>
          <p:nvPr>
            <p:ph idx="3" type="subTitle"/>
          </p:nvPr>
        </p:nvSpPr>
        <p:spPr>
          <a:xfrm>
            <a:off x="6350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4" name="Google Shape;374;p27"/>
          <p:cNvSpPr/>
          <p:nvPr>
            <p:ph idx="4" type="pic"/>
          </p:nvPr>
        </p:nvSpPr>
        <p:spPr>
          <a:xfrm>
            <a:off x="1811447" y="1687497"/>
            <a:ext cx="653100" cy="653100"/>
          </a:xfrm>
          <a:prstGeom prst="ellipse">
            <a:avLst/>
          </a:prstGeom>
          <a:noFill/>
          <a:ln>
            <a:noFill/>
          </a:ln>
        </p:spPr>
      </p:sp>
      <p:sp>
        <p:nvSpPr>
          <p:cNvPr id="375" name="Google Shape;375;p27"/>
          <p:cNvSpPr txBox="1"/>
          <p:nvPr>
            <p:ph idx="5" type="subTitle"/>
          </p:nvPr>
        </p:nvSpPr>
        <p:spPr>
          <a:xfrm>
            <a:off x="535197"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6" name="Google Shape;376;p27"/>
          <p:cNvSpPr txBox="1"/>
          <p:nvPr>
            <p:ph idx="6" type="subTitle"/>
          </p:nvPr>
        </p:nvSpPr>
        <p:spPr>
          <a:xfrm>
            <a:off x="535197"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77" name="Google Shape;377;p27"/>
          <p:cNvSpPr/>
          <p:nvPr>
            <p:ph idx="7" type="pic"/>
          </p:nvPr>
        </p:nvSpPr>
        <p:spPr>
          <a:xfrm>
            <a:off x="1811447" y="2709697"/>
            <a:ext cx="653100" cy="653100"/>
          </a:xfrm>
          <a:prstGeom prst="ellipse">
            <a:avLst/>
          </a:prstGeom>
          <a:noFill/>
          <a:ln>
            <a:noFill/>
          </a:ln>
        </p:spPr>
      </p:sp>
      <p:sp>
        <p:nvSpPr>
          <p:cNvPr id="378" name="Google Shape;378;p27"/>
          <p:cNvSpPr txBox="1"/>
          <p:nvPr>
            <p:ph idx="8" type="subTitle"/>
          </p:nvPr>
        </p:nvSpPr>
        <p:spPr>
          <a:xfrm>
            <a:off x="535197"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9" name="Google Shape;379;p27"/>
          <p:cNvSpPr txBox="1"/>
          <p:nvPr>
            <p:ph idx="9" type="subTitle"/>
          </p:nvPr>
        </p:nvSpPr>
        <p:spPr>
          <a:xfrm>
            <a:off x="535197"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80" name="Google Shape;380;p27"/>
          <p:cNvSpPr/>
          <p:nvPr>
            <p:ph idx="13" type="pic"/>
          </p:nvPr>
        </p:nvSpPr>
        <p:spPr>
          <a:xfrm>
            <a:off x="1811447" y="3731897"/>
            <a:ext cx="653100" cy="653100"/>
          </a:xfrm>
          <a:prstGeom prst="ellipse">
            <a:avLst/>
          </a:prstGeom>
          <a:noFill/>
          <a:ln>
            <a:noFill/>
          </a:ln>
        </p:spPr>
      </p:sp>
      <p:sp>
        <p:nvSpPr>
          <p:cNvPr id="381" name="Google Shape;381;p27"/>
          <p:cNvSpPr txBox="1"/>
          <p:nvPr>
            <p:ph idx="14" type="subTitle"/>
          </p:nvPr>
        </p:nvSpPr>
        <p:spPr>
          <a:xfrm>
            <a:off x="535197"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82" name="Google Shape;382;p27"/>
          <p:cNvSpPr txBox="1"/>
          <p:nvPr>
            <p:ph idx="15" type="subTitle"/>
          </p:nvPr>
        </p:nvSpPr>
        <p:spPr>
          <a:xfrm>
            <a:off x="535197"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83" name="Google Shape;383;p27"/>
          <p:cNvSpPr/>
          <p:nvPr>
            <p:ph idx="16" type="pic"/>
          </p:nvPr>
        </p:nvSpPr>
        <p:spPr>
          <a:xfrm>
            <a:off x="4913135" y="1687497"/>
            <a:ext cx="653100" cy="653100"/>
          </a:xfrm>
          <a:prstGeom prst="ellipse">
            <a:avLst/>
          </a:prstGeom>
          <a:noFill/>
          <a:ln>
            <a:noFill/>
          </a:ln>
        </p:spPr>
      </p:sp>
      <p:sp>
        <p:nvSpPr>
          <p:cNvPr id="384" name="Google Shape;384;p27"/>
          <p:cNvSpPr txBox="1"/>
          <p:nvPr>
            <p:ph idx="17" type="subTitle"/>
          </p:nvPr>
        </p:nvSpPr>
        <p:spPr>
          <a:xfrm>
            <a:off x="3636885"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5" name="Google Shape;385;p27"/>
          <p:cNvSpPr txBox="1"/>
          <p:nvPr>
            <p:ph idx="18" type="subTitle"/>
          </p:nvPr>
        </p:nvSpPr>
        <p:spPr>
          <a:xfrm>
            <a:off x="3636885"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86" name="Google Shape;386;p27"/>
          <p:cNvSpPr/>
          <p:nvPr>
            <p:ph idx="19" type="pic"/>
          </p:nvPr>
        </p:nvSpPr>
        <p:spPr>
          <a:xfrm>
            <a:off x="4913135" y="2709697"/>
            <a:ext cx="653100" cy="653100"/>
          </a:xfrm>
          <a:prstGeom prst="ellipse">
            <a:avLst/>
          </a:prstGeom>
          <a:noFill/>
          <a:ln>
            <a:noFill/>
          </a:ln>
        </p:spPr>
      </p:sp>
      <p:sp>
        <p:nvSpPr>
          <p:cNvPr id="387" name="Google Shape;387;p27"/>
          <p:cNvSpPr txBox="1"/>
          <p:nvPr>
            <p:ph idx="20" type="subTitle"/>
          </p:nvPr>
        </p:nvSpPr>
        <p:spPr>
          <a:xfrm>
            <a:off x="3636885"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8" name="Google Shape;388;p27"/>
          <p:cNvSpPr txBox="1"/>
          <p:nvPr>
            <p:ph idx="21" type="subTitle"/>
          </p:nvPr>
        </p:nvSpPr>
        <p:spPr>
          <a:xfrm>
            <a:off x="3636885"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89" name="Google Shape;389;p27"/>
          <p:cNvSpPr/>
          <p:nvPr>
            <p:ph idx="22" type="pic"/>
          </p:nvPr>
        </p:nvSpPr>
        <p:spPr>
          <a:xfrm>
            <a:off x="4913135" y="3731897"/>
            <a:ext cx="653100" cy="653100"/>
          </a:xfrm>
          <a:prstGeom prst="ellipse">
            <a:avLst/>
          </a:prstGeom>
          <a:noFill/>
          <a:ln>
            <a:noFill/>
          </a:ln>
        </p:spPr>
      </p:sp>
      <p:sp>
        <p:nvSpPr>
          <p:cNvPr id="390" name="Google Shape;390;p27"/>
          <p:cNvSpPr txBox="1"/>
          <p:nvPr>
            <p:ph idx="23" type="subTitle"/>
          </p:nvPr>
        </p:nvSpPr>
        <p:spPr>
          <a:xfrm>
            <a:off x="3636885"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91" name="Google Shape;391;p27"/>
          <p:cNvSpPr txBox="1"/>
          <p:nvPr>
            <p:ph idx="24" type="subTitle"/>
          </p:nvPr>
        </p:nvSpPr>
        <p:spPr>
          <a:xfrm>
            <a:off x="3636885"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92" name="Google Shape;392;p27"/>
          <p:cNvSpPr/>
          <p:nvPr>
            <p:ph idx="25" type="pic"/>
          </p:nvPr>
        </p:nvSpPr>
        <p:spPr>
          <a:xfrm>
            <a:off x="7877122" y="1687497"/>
            <a:ext cx="653100" cy="653100"/>
          </a:xfrm>
          <a:prstGeom prst="ellipse">
            <a:avLst/>
          </a:prstGeom>
          <a:noFill/>
          <a:ln>
            <a:noFill/>
          </a:ln>
        </p:spPr>
      </p:sp>
      <p:sp>
        <p:nvSpPr>
          <p:cNvPr id="393" name="Google Shape;393;p27"/>
          <p:cNvSpPr txBox="1"/>
          <p:nvPr>
            <p:ph idx="26" type="subTitle"/>
          </p:nvPr>
        </p:nvSpPr>
        <p:spPr>
          <a:xfrm>
            <a:off x="6600872"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4" name="Google Shape;394;p27"/>
          <p:cNvSpPr txBox="1"/>
          <p:nvPr>
            <p:ph idx="27" type="subTitle"/>
          </p:nvPr>
        </p:nvSpPr>
        <p:spPr>
          <a:xfrm>
            <a:off x="6600872"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95" name="Google Shape;395;p27"/>
          <p:cNvSpPr/>
          <p:nvPr>
            <p:ph idx="28" type="pic"/>
          </p:nvPr>
        </p:nvSpPr>
        <p:spPr>
          <a:xfrm>
            <a:off x="7877122" y="2709697"/>
            <a:ext cx="653100" cy="653100"/>
          </a:xfrm>
          <a:prstGeom prst="ellipse">
            <a:avLst/>
          </a:prstGeom>
          <a:noFill/>
          <a:ln>
            <a:noFill/>
          </a:ln>
        </p:spPr>
      </p:sp>
      <p:sp>
        <p:nvSpPr>
          <p:cNvPr id="396" name="Google Shape;396;p27"/>
          <p:cNvSpPr txBox="1"/>
          <p:nvPr>
            <p:ph idx="29" type="subTitle"/>
          </p:nvPr>
        </p:nvSpPr>
        <p:spPr>
          <a:xfrm>
            <a:off x="6600872"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7" name="Google Shape;397;p27"/>
          <p:cNvSpPr txBox="1"/>
          <p:nvPr>
            <p:ph idx="30" type="subTitle"/>
          </p:nvPr>
        </p:nvSpPr>
        <p:spPr>
          <a:xfrm>
            <a:off x="6600872"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98" name="Google Shape;398;p27"/>
          <p:cNvSpPr/>
          <p:nvPr>
            <p:ph idx="31" type="pic"/>
          </p:nvPr>
        </p:nvSpPr>
        <p:spPr>
          <a:xfrm>
            <a:off x="7877122" y="3731897"/>
            <a:ext cx="653100" cy="653100"/>
          </a:xfrm>
          <a:prstGeom prst="ellipse">
            <a:avLst/>
          </a:prstGeom>
          <a:noFill/>
          <a:ln>
            <a:noFill/>
          </a:ln>
        </p:spPr>
      </p:sp>
      <p:sp>
        <p:nvSpPr>
          <p:cNvPr id="399" name="Google Shape;399;p27"/>
          <p:cNvSpPr txBox="1"/>
          <p:nvPr>
            <p:ph idx="32" type="subTitle"/>
          </p:nvPr>
        </p:nvSpPr>
        <p:spPr>
          <a:xfrm>
            <a:off x="6600872"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00" name="Google Shape;400;p27"/>
          <p:cNvSpPr txBox="1"/>
          <p:nvPr>
            <p:ph idx="33" type="subTitle"/>
          </p:nvPr>
        </p:nvSpPr>
        <p:spPr>
          <a:xfrm>
            <a:off x="6600872"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01" name="Google Shape;401;p27"/>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02" name="Google Shape;402;p27"/>
          <p:cNvSpPr txBox="1"/>
          <p:nvPr>
            <p:ph idx="3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3" name="Google Shape;403;p27"/>
          <p:cNvSpPr txBox="1"/>
          <p:nvPr>
            <p:ph idx="3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4" name="Google Shape;404;p27"/>
          <p:cNvSpPr txBox="1"/>
          <p:nvPr>
            <p:ph idx="3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05" name="Google Shape;405;p2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only">
  <p:cSld name="TITLE_1_1_4_2">
    <p:spTree>
      <p:nvGrpSpPr>
        <p:cNvPr id="406" name="Shape 406"/>
        <p:cNvGrpSpPr/>
        <p:nvPr/>
      </p:nvGrpSpPr>
      <p:grpSpPr>
        <a:xfrm>
          <a:off x="0" y="0"/>
          <a:ext cx="0" cy="0"/>
          <a:chOff x="0" y="0"/>
          <a:chExt cx="0" cy="0"/>
        </a:xfrm>
      </p:grpSpPr>
      <p:sp>
        <p:nvSpPr>
          <p:cNvPr id="407" name="Google Shape;407;p28"/>
          <p:cNvSpPr txBox="1"/>
          <p:nvPr>
            <p:ph type="title"/>
          </p:nvPr>
        </p:nvSpPr>
        <p:spPr>
          <a:xfrm>
            <a:off x="283475" y="300013"/>
            <a:ext cx="4382400" cy="4338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408" name="Google Shape;408;p2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9" name="Google Shape;409;p28"/>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10" name="Google Shape;410;p28"/>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11" name="Google Shape;411;p2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objectives">
  <p:cSld name="TITLE_1_1_4_1">
    <p:spTree>
      <p:nvGrpSpPr>
        <p:cNvPr id="412" name="Shape 412"/>
        <p:cNvGrpSpPr/>
        <p:nvPr/>
      </p:nvGrpSpPr>
      <p:grpSpPr>
        <a:xfrm>
          <a:off x="0" y="0"/>
          <a:ext cx="0" cy="0"/>
          <a:chOff x="0" y="0"/>
          <a:chExt cx="0" cy="0"/>
        </a:xfrm>
      </p:grpSpPr>
      <p:sp>
        <p:nvSpPr>
          <p:cNvPr id="413" name="Google Shape;413;p29"/>
          <p:cNvSpPr txBox="1"/>
          <p:nvPr>
            <p:ph idx="1" type="subTitle"/>
          </p:nvPr>
        </p:nvSpPr>
        <p:spPr>
          <a:xfrm>
            <a:off x="284700"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4" name="Google Shape;414;p29"/>
          <p:cNvSpPr txBox="1"/>
          <p:nvPr>
            <p:ph idx="2" type="subTitle"/>
          </p:nvPr>
        </p:nvSpPr>
        <p:spPr>
          <a:xfrm>
            <a:off x="284700"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5" name="Google Shape;415;p29"/>
          <p:cNvSpPr txBox="1"/>
          <p:nvPr>
            <p:ph idx="3" type="subTitle"/>
          </p:nvPr>
        </p:nvSpPr>
        <p:spPr>
          <a:xfrm>
            <a:off x="2709924"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6" name="Google Shape;416;p29"/>
          <p:cNvSpPr txBox="1"/>
          <p:nvPr>
            <p:ph idx="4" type="subTitle"/>
          </p:nvPr>
        </p:nvSpPr>
        <p:spPr>
          <a:xfrm>
            <a:off x="2709924"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7" name="Google Shape;417;p29"/>
          <p:cNvSpPr txBox="1"/>
          <p:nvPr>
            <p:ph idx="5" type="subTitle"/>
          </p:nvPr>
        </p:nvSpPr>
        <p:spPr>
          <a:xfrm>
            <a:off x="5135149"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8" name="Google Shape;418;p29"/>
          <p:cNvSpPr txBox="1"/>
          <p:nvPr>
            <p:ph idx="6" type="subTitle"/>
          </p:nvPr>
        </p:nvSpPr>
        <p:spPr>
          <a:xfrm>
            <a:off x="5135149"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9" name="Google Shape;419;p29"/>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20" name="Google Shape;420;p29"/>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21" name="Google Shape;421;p29"/>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22" name="Google Shape;422;p29"/>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23" name="Google Shape;423;p2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learnings">
  <p:cSld name="CUSTOM">
    <p:spTree>
      <p:nvGrpSpPr>
        <p:cNvPr id="424" name="Shape 424"/>
        <p:cNvGrpSpPr/>
        <p:nvPr/>
      </p:nvGrpSpPr>
      <p:grpSpPr>
        <a:xfrm>
          <a:off x="0" y="0"/>
          <a:ext cx="0" cy="0"/>
          <a:chOff x="0" y="0"/>
          <a:chExt cx="0" cy="0"/>
        </a:xfrm>
      </p:grpSpPr>
      <p:sp>
        <p:nvSpPr>
          <p:cNvPr id="425" name="Google Shape;425;p30"/>
          <p:cNvSpPr/>
          <p:nvPr/>
        </p:nvSpPr>
        <p:spPr>
          <a:xfrm flipH="1" rot="5400000">
            <a:off x="5052850" y="1254650"/>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6" name="Google Shape;426;p30"/>
          <p:cNvSpPr/>
          <p:nvPr/>
        </p:nvSpPr>
        <p:spPr>
          <a:xfrm flipH="1">
            <a:off x="25" y="2692075"/>
            <a:ext cx="1709400" cy="16257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7" name="Google Shape;427;p30"/>
          <p:cNvSpPr/>
          <p:nvPr/>
        </p:nvSpPr>
        <p:spPr>
          <a:xfrm flipH="1" rot="5400000">
            <a:off x="851875" y="3504787"/>
            <a:ext cx="1625700" cy="16203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8" name="Google Shape;428;p30"/>
          <p:cNvSpPr/>
          <p:nvPr/>
        </p:nvSpPr>
        <p:spPr>
          <a:xfrm flipH="1" rot="-5400000">
            <a:off x="-125" y="3483026"/>
            <a:ext cx="1665300" cy="16653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9" name="Google Shape;429;p30"/>
          <p:cNvSpPr/>
          <p:nvPr/>
        </p:nvSpPr>
        <p:spPr>
          <a:xfrm flipH="1" rot="5400000">
            <a:off x="5052850" y="2554039"/>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30" name="Google Shape;430;p30"/>
          <p:cNvSpPr/>
          <p:nvPr/>
        </p:nvSpPr>
        <p:spPr>
          <a:xfrm flipH="1" rot="5400000">
            <a:off x="5052850" y="3858733"/>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31" name="Google Shape;431;p30"/>
          <p:cNvSpPr txBox="1"/>
          <p:nvPr>
            <p:ph type="title"/>
          </p:nvPr>
        </p:nvSpPr>
        <p:spPr>
          <a:xfrm>
            <a:off x="283475" y="1790498"/>
            <a:ext cx="3162600" cy="9051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432" name="Google Shape;432;p30"/>
          <p:cNvSpPr txBox="1"/>
          <p:nvPr>
            <p:ph idx="1" type="subTitle"/>
          </p:nvPr>
        </p:nvSpPr>
        <p:spPr>
          <a:xfrm>
            <a:off x="5052850" y="703626"/>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3" name="Google Shape;433;p30"/>
          <p:cNvSpPr txBox="1"/>
          <p:nvPr>
            <p:ph idx="2" type="subTitle"/>
          </p:nvPr>
        </p:nvSpPr>
        <p:spPr>
          <a:xfrm>
            <a:off x="5052850" y="1447600"/>
            <a:ext cx="2403600" cy="547200"/>
          </a:xfrm>
          <a:prstGeom prst="rect">
            <a:avLst/>
          </a:prstGeom>
        </p:spPr>
        <p:txBody>
          <a:bodyPr anchorCtr="0" anchor="t" bIns="91425" lIns="0" spcFirstLastPara="1" rIns="91425" wrap="square" tIns="91425">
            <a:no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4" name="Google Shape;434;p30"/>
          <p:cNvSpPr txBox="1"/>
          <p:nvPr>
            <p:ph idx="3" type="subTitle"/>
          </p:nvPr>
        </p:nvSpPr>
        <p:spPr>
          <a:xfrm>
            <a:off x="5052850" y="2006687"/>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5" name="Google Shape;435;p30"/>
          <p:cNvSpPr txBox="1"/>
          <p:nvPr>
            <p:ph idx="4" type="subTitle"/>
          </p:nvPr>
        </p:nvSpPr>
        <p:spPr>
          <a:xfrm>
            <a:off x="5052850" y="2750664"/>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6" name="Google Shape;436;p30"/>
          <p:cNvSpPr txBox="1"/>
          <p:nvPr>
            <p:ph idx="5" type="subTitle"/>
          </p:nvPr>
        </p:nvSpPr>
        <p:spPr>
          <a:xfrm>
            <a:off x="5052850" y="3310695"/>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7" name="Google Shape;437;p30"/>
          <p:cNvSpPr txBox="1"/>
          <p:nvPr>
            <p:ph idx="6" type="subTitle"/>
          </p:nvPr>
        </p:nvSpPr>
        <p:spPr>
          <a:xfrm>
            <a:off x="5052850" y="4054675"/>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8" name="Google Shape;438;p30"/>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39" name="Google Shape;439;p30"/>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40" name="Google Shape;440;p30"/>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41" name="Google Shape;441;p3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2">
    <p:spTree>
      <p:nvGrpSpPr>
        <p:cNvPr id="442" name="Shape 442"/>
        <p:cNvGrpSpPr/>
        <p:nvPr/>
      </p:nvGrpSpPr>
      <p:grpSpPr>
        <a:xfrm>
          <a:off x="0" y="0"/>
          <a:ext cx="0" cy="0"/>
          <a:chOff x="0" y="0"/>
          <a:chExt cx="0" cy="0"/>
        </a:xfrm>
      </p:grpSpPr>
      <p:sp>
        <p:nvSpPr>
          <p:cNvPr id="443" name="Google Shape;443;p31"/>
          <p:cNvSpPr txBox="1"/>
          <p:nvPr>
            <p:ph type="title"/>
          </p:nvPr>
        </p:nvSpPr>
        <p:spPr>
          <a:xfrm>
            <a:off x="4665825" y="1253625"/>
            <a:ext cx="4193400" cy="3069600"/>
          </a:xfrm>
          <a:prstGeom prst="rect">
            <a:avLst/>
          </a:prstGeom>
        </p:spPr>
        <p:txBody>
          <a:bodyPr anchorCtr="0" anchor="t" bIns="0" lIns="0" spcFirstLastPara="1" rIns="91425" wrap="square" tIns="0">
            <a:spAutoFit/>
          </a:bodyPr>
          <a:lstStyle>
            <a:lvl1pPr lvl="0">
              <a:lnSpc>
                <a:spcPct val="90000"/>
              </a:lnSpc>
              <a:spcBef>
                <a:spcPts val="0"/>
              </a:spcBef>
              <a:spcAft>
                <a:spcPts val="0"/>
              </a:spcAft>
              <a:buClr>
                <a:schemeClr val="lt1"/>
              </a:buClr>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44" name="Google Shape;444;p31"/>
          <p:cNvSpPr txBox="1"/>
          <p:nvPr>
            <p:ph idx="1" type="body"/>
          </p:nvPr>
        </p:nvSpPr>
        <p:spPr>
          <a:xfrm>
            <a:off x="2534564"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5" name="Google Shape;445;p31"/>
          <p:cNvSpPr txBox="1"/>
          <p:nvPr>
            <p:ph idx="2" type="body"/>
          </p:nvPr>
        </p:nvSpPr>
        <p:spPr>
          <a:xfrm>
            <a:off x="283925"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6" name="Google Shape;446;p31"/>
          <p:cNvSpPr txBox="1"/>
          <p:nvPr>
            <p:ph idx="3" type="body"/>
          </p:nvPr>
        </p:nvSpPr>
        <p:spPr>
          <a:xfrm>
            <a:off x="4785202"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7" name="Google Shape;447;p31"/>
          <p:cNvSpPr txBox="1"/>
          <p:nvPr>
            <p:ph idx="4" type="body"/>
          </p:nvPr>
        </p:nvSpPr>
        <p:spPr>
          <a:xfrm>
            <a:off x="7035841"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8" name="Google Shape;448;p31"/>
          <p:cNvSpPr txBox="1"/>
          <p:nvPr>
            <p:ph idx="5" type="body"/>
          </p:nvPr>
        </p:nvSpPr>
        <p:spPr>
          <a:xfrm>
            <a:off x="283925"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49" name="Google Shape;449;p31"/>
          <p:cNvSpPr txBox="1"/>
          <p:nvPr>
            <p:ph idx="6" type="body"/>
          </p:nvPr>
        </p:nvSpPr>
        <p:spPr>
          <a:xfrm>
            <a:off x="2534564"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0" name="Google Shape;450;p31"/>
          <p:cNvSpPr txBox="1"/>
          <p:nvPr>
            <p:ph idx="7" type="body"/>
          </p:nvPr>
        </p:nvSpPr>
        <p:spPr>
          <a:xfrm>
            <a:off x="4785202"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1" name="Google Shape;451;p31"/>
          <p:cNvSpPr txBox="1"/>
          <p:nvPr>
            <p:ph idx="8" type="body"/>
          </p:nvPr>
        </p:nvSpPr>
        <p:spPr>
          <a:xfrm>
            <a:off x="7035841"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2" name="Google Shape;452;p31"/>
          <p:cNvSpPr/>
          <p:nvPr/>
        </p:nvSpPr>
        <p:spPr>
          <a:xfrm flipH="1" rot="10800000">
            <a:off x="-10739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3" name="Google Shape;453;p31"/>
          <p:cNvSpPr/>
          <p:nvPr/>
        </p:nvSpPr>
        <p:spPr>
          <a:xfrm flipH="1" rot="10800000">
            <a:off x="-34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4" name="Google Shape;454;p31"/>
          <p:cNvSpPr/>
          <p:nvPr/>
        </p:nvSpPr>
        <p:spPr>
          <a:xfrm flipH="1" rot="10800000">
            <a:off x="10723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5" name="Google Shape;455;p31"/>
          <p:cNvSpPr/>
          <p:nvPr/>
        </p:nvSpPr>
        <p:spPr>
          <a:xfrm flipH="1" rot="10800000">
            <a:off x="2149393" y="773300"/>
            <a:ext cx="2146200" cy="21462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6" name="Google Shape;456;p31"/>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7" name="Google Shape;457;p31"/>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8" name="Google Shape;458;p31"/>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59" name="Google Shape;459;p3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 &amp; QA">
  <p:cSld name="CUSTOM_3">
    <p:spTree>
      <p:nvGrpSpPr>
        <p:cNvPr id="460" name="Shape 460"/>
        <p:cNvGrpSpPr/>
        <p:nvPr/>
      </p:nvGrpSpPr>
      <p:grpSpPr>
        <a:xfrm>
          <a:off x="0" y="0"/>
          <a:ext cx="0" cy="0"/>
          <a:chOff x="0" y="0"/>
          <a:chExt cx="0" cy="0"/>
        </a:xfrm>
      </p:grpSpPr>
      <p:sp>
        <p:nvSpPr>
          <p:cNvPr id="461" name="Google Shape;461;p32"/>
          <p:cNvSpPr/>
          <p:nvPr/>
        </p:nvSpPr>
        <p:spPr>
          <a:xfrm rot="-5400000">
            <a:off x="3889697" y="1638900"/>
            <a:ext cx="3510600" cy="3498600"/>
          </a:xfrm>
          <a:prstGeom prst="pie">
            <a:avLst>
              <a:gd fmla="val 0" name="adj1"/>
              <a:gd fmla="val 1080318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2" name="Google Shape;462;p32"/>
          <p:cNvSpPr txBox="1"/>
          <p:nvPr>
            <p:ph idx="1" type="subTitle"/>
          </p:nvPr>
        </p:nvSpPr>
        <p:spPr>
          <a:xfrm>
            <a:off x="284700" y="3566350"/>
            <a:ext cx="4557300" cy="1227300"/>
          </a:xfrm>
          <a:prstGeom prst="rect">
            <a:avLst/>
          </a:prstGeom>
        </p:spPr>
        <p:txBody>
          <a:bodyPr anchorCtr="0" anchor="t" bIns="91425" lIns="0" spcFirstLastPara="1" rIns="91425" wrap="square" tIns="91425">
            <a:normAutofit/>
          </a:bodyPr>
          <a:lstStyle>
            <a:lvl1pPr lvl="0">
              <a:lnSpc>
                <a:spcPct val="115000"/>
              </a:lnSpc>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463" name="Google Shape;463;p32"/>
          <p:cNvSpPr/>
          <p:nvPr/>
        </p:nvSpPr>
        <p:spPr>
          <a:xfrm>
            <a:off x="3890550" y="-1634700"/>
            <a:ext cx="3509100" cy="3267600"/>
          </a:xfrm>
          <a:prstGeom prst="pie">
            <a:avLst>
              <a:gd fmla="val 0" name="adj1"/>
              <a:gd fmla="val 5401683"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4" name="Google Shape;464;p32"/>
          <p:cNvSpPr/>
          <p:nvPr/>
        </p:nvSpPr>
        <p:spPr>
          <a:xfrm rot="-5400000">
            <a:off x="3889697" y="1638900"/>
            <a:ext cx="3510600" cy="3498600"/>
          </a:xfrm>
          <a:prstGeom prst="pie">
            <a:avLst>
              <a:gd fmla="val 5409954" name="adj1"/>
              <a:gd fmla="val 1080318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5" name="Google Shape;465;p32"/>
          <p:cNvSpPr/>
          <p:nvPr/>
        </p:nvSpPr>
        <p:spPr>
          <a:xfrm rot="-5400000">
            <a:off x="5639256" y="1638900"/>
            <a:ext cx="3510600" cy="3498600"/>
          </a:xfrm>
          <a:prstGeom prst="pie">
            <a:avLst>
              <a:gd fmla="val 0" name="adj1"/>
              <a:gd fmla="val 1080318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6" name="Google Shape;466;p32"/>
          <p:cNvSpPr/>
          <p:nvPr/>
        </p:nvSpPr>
        <p:spPr>
          <a:xfrm>
            <a:off x="5640000" y="-1634700"/>
            <a:ext cx="3509100" cy="3267600"/>
          </a:xfrm>
          <a:prstGeom prst="pie">
            <a:avLst>
              <a:gd fmla="val 0" name="adj1"/>
              <a:gd fmla="val 540036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7" name="Google Shape;467;p32"/>
          <p:cNvSpPr txBox="1"/>
          <p:nvPr>
            <p:ph type="title"/>
          </p:nvPr>
        </p:nvSpPr>
        <p:spPr>
          <a:xfrm>
            <a:off x="284700" y="229302"/>
            <a:ext cx="4287300" cy="30696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468" name="Google Shape;468;p3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69" name="Shape 469"/>
        <p:cNvGrpSpPr/>
        <p:nvPr/>
      </p:nvGrpSpPr>
      <p:grpSpPr>
        <a:xfrm>
          <a:off x="0" y="0"/>
          <a:ext cx="0" cy="0"/>
          <a:chOff x="0" y="0"/>
          <a:chExt cx="0" cy="0"/>
        </a:xfrm>
      </p:grpSpPr>
      <p:sp>
        <p:nvSpPr>
          <p:cNvPr id="470" name="Google Shape;470;p33"/>
          <p:cNvSpPr txBox="1"/>
          <p:nvPr>
            <p:ph type="ctrTitle"/>
          </p:nvPr>
        </p:nvSpPr>
        <p:spPr>
          <a:xfrm>
            <a:off x="311708" y="744575"/>
            <a:ext cx="8520600" cy="2052600"/>
          </a:xfrm>
          <a:prstGeom prst="rect">
            <a:avLst/>
          </a:prstGeom>
        </p:spPr>
        <p:txBody>
          <a:bodyPr anchorCtr="0" anchor="b" bIns="0" lIns="0" spcFirstLastPara="1" rIns="91425"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71" name="Google Shape;471;p33"/>
          <p:cNvSpPr txBox="1"/>
          <p:nvPr>
            <p:ph idx="1" type="subTitle"/>
          </p:nvPr>
        </p:nvSpPr>
        <p:spPr>
          <a:xfrm>
            <a:off x="311700" y="2834125"/>
            <a:ext cx="8520600" cy="79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72" name="Shape 472"/>
        <p:cNvGrpSpPr/>
        <p:nvPr/>
      </p:nvGrpSpPr>
      <p:grpSpPr>
        <a:xfrm>
          <a:off x="0" y="0"/>
          <a:ext cx="0" cy="0"/>
          <a:chOff x="0" y="0"/>
          <a:chExt cx="0" cy="0"/>
        </a:xfrm>
      </p:grpSpPr>
      <p:sp>
        <p:nvSpPr>
          <p:cNvPr id="473" name="Google Shape;473;p34"/>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74" name="Shape 474"/>
        <p:cNvGrpSpPr/>
        <p:nvPr/>
      </p:nvGrpSpPr>
      <p:grpSpPr>
        <a:xfrm>
          <a:off x="0" y="0"/>
          <a:ext cx="0" cy="0"/>
          <a:chOff x="0" y="0"/>
          <a:chExt cx="0" cy="0"/>
        </a:xfrm>
      </p:grpSpPr>
      <p:sp>
        <p:nvSpPr>
          <p:cNvPr id="475" name="Google Shape;475;p3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6" name="Google Shape;476;p35"/>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77" name="Shape 477"/>
        <p:cNvGrpSpPr/>
        <p:nvPr/>
      </p:nvGrpSpPr>
      <p:grpSpPr>
        <a:xfrm>
          <a:off x="0" y="0"/>
          <a:ext cx="0" cy="0"/>
          <a:chOff x="0" y="0"/>
          <a:chExt cx="0" cy="0"/>
        </a:xfrm>
      </p:grpSpPr>
      <p:sp>
        <p:nvSpPr>
          <p:cNvPr id="478" name="Google Shape;478;p36"/>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9" name="Google Shape;479;p36"/>
          <p:cNvSpPr txBox="1"/>
          <p:nvPr>
            <p:ph idx="1" type="body"/>
          </p:nvPr>
        </p:nvSpPr>
        <p:spPr>
          <a:xfrm>
            <a:off x="3117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80" name="Google Shape;480;p36"/>
          <p:cNvSpPr txBox="1"/>
          <p:nvPr>
            <p:ph idx="2" type="body"/>
          </p:nvPr>
        </p:nvSpPr>
        <p:spPr>
          <a:xfrm>
            <a:off x="48324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81" name="Shape 481"/>
        <p:cNvGrpSpPr/>
        <p:nvPr/>
      </p:nvGrpSpPr>
      <p:grpSpPr>
        <a:xfrm>
          <a:off x="0" y="0"/>
          <a:ext cx="0" cy="0"/>
          <a:chOff x="0" y="0"/>
          <a:chExt cx="0" cy="0"/>
        </a:xfrm>
      </p:grpSpPr>
      <p:sp>
        <p:nvSpPr>
          <p:cNvPr id="482" name="Google Shape;482;p3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83" name="Shape 483"/>
        <p:cNvGrpSpPr/>
        <p:nvPr/>
      </p:nvGrpSpPr>
      <p:grpSpPr>
        <a:xfrm>
          <a:off x="0" y="0"/>
          <a:ext cx="0" cy="0"/>
          <a:chOff x="0" y="0"/>
          <a:chExt cx="0" cy="0"/>
        </a:xfrm>
      </p:grpSpPr>
      <p:sp>
        <p:nvSpPr>
          <p:cNvPr id="484" name="Google Shape;484;p38"/>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5" name="Google Shape;485;p38"/>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86" name="Shape 486"/>
        <p:cNvGrpSpPr/>
        <p:nvPr/>
      </p:nvGrpSpPr>
      <p:grpSpPr>
        <a:xfrm>
          <a:off x="0" y="0"/>
          <a:ext cx="0" cy="0"/>
          <a:chOff x="0" y="0"/>
          <a:chExt cx="0" cy="0"/>
        </a:xfrm>
      </p:grpSpPr>
      <p:sp>
        <p:nvSpPr>
          <p:cNvPr id="487" name="Google Shape;487;p39"/>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88" name="Shape 488"/>
        <p:cNvGrpSpPr/>
        <p:nvPr/>
      </p:nvGrpSpPr>
      <p:grpSpPr>
        <a:xfrm>
          <a:off x="0" y="0"/>
          <a:ext cx="0" cy="0"/>
          <a:chOff x="0" y="0"/>
          <a:chExt cx="0" cy="0"/>
        </a:xfrm>
      </p:grpSpPr>
      <p:sp>
        <p:nvSpPr>
          <p:cNvPr id="489" name="Google Shape;489;p40"/>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0" name="Google Shape;490;p40"/>
          <p:cNvSpPr txBox="1"/>
          <p:nvPr>
            <p:ph idx="1" type="subTitle"/>
          </p:nvPr>
        </p:nvSpPr>
        <p:spPr>
          <a:xfrm>
            <a:off x="265500" y="2803075"/>
            <a:ext cx="4045200" cy="1235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91" name="Google Shape;491;p40"/>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92" name="Shape 492"/>
        <p:cNvGrpSpPr/>
        <p:nvPr/>
      </p:nvGrpSpPr>
      <p:grpSpPr>
        <a:xfrm>
          <a:off x="0" y="0"/>
          <a:ext cx="0" cy="0"/>
          <a:chOff x="0" y="0"/>
          <a:chExt cx="0" cy="0"/>
        </a:xfrm>
      </p:grpSpPr>
      <p:sp>
        <p:nvSpPr>
          <p:cNvPr id="493" name="Google Shape;493;p41"/>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100"/>
              <a:buNone/>
              <a:defRPr/>
            </a:lvl1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94" name="Shape 494"/>
        <p:cNvGrpSpPr/>
        <p:nvPr/>
      </p:nvGrpSpPr>
      <p:grpSpPr>
        <a:xfrm>
          <a:off x="0" y="0"/>
          <a:ext cx="0" cy="0"/>
          <a:chOff x="0" y="0"/>
          <a:chExt cx="0" cy="0"/>
        </a:xfrm>
      </p:grpSpPr>
      <p:sp>
        <p:nvSpPr>
          <p:cNvPr id="495" name="Google Shape;495;p42"/>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6" name="Google Shape;496;p42"/>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8450" lvl="0" marL="457200" algn="ctr">
              <a:spcBef>
                <a:spcPts val="0"/>
              </a:spcBef>
              <a:spcAft>
                <a:spcPts val="0"/>
              </a:spcAft>
              <a:buSzPts val="1100"/>
              <a:buChar char="●"/>
              <a:defRPr/>
            </a:lvl1pPr>
            <a:lvl2pPr indent="-298450" lvl="1" marL="914400" algn="ctr">
              <a:spcBef>
                <a:spcPts val="1000"/>
              </a:spcBef>
              <a:spcAft>
                <a:spcPts val="0"/>
              </a:spcAft>
              <a:buSzPts val="1100"/>
              <a:buChar char="○"/>
              <a:defRPr/>
            </a:lvl2pPr>
            <a:lvl3pPr indent="-298450" lvl="2" marL="1371600" algn="ctr">
              <a:spcBef>
                <a:spcPts val="1000"/>
              </a:spcBef>
              <a:spcAft>
                <a:spcPts val="0"/>
              </a:spcAft>
              <a:buSzPts val="1100"/>
              <a:buChar char="■"/>
              <a:defRPr/>
            </a:lvl3pPr>
            <a:lvl4pPr indent="-298450" lvl="3" marL="1828800" algn="ctr">
              <a:spcBef>
                <a:spcPts val="1000"/>
              </a:spcBef>
              <a:spcAft>
                <a:spcPts val="0"/>
              </a:spcAft>
              <a:buSzPts val="1100"/>
              <a:buChar char="●"/>
              <a:defRPr/>
            </a:lvl4pPr>
            <a:lvl5pPr indent="-298450" lvl="4" marL="2286000" algn="ctr">
              <a:spcBef>
                <a:spcPts val="1000"/>
              </a:spcBef>
              <a:spcAft>
                <a:spcPts val="0"/>
              </a:spcAft>
              <a:buSzPts val="1100"/>
              <a:buChar char="○"/>
              <a:defRPr/>
            </a:lvl5pPr>
            <a:lvl6pPr indent="-298450" lvl="5" marL="2743200" algn="ctr">
              <a:spcBef>
                <a:spcPts val="1000"/>
              </a:spcBef>
              <a:spcAft>
                <a:spcPts val="0"/>
              </a:spcAft>
              <a:buSzPts val="1100"/>
              <a:buChar char="■"/>
              <a:defRPr/>
            </a:lvl6pPr>
            <a:lvl7pPr indent="-298450" lvl="6" marL="3200400" algn="ctr">
              <a:spcBef>
                <a:spcPts val="1000"/>
              </a:spcBef>
              <a:spcAft>
                <a:spcPts val="0"/>
              </a:spcAft>
              <a:buSzPts val="1100"/>
              <a:buChar char="●"/>
              <a:defRPr/>
            </a:lvl7pPr>
            <a:lvl8pPr indent="-298450" lvl="7" marL="3657600" algn="ctr">
              <a:spcBef>
                <a:spcPts val="1000"/>
              </a:spcBef>
              <a:spcAft>
                <a:spcPts val="0"/>
              </a:spcAft>
              <a:buSzPts val="1100"/>
              <a:buChar char="○"/>
              <a:defRPr/>
            </a:lvl8pPr>
            <a:lvl9pPr indent="-298450" lvl="8" marL="4114800" algn="ctr">
              <a:spcBef>
                <a:spcPts val="1000"/>
              </a:spcBef>
              <a:spcAft>
                <a:spcPts val="1000"/>
              </a:spcAft>
              <a:buSzPts val="11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97" name="Shape 497"/>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98" name="Shape 498"/>
        <p:cNvGrpSpPr/>
        <p:nvPr/>
      </p:nvGrpSpPr>
      <p:grpSpPr>
        <a:xfrm>
          <a:off x="0" y="0"/>
          <a:ext cx="0" cy="0"/>
          <a:chOff x="0" y="0"/>
          <a:chExt cx="0" cy="0"/>
        </a:xfrm>
      </p:grpSpPr>
      <p:sp>
        <p:nvSpPr>
          <p:cNvPr id="499" name="Google Shape;499;p44"/>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00" name="Google Shape;500;p4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1" name="Google Shape;501;p4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2" name="Google Shape;502;p4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3" name="Google Shape;503;p4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4" name="Google Shape;504;p4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5" name="Google Shape;505;p4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06" name="Shape 506"/>
        <p:cNvGrpSpPr/>
        <p:nvPr/>
      </p:nvGrpSpPr>
      <p:grpSpPr>
        <a:xfrm>
          <a:off x="0" y="0"/>
          <a:ext cx="0" cy="0"/>
          <a:chOff x="0" y="0"/>
          <a:chExt cx="0" cy="0"/>
        </a:xfrm>
      </p:grpSpPr>
      <p:sp>
        <p:nvSpPr>
          <p:cNvPr id="507" name="Google Shape;507;p4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08" name="Google Shape;508;p45"/>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09" name="Google Shape;509;p4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10" name="Shape 510"/>
        <p:cNvGrpSpPr/>
        <p:nvPr/>
      </p:nvGrpSpPr>
      <p:grpSpPr>
        <a:xfrm>
          <a:off x="0" y="0"/>
          <a:ext cx="0" cy="0"/>
          <a:chOff x="0" y="0"/>
          <a:chExt cx="0" cy="0"/>
        </a:xfrm>
      </p:grpSpPr>
      <p:sp>
        <p:nvSpPr>
          <p:cNvPr id="511" name="Google Shape;511;p46"/>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2" name="Google Shape;512;p46"/>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3" name="Google Shape;513;p46"/>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4" name="Google Shape;514;p4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5" name="Google Shape;515;p4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16" name="Shape 516"/>
        <p:cNvGrpSpPr/>
        <p:nvPr/>
      </p:nvGrpSpPr>
      <p:grpSpPr>
        <a:xfrm>
          <a:off x="0" y="0"/>
          <a:ext cx="0" cy="0"/>
          <a:chOff x="0" y="0"/>
          <a:chExt cx="0" cy="0"/>
        </a:xfrm>
      </p:grpSpPr>
      <p:sp>
        <p:nvSpPr>
          <p:cNvPr id="517" name="Google Shape;517;p47"/>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8" name="Google Shape;518;p47"/>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9" name="Google Shape;519;p47"/>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0" name="Google Shape;520;p47"/>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1" name="Google Shape;521;p47"/>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2" name="Google Shape;522;p47"/>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3" name="Google Shape;523;p47"/>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24" name="Shape 524"/>
        <p:cNvGrpSpPr/>
        <p:nvPr/>
      </p:nvGrpSpPr>
      <p:grpSpPr>
        <a:xfrm>
          <a:off x="0" y="0"/>
          <a:ext cx="0" cy="0"/>
          <a:chOff x="0" y="0"/>
          <a:chExt cx="0" cy="0"/>
        </a:xfrm>
      </p:grpSpPr>
      <p:sp>
        <p:nvSpPr>
          <p:cNvPr id="525" name="Google Shape;525;p48"/>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6" name="Google Shape;526;p48"/>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7" name="Google Shape;527;p48"/>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8" name="Google Shape;528;p48"/>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9" name="Google Shape;529;p48"/>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0" name="Google Shape;530;p4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1" name="Google Shape;531;p4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2" name="Google Shape;532;p4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3" name="Google Shape;533;p4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34" name="Shape 534"/>
        <p:cNvGrpSpPr/>
        <p:nvPr/>
      </p:nvGrpSpPr>
      <p:grpSpPr>
        <a:xfrm>
          <a:off x="0" y="0"/>
          <a:ext cx="0" cy="0"/>
          <a:chOff x="0" y="0"/>
          <a:chExt cx="0" cy="0"/>
        </a:xfrm>
      </p:grpSpPr>
      <p:sp>
        <p:nvSpPr>
          <p:cNvPr id="535" name="Google Shape;535;p4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36" name="Google Shape;536;p4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37" name="Shape 537"/>
        <p:cNvGrpSpPr/>
        <p:nvPr/>
      </p:nvGrpSpPr>
      <p:grpSpPr>
        <a:xfrm>
          <a:off x="0" y="0"/>
          <a:ext cx="0" cy="0"/>
          <a:chOff x="0" y="0"/>
          <a:chExt cx="0" cy="0"/>
        </a:xfrm>
      </p:grpSpPr>
      <p:sp>
        <p:nvSpPr>
          <p:cNvPr id="538" name="Google Shape;538;p50"/>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39" name="Google Shape;539;p50"/>
          <p:cNvSpPr/>
          <p:nvPr>
            <p:ph idx="2" type="pic"/>
          </p:nvPr>
        </p:nvSpPr>
        <p:spPr>
          <a:xfrm>
            <a:off x="4804825" y="1133300"/>
            <a:ext cx="4027500" cy="2392800"/>
          </a:xfrm>
          <a:prstGeom prst="rect">
            <a:avLst/>
          </a:prstGeom>
          <a:noFill/>
          <a:ln>
            <a:noFill/>
          </a:ln>
        </p:spPr>
      </p:sp>
      <p:sp>
        <p:nvSpPr>
          <p:cNvPr id="540" name="Google Shape;540;p50"/>
          <p:cNvSpPr/>
          <p:nvPr>
            <p:ph idx="3" type="pic"/>
          </p:nvPr>
        </p:nvSpPr>
        <p:spPr>
          <a:xfrm>
            <a:off x="311725" y="1133300"/>
            <a:ext cx="4027500" cy="2392800"/>
          </a:xfrm>
          <a:prstGeom prst="rect">
            <a:avLst/>
          </a:prstGeom>
          <a:noFill/>
          <a:ln>
            <a:noFill/>
          </a:ln>
        </p:spPr>
      </p:sp>
      <p:sp>
        <p:nvSpPr>
          <p:cNvPr id="541" name="Google Shape;541;p50"/>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42" name="Google Shape;542;p5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43" name="Google Shape;543;p5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44" name="Google Shape;544;p5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45" name="Shape 545"/>
        <p:cNvGrpSpPr/>
        <p:nvPr/>
      </p:nvGrpSpPr>
      <p:grpSpPr>
        <a:xfrm>
          <a:off x="0" y="0"/>
          <a:ext cx="0" cy="0"/>
          <a:chOff x="0" y="0"/>
          <a:chExt cx="0" cy="0"/>
        </a:xfrm>
      </p:grpSpPr>
      <p:sp>
        <p:nvSpPr>
          <p:cNvPr id="546" name="Google Shape;546;p51"/>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47" name="Google Shape;547;p51"/>
          <p:cNvSpPr/>
          <p:nvPr>
            <p:ph idx="2" type="pic"/>
          </p:nvPr>
        </p:nvSpPr>
        <p:spPr>
          <a:xfrm>
            <a:off x="6205225" y="1128325"/>
            <a:ext cx="2627100" cy="2273100"/>
          </a:xfrm>
          <a:prstGeom prst="rect">
            <a:avLst/>
          </a:prstGeom>
          <a:noFill/>
          <a:ln>
            <a:noFill/>
          </a:ln>
        </p:spPr>
      </p:sp>
      <p:sp>
        <p:nvSpPr>
          <p:cNvPr id="548" name="Google Shape;548;p51"/>
          <p:cNvSpPr/>
          <p:nvPr>
            <p:ph idx="3" type="pic"/>
          </p:nvPr>
        </p:nvSpPr>
        <p:spPr>
          <a:xfrm>
            <a:off x="311725" y="1128325"/>
            <a:ext cx="2627100" cy="2273100"/>
          </a:xfrm>
          <a:prstGeom prst="rect">
            <a:avLst/>
          </a:prstGeom>
          <a:noFill/>
          <a:ln>
            <a:noFill/>
          </a:ln>
        </p:spPr>
      </p:sp>
      <p:sp>
        <p:nvSpPr>
          <p:cNvPr id="549" name="Google Shape;549;p51"/>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50" name="Google Shape;550;p51"/>
          <p:cNvSpPr/>
          <p:nvPr>
            <p:ph idx="5" type="pic"/>
          </p:nvPr>
        </p:nvSpPr>
        <p:spPr>
          <a:xfrm>
            <a:off x="3255250" y="1128325"/>
            <a:ext cx="2627100" cy="2273100"/>
          </a:xfrm>
          <a:prstGeom prst="rect">
            <a:avLst/>
          </a:prstGeom>
          <a:noFill/>
          <a:ln>
            <a:noFill/>
          </a:ln>
        </p:spPr>
      </p:sp>
      <p:sp>
        <p:nvSpPr>
          <p:cNvPr id="551" name="Google Shape;551;p51"/>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52" name="Google Shape;552;p5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53" name="Google Shape;553;p5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4" name="Google Shape;554;p5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5" name="Google Shape;555;p5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56" name="Shape 556"/>
        <p:cNvGrpSpPr/>
        <p:nvPr/>
      </p:nvGrpSpPr>
      <p:grpSpPr>
        <a:xfrm>
          <a:off x="0" y="0"/>
          <a:ext cx="0" cy="0"/>
          <a:chOff x="0" y="0"/>
          <a:chExt cx="0" cy="0"/>
        </a:xfrm>
      </p:grpSpPr>
      <p:sp>
        <p:nvSpPr>
          <p:cNvPr id="557" name="Google Shape;557;p5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58" name="Shape 558"/>
        <p:cNvGrpSpPr/>
        <p:nvPr/>
      </p:nvGrpSpPr>
      <p:grpSpPr>
        <a:xfrm>
          <a:off x="0" y="0"/>
          <a:ext cx="0" cy="0"/>
          <a:chOff x="0" y="0"/>
          <a:chExt cx="0" cy="0"/>
        </a:xfrm>
      </p:grpSpPr>
      <p:sp>
        <p:nvSpPr>
          <p:cNvPr id="559" name="Google Shape;559;p53"/>
          <p:cNvSpPr/>
          <p:nvPr>
            <p:ph idx="2" type="pic"/>
          </p:nvPr>
        </p:nvSpPr>
        <p:spPr>
          <a:xfrm>
            <a:off x="3389600" y="118913"/>
            <a:ext cx="1643700" cy="1535100"/>
          </a:xfrm>
          <a:prstGeom prst="rect">
            <a:avLst/>
          </a:prstGeom>
          <a:noFill/>
          <a:ln>
            <a:noFill/>
          </a:ln>
        </p:spPr>
      </p:sp>
      <p:sp>
        <p:nvSpPr>
          <p:cNvPr id="560" name="Google Shape;560;p53"/>
          <p:cNvSpPr/>
          <p:nvPr>
            <p:ph idx="3" type="pic"/>
          </p:nvPr>
        </p:nvSpPr>
        <p:spPr>
          <a:xfrm>
            <a:off x="5195935" y="118913"/>
            <a:ext cx="1643700" cy="1535100"/>
          </a:xfrm>
          <a:prstGeom prst="rect">
            <a:avLst/>
          </a:prstGeom>
          <a:noFill/>
          <a:ln>
            <a:noFill/>
          </a:ln>
        </p:spPr>
      </p:sp>
      <p:sp>
        <p:nvSpPr>
          <p:cNvPr id="561" name="Google Shape;561;p53"/>
          <p:cNvSpPr/>
          <p:nvPr>
            <p:ph idx="4" type="pic"/>
          </p:nvPr>
        </p:nvSpPr>
        <p:spPr>
          <a:xfrm>
            <a:off x="7002270" y="118913"/>
            <a:ext cx="1643700" cy="1535100"/>
          </a:xfrm>
          <a:prstGeom prst="rect">
            <a:avLst/>
          </a:prstGeom>
          <a:noFill/>
          <a:ln>
            <a:noFill/>
          </a:ln>
        </p:spPr>
      </p:sp>
      <p:sp>
        <p:nvSpPr>
          <p:cNvPr id="562" name="Google Shape;562;p53"/>
          <p:cNvSpPr/>
          <p:nvPr>
            <p:ph idx="5" type="pic"/>
          </p:nvPr>
        </p:nvSpPr>
        <p:spPr>
          <a:xfrm>
            <a:off x="3389588" y="1804212"/>
            <a:ext cx="1643700" cy="1535100"/>
          </a:xfrm>
          <a:prstGeom prst="rect">
            <a:avLst/>
          </a:prstGeom>
          <a:noFill/>
          <a:ln>
            <a:noFill/>
          </a:ln>
        </p:spPr>
      </p:sp>
      <p:sp>
        <p:nvSpPr>
          <p:cNvPr id="563" name="Google Shape;563;p53"/>
          <p:cNvSpPr/>
          <p:nvPr>
            <p:ph idx="6" type="pic"/>
          </p:nvPr>
        </p:nvSpPr>
        <p:spPr>
          <a:xfrm>
            <a:off x="5195922" y="1804212"/>
            <a:ext cx="1643700" cy="1535100"/>
          </a:xfrm>
          <a:prstGeom prst="rect">
            <a:avLst/>
          </a:prstGeom>
          <a:noFill/>
          <a:ln>
            <a:noFill/>
          </a:ln>
        </p:spPr>
      </p:sp>
      <p:sp>
        <p:nvSpPr>
          <p:cNvPr id="564" name="Google Shape;564;p53"/>
          <p:cNvSpPr/>
          <p:nvPr>
            <p:ph idx="7" type="pic"/>
          </p:nvPr>
        </p:nvSpPr>
        <p:spPr>
          <a:xfrm>
            <a:off x="7002257" y="1804212"/>
            <a:ext cx="1643700" cy="1535100"/>
          </a:xfrm>
          <a:prstGeom prst="rect">
            <a:avLst/>
          </a:prstGeom>
          <a:noFill/>
          <a:ln>
            <a:noFill/>
          </a:ln>
        </p:spPr>
      </p:sp>
      <p:sp>
        <p:nvSpPr>
          <p:cNvPr id="565" name="Google Shape;565;p53"/>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66" name="Google Shape;566;p53"/>
          <p:cNvSpPr/>
          <p:nvPr>
            <p:ph idx="8" type="pic"/>
          </p:nvPr>
        </p:nvSpPr>
        <p:spPr>
          <a:xfrm>
            <a:off x="3389588" y="3489487"/>
            <a:ext cx="1643700" cy="1535100"/>
          </a:xfrm>
          <a:prstGeom prst="rect">
            <a:avLst/>
          </a:prstGeom>
          <a:noFill/>
          <a:ln>
            <a:noFill/>
          </a:ln>
        </p:spPr>
      </p:sp>
      <p:sp>
        <p:nvSpPr>
          <p:cNvPr id="567" name="Google Shape;567;p53"/>
          <p:cNvSpPr/>
          <p:nvPr>
            <p:ph idx="9" type="pic"/>
          </p:nvPr>
        </p:nvSpPr>
        <p:spPr>
          <a:xfrm>
            <a:off x="5195922" y="3489487"/>
            <a:ext cx="1643700" cy="1535100"/>
          </a:xfrm>
          <a:prstGeom prst="rect">
            <a:avLst/>
          </a:prstGeom>
          <a:noFill/>
          <a:ln>
            <a:noFill/>
          </a:ln>
        </p:spPr>
      </p:sp>
      <p:sp>
        <p:nvSpPr>
          <p:cNvPr id="568" name="Google Shape;568;p5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73" name="Shape 573"/>
        <p:cNvGrpSpPr/>
        <p:nvPr/>
      </p:nvGrpSpPr>
      <p:grpSpPr>
        <a:xfrm>
          <a:off x="0" y="0"/>
          <a:ext cx="0" cy="0"/>
          <a:chOff x="0" y="0"/>
          <a:chExt cx="0" cy="0"/>
        </a:xfrm>
      </p:grpSpPr>
      <p:sp>
        <p:nvSpPr>
          <p:cNvPr id="574" name="Google Shape;574;p5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75" name="Google Shape;575;p5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6" name="Google Shape;576;p5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77" name="Shape 577"/>
        <p:cNvGrpSpPr/>
        <p:nvPr/>
      </p:nvGrpSpPr>
      <p:grpSpPr>
        <a:xfrm>
          <a:off x="0" y="0"/>
          <a:ext cx="0" cy="0"/>
          <a:chOff x="0" y="0"/>
          <a:chExt cx="0" cy="0"/>
        </a:xfrm>
      </p:grpSpPr>
      <p:sp>
        <p:nvSpPr>
          <p:cNvPr id="578" name="Google Shape;578;p5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79" name="Google Shape;579;p5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580" name="Shape 580"/>
        <p:cNvGrpSpPr/>
        <p:nvPr/>
      </p:nvGrpSpPr>
      <p:grpSpPr>
        <a:xfrm>
          <a:off x="0" y="0"/>
          <a:ext cx="0" cy="0"/>
          <a:chOff x="0" y="0"/>
          <a:chExt cx="0" cy="0"/>
        </a:xfrm>
      </p:grpSpPr>
      <p:sp>
        <p:nvSpPr>
          <p:cNvPr id="581" name="Google Shape;581;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2" name="Google Shape;582;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583" name="Google Shape;583;p5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584" name="Shape 584"/>
        <p:cNvGrpSpPr/>
        <p:nvPr/>
      </p:nvGrpSpPr>
      <p:grpSpPr>
        <a:xfrm>
          <a:off x="0" y="0"/>
          <a:ext cx="0" cy="0"/>
          <a:chOff x="0" y="0"/>
          <a:chExt cx="0" cy="0"/>
        </a:xfrm>
      </p:grpSpPr>
      <p:sp>
        <p:nvSpPr>
          <p:cNvPr id="585" name="Google Shape;58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6" name="Google Shape;586;p5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7" name="Google Shape;587;p5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8" name="Google Shape;588;p5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89" name="Shape 589"/>
        <p:cNvGrpSpPr/>
        <p:nvPr/>
      </p:nvGrpSpPr>
      <p:grpSpPr>
        <a:xfrm>
          <a:off x="0" y="0"/>
          <a:ext cx="0" cy="0"/>
          <a:chOff x="0" y="0"/>
          <a:chExt cx="0" cy="0"/>
        </a:xfrm>
      </p:grpSpPr>
      <p:sp>
        <p:nvSpPr>
          <p:cNvPr id="590" name="Google Shape;590;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1" name="Google Shape;591;p5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92" name="Shape 592"/>
        <p:cNvGrpSpPr/>
        <p:nvPr/>
      </p:nvGrpSpPr>
      <p:grpSpPr>
        <a:xfrm>
          <a:off x="0" y="0"/>
          <a:ext cx="0" cy="0"/>
          <a:chOff x="0" y="0"/>
          <a:chExt cx="0" cy="0"/>
        </a:xfrm>
      </p:grpSpPr>
      <p:sp>
        <p:nvSpPr>
          <p:cNvPr id="593" name="Google Shape;593;p6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94" name="Google Shape;594;p6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5" name="Google Shape;595;p6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596" name="Shape 596"/>
        <p:cNvGrpSpPr/>
        <p:nvPr/>
      </p:nvGrpSpPr>
      <p:grpSpPr>
        <a:xfrm>
          <a:off x="0" y="0"/>
          <a:ext cx="0" cy="0"/>
          <a:chOff x="0" y="0"/>
          <a:chExt cx="0" cy="0"/>
        </a:xfrm>
      </p:grpSpPr>
      <p:sp>
        <p:nvSpPr>
          <p:cNvPr id="597" name="Google Shape;597;p6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98" name="Google Shape;598;p6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599" name="Shape 599"/>
        <p:cNvGrpSpPr/>
        <p:nvPr/>
      </p:nvGrpSpPr>
      <p:grpSpPr>
        <a:xfrm>
          <a:off x="0" y="0"/>
          <a:ext cx="0" cy="0"/>
          <a:chOff x="0" y="0"/>
          <a:chExt cx="0" cy="0"/>
        </a:xfrm>
      </p:grpSpPr>
      <p:sp>
        <p:nvSpPr>
          <p:cNvPr id="600" name="Google Shape;600;p6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02" name="Google Shape;602;p6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603" name="Google Shape;603;p6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3050" lvl="8" marL="4114800">
              <a:spcBef>
                <a:spcPts val="0"/>
              </a:spcBef>
              <a:spcAft>
                <a:spcPts val="0"/>
              </a:spcAft>
              <a:buClr>
                <a:schemeClr val="lt1"/>
              </a:buClr>
              <a:buSzPts val="700"/>
              <a:buChar char="■"/>
              <a:defRPr>
                <a:solidFill>
                  <a:schemeClr val="lt1"/>
                </a:solidFill>
              </a:defRPr>
            </a:lvl9pPr>
          </a:lstStyle>
          <a:p/>
        </p:txBody>
      </p:sp>
      <p:sp>
        <p:nvSpPr>
          <p:cNvPr id="604" name="Google Shape;604;p6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605" name="Shape 605"/>
        <p:cNvGrpSpPr/>
        <p:nvPr/>
      </p:nvGrpSpPr>
      <p:grpSpPr>
        <a:xfrm>
          <a:off x="0" y="0"/>
          <a:ext cx="0" cy="0"/>
          <a:chOff x="0" y="0"/>
          <a:chExt cx="0" cy="0"/>
        </a:xfrm>
      </p:grpSpPr>
      <p:sp>
        <p:nvSpPr>
          <p:cNvPr id="606" name="Google Shape;606;p6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500"/>
              <a:buNone/>
              <a:defRPr/>
            </a:lvl1pPr>
          </a:lstStyle>
          <a:p/>
        </p:txBody>
      </p:sp>
      <p:sp>
        <p:nvSpPr>
          <p:cNvPr id="607" name="Google Shape;607;p6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608" name="Shape 608"/>
        <p:cNvGrpSpPr/>
        <p:nvPr/>
      </p:nvGrpSpPr>
      <p:grpSpPr>
        <a:xfrm>
          <a:off x="0" y="0"/>
          <a:ext cx="0" cy="0"/>
          <a:chOff x="0" y="0"/>
          <a:chExt cx="0" cy="0"/>
        </a:xfrm>
      </p:grpSpPr>
      <p:sp>
        <p:nvSpPr>
          <p:cNvPr id="609" name="Google Shape;609;p6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10" name="Google Shape;610;p6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23850" lvl="0" marL="457200" algn="ctr">
              <a:spcBef>
                <a:spcPts val="0"/>
              </a:spcBef>
              <a:spcAft>
                <a:spcPts val="0"/>
              </a:spcAft>
              <a:buSzPts val="1500"/>
              <a:buChar char="●"/>
              <a:defRPr/>
            </a:lvl1pPr>
            <a:lvl2pPr indent="-317500" lvl="1" marL="914400" algn="ctr">
              <a:spcBef>
                <a:spcPts val="0"/>
              </a:spcBef>
              <a:spcAft>
                <a:spcPts val="0"/>
              </a:spcAft>
              <a:buSzPts val="14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298450" lvl="4" marL="2286000" algn="ctr">
              <a:spcBef>
                <a:spcPts val="0"/>
              </a:spcBef>
              <a:spcAft>
                <a:spcPts val="0"/>
              </a:spcAft>
              <a:buSzPts val="1100"/>
              <a:buChar char="○"/>
              <a:defRPr/>
            </a:lvl5pPr>
            <a:lvl6pPr indent="-292100" lvl="5" marL="2743200" algn="ctr">
              <a:spcBef>
                <a:spcPts val="0"/>
              </a:spcBef>
              <a:spcAft>
                <a:spcPts val="0"/>
              </a:spcAft>
              <a:buSzPts val="1000"/>
              <a:buChar char="■"/>
              <a:defRPr/>
            </a:lvl6pPr>
            <a:lvl7pPr indent="-285750" lvl="6" marL="3200400" algn="ctr">
              <a:spcBef>
                <a:spcPts val="0"/>
              </a:spcBef>
              <a:spcAft>
                <a:spcPts val="0"/>
              </a:spcAft>
              <a:buSzPts val="900"/>
              <a:buChar char="●"/>
              <a:defRPr/>
            </a:lvl7pPr>
            <a:lvl8pPr indent="-279400" lvl="7" marL="3657600" algn="ctr">
              <a:spcBef>
                <a:spcPts val="0"/>
              </a:spcBef>
              <a:spcAft>
                <a:spcPts val="0"/>
              </a:spcAft>
              <a:buSzPts val="800"/>
              <a:buChar char="○"/>
              <a:defRPr/>
            </a:lvl8pPr>
            <a:lvl9pPr indent="-273050" lvl="8" marL="4114800" algn="ctr">
              <a:spcBef>
                <a:spcPts val="0"/>
              </a:spcBef>
              <a:spcAft>
                <a:spcPts val="0"/>
              </a:spcAft>
              <a:buSzPts val="700"/>
              <a:buChar char="■"/>
              <a:defRPr/>
            </a:lvl9pPr>
          </a:lstStyle>
          <a:p/>
        </p:txBody>
      </p:sp>
      <p:sp>
        <p:nvSpPr>
          <p:cNvPr id="611" name="Google Shape;611;p6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612" name="Shape 612"/>
        <p:cNvGrpSpPr/>
        <p:nvPr/>
      </p:nvGrpSpPr>
      <p:grpSpPr>
        <a:xfrm>
          <a:off x="0" y="0"/>
          <a:ext cx="0" cy="0"/>
          <a:chOff x="0" y="0"/>
          <a:chExt cx="0" cy="0"/>
        </a:xfrm>
      </p:grpSpPr>
      <p:sp>
        <p:nvSpPr>
          <p:cNvPr id="613" name="Google Shape;613;p6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614" name="Shape 614"/>
        <p:cNvGrpSpPr/>
        <p:nvPr/>
      </p:nvGrpSpPr>
      <p:grpSpPr>
        <a:xfrm>
          <a:off x="0" y="0"/>
          <a:ext cx="0" cy="0"/>
          <a:chOff x="0" y="0"/>
          <a:chExt cx="0" cy="0"/>
        </a:xfrm>
      </p:grpSpPr>
      <p:sp>
        <p:nvSpPr>
          <p:cNvPr id="615" name="Google Shape;615;p66"/>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6" name="Google Shape;616;p6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7" name="Google Shape;617;p6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8" name="Google Shape;618;p6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9" name="Google Shape;619;p6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0" name="Google Shape;620;p6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1" name="Google Shape;621;p6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2" name="Google Shape;622;p6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623" name="Shape 623"/>
        <p:cNvGrpSpPr/>
        <p:nvPr/>
      </p:nvGrpSpPr>
      <p:grpSpPr>
        <a:xfrm>
          <a:off x="0" y="0"/>
          <a:ext cx="0" cy="0"/>
          <a:chOff x="0" y="0"/>
          <a:chExt cx="0" cy="0"/>
        </a:xfrm>
      </p:grpSpPr>
      <p:sp>
        <p:nvSpPr>
          <p:cNvPr id="624" name="Google Shape;624;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5" name="Google Shape;625;p67"/>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26" name="Google Shape;626;p67"/>
          <p:cNvSpPr/>
          <p:nvPr>
            <p:ph idx="2" type="pic"/>
          </p:nvPr>
        </p:nvSpPr>
        <p:spPr>
          <a:xfrm>
            <a:off x="4992024" y="1152775"/>
            <a:ext cx="3840300" cy="3416400"/>
          </a:xfrm>
          <a:prstGeom prst="rect">
            <a:avLst/>
          </a:prstGeom>
          <a:noFill/>
          <a:ln>
            <a:noFill/>
          </a:ln>
        </p:spPr>
      </p:sp>
      <p:sp>
        <p:nvSpPr>
          <p:cNvPr id="627" name="Google Shape;627;p6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28" name="Shape 628"/>
        <p:cNvGrpSpPr/>
        <p:nvPr/>
      </p:nvGrpSpPr>
      <p:grpSpPr>
        <a:xfrm>
          <a:off x="0" y="0"/>
          <a:ext cx="0" cy="0"/>
          <a:chOff x="0" y="0"/>
          <a:chExt cx="0" cy="0"/>
        </a:xfrm>
      </p:grpSpPr>
      <p:sp>
        <p:nvSpPr>
          <p:cNvPr id="629" name="Google Shape;629;p6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30" name="Google Shape;630;p6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31" name="Google Shape;631;p68"/>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32" name="Google Shape;632;p68"/>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33" name="Google Shape;633;p6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4" name="Google Shape;634;p6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635" name="Shape 635"/>
        <p:cNvGrpSpPr/>
        <p:nvPr/>
      </p:nvGrpSpPr>
      <p:grpSpPr>
        <a:xfrm>
          <a:off x="0" y="0"/>
          <a:ext cx="0" cy="0"/>
          <a:chOff x="0" y="0"/>
          <a:chExt cx="0" cy="0"/>
        </a:xfrm>
      </p:grpSpPr>
      <p:sp>
        <p:nvSpPr>
          <p:cNvPr id="636" name="Google Shape;636;p6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37" name="Google Shape;637;p69"/>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38" name="Google Shape;638;p69"/>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39" name="Google Shape;639;p69"/>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40" name="Google Shape;640;p6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41" name="Google Shape;641;p69"/>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2" name="Google Shape;642;p69"/>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3" name="Google Shape;643;p69"/>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644" name="Shape 644"/>
        <p:cNvGrpSpPr/>
        <p:nvPr/>
      </p:nvGrpSpPr>
      <p:grpSpPr>
        <a:xfrm>
          <a:off x="0" y="0"/>
          <a:ext cx="0" cy="0"/>
          <a:chOff x="0" y="0"/>
          <a:chExt cx="0" cy="0"/>
        </a:xfrm>
      </p:grpSpPr>
      <p:sp>
        <p:nvSpPr>
          <p:cNvPr id="645" name="Google Shape;645;p7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6" name="Google Shape;646;p70"/>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47" name="Google Shape;647;p70"/>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48" name="Google Shape;648;p70"/>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49" name="Google Shape;649;p70"/>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50" name="Google Shape;650;p70"/>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51" name="Google Shape;651;p70"/>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2" name="Google Shape;652;p70"/>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3" name="Google Shape;653;p70"/>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4" name="Google Shape;654;p70"/>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655" name="Shape 655"/>
        <p:cNvGrpSpPr/>
        <p:nvPr/>
      </p:nvGrpSpPr>
      <p:grpSpPr>
        <a:xfrm>
          <a:off x="0" y="0"/>
          <a:ext cx="0" cy="0"/>
          <a:chOff x="0" y="0"/>
          <a:chExt cx="0" cy="0"/>
        </a:xfrm>
      </p:grpSpPr>
      <p:sp>
        <p:nvSpPr>
          <p:cNvPr id="656" name="Google Shape;656;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7" name="Google Shape;657;p7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8" name="Google Shape;658;p7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659" name="Shape 659"/>
        <p:cNvGrpSpPr/>
        <p:nvPr/>
      </p:nvGrpSpPr>
      <p:grpSpPr>
        <a:xfrm>
          <a:off x="0" y="0"/>
          <a:ext cx="0" cy="0"/>
          <a:chOff x="0" y="0"/>
          <a:chExt cx="0" cy="0"/>
        </a:xfrm>
      </p:grpSpPr>
      <p:sp>
        <p:nvSpPr>
          <p:cNvPr id="660" name="Google Shape;660;p72"/>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61" name="Google Shape;661;p72"/>
          <p:cNvSpPr/>
          <p:nvPr>
            <p:ph idx="2" type="pic"/>
          </p:nvPr>
        </p:nvSpPr>
        <p:spPr>
          <a:xfrm>
            <a:off x="4804825" y="1133300"/>
            <a:ext cx="4027500" cy="2392800"/>
          </a:xfrm>
          <a:prstGeom prst="rect">
            <a:avLst/>
          </a:prstGeom>
          <a:noFill/>
          <a:ln>
            <a:noFill/>
          </a:ln>
        </p:spPr>
      </p:sp>
      <p:sp>
        <p:nvSpPr>
          <p:cNvPr id="662" name="Google Shape;662;p72"/>
          <p:cNvSpPr/>
          <p:nvPr>
            <p:ph idx="3" type="pic"/>
          </p:nvPr>
        </p:nvSpPr>
        <p:spPr>
          <a:xfrm>
            <a:off x="311725" y="1133300"/>
            <a:ext cx="4027500" cy="2392800"/>
          </a:xfrm>
          <a:prstGeom prst="rect">
            <a:avLst/>
          </a:prstGeom>
          <a:noFill/>
          <a:ln>
            <a:noFill/>
          </a:ln>
        </p:spPr>
      </p:sp>
      <p:sp>
        <p:nvSpPr>
          <p:cNvPr id="663" name="Google Shape;663;p72"/>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64" name="Google Shape;664;p7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5" name="Google Shape;665;p7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6" name="Google Shape;666;p72"/>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67" name="Google Shape;667;p72"/>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668" name="Shape 668"/>
        <p:cNvGrpSpPr/>
        <p:nvPr/>
      </p:nvGrpSpPr>
      <p:grpSpPr>
        <a:xfrm>
          <a:off x="0" y="0"/>
          <a:ext cx="0" cy="0"/>
          <a:chOff x="0" y="0"/>
          <a:chExt cx="0" cy="0"/>
        </a:xfrm>
      </p:grpSpPr>
      <p:sp>
        <p:nvSpPr>
          <p:cNvPr id="669" name="Google Shape;669;p73"/>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0" name="Google Shape;670;p73"/>
          <p:cNvSpPr/>
          <p:nvPr>
            <p:ph idx="2" type="pic"/>
          </p:nvPr>
        </p:nvSpPr>
        <p:spPr>
          <a:xfrm>
            <a:off x="6205225" y="1128325"/>
            <a:ext cx="2627100" cy="2273100"/>
          </a:xfrm>
          <a:prstGeom prst="rect">
            <a:avLst/>
          </a:prstGeom>
          <a:noFill/>
          <a:ln>
            <a:noFill/>
          </a:ln>
        </p:spPr>
      </p:sp>
      <p:sp>
        <p:nvSpPr>
          <p:cNvPr id="671" name="Google Shape;671;p73"/>
          <p:cNvSpPr/>
          <p:nvPr>
            <p:ph idx="3" type="pic"/>
          </p:nvPr>
        </p:nvSpPr>
        <p:spPr>
          <a:xfrm>
            <a:off x="311725" y="1128325"/>
            <a:ext cx="2627100" cy="2273100"/>
          </a:xfrm>
          <a:prstGeom prst="rect">
            <a:avLst/>
          </a:prstGeom>
          <a:noFill/>
          <a:ln>
            <a:noFill/>
          </a:ln>
        </p:spPr>
      </p:sp>
      <p:sp>
        <p:nvSpPr>
          <p:cNvPr id="672" name="Google Shape;672;p73"/>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3" name="Google Shape;673;p73"/>
          <p:cNvSpPr/>
          <p:nvPr>
            <p:ph idx="5" type="pic"/>
          </p:nvPr>
        </p:nvSpPr>
        <p:spPr>
          <a:xfrm>
            <a:off x="3255250" y="1128325"/>
            <a:ext cx="2627100" cy="2273100"/>
          </a:xfrm>
          <a:prstGeom prst="rect">
            <a:avLst/>
          </a:prstGeom>
          <a:noFill/>
          <a:ln>
            <a:noFill/>
          </a:ln>
        </p:spPr>
      </p:sp>
      <p:sp>
        <p:nvSpPr>
          <p:cNvPr id="674" name="Google Shape;674;p73"/>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5" name="Google Shape;675;p7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76" name="Google Shape;676;p7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7" name="Google Shape;677;p73"/>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78" name="Google Shape;678;p73"/>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79" name="Google Shape;679;p73"/>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680" name="Shape 680"/>
        <p:cNvGrpSpPr/>
        <p:nvPr/>
      </p:nvGrpSpPr>
      <p:grpSpPr>
        <a:xfrm>
          <a:off x="0" y="0"/>
          <a:ext cx="0" cy="0"/>
          <a:chOff x="0" y="0"/>
          <a:chExt cx="0" cy="0"/>
        </a:xfrm>
      </p:grpSpPr>
      <p:sp>
        <p:nvSpPr>
          <p:cNvPr id="681" name="Google Shape;681;p74"/>
          <p:cNvSpPr/>
          <p:nvPr>
            <p:ph idx="2" type="pic"/>
          </p:nvPr>
        </p:nvSpPr>
        <p:spPr>
          <a:xfrm>
            <a:off x="311700" y="445025"/>
            <a:ext cx="8520600" cy="4218300"/>
          </a:xfrm>
          <a:prstGeom prst="rect">
            <a:avLst/>
          </a:prstGeom>
          <a:noFill/>
          <a:ln>
            <a:noFill/>
          </a:ln>
        </p:spPr>
      </p:sp>
      <p:sp>
        <p:nvSpPr>
          <p:cNvPr id="682" name="Google Shape;682;p7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683" name="Shape 683"/>
        <p:cNvGrpSpPr/>
        <p:nvPr/>
      </p:nvGrpSpPr>
      <p:grpSpPr>
        <a:xfrm>
          <a:off x="0" y="0"/>
          <a:ext cx="0" cy="0"/>
          <a:chOff x="0" y="0"/>
          <a:chExt cx="0" cy="0"/>
        </a:xfrm>
      </p:grpSpPr>
      <p:sp>
        <p:nvSpPr>
          <p:cNvPr id="684" name="Google Shape;684;p7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5" name="Google Shape;685;p75"/>
          <p:cNvSpPr/>
          <p:nvPr>
            <p:ph idx="2" type="pic"/>
          </p:nvPr>
        </p:nvSpPr>
        <p:spPr>
          <a:xfrm>
            <a:off x="3389600" y="118913"/>
            <a:ext cx="1643700" cy="1535100"/>
          </a:xfrm>
          <a:prstGeom prst="rect">
            <a:avLst/>
          </a:prstGeom>
          <a:noFill/>
          <a:ln>
            <a:noFill/>
          </a:ln>
        </p:spPr>
      </p:sp>
      <p:sp>
        <p:nvSpPr>
          <p:cNvPr id="686" name="Google Shape;686;p75"/>
          <p:cNvSpPr/>
          <p:nvPr>
            <p:ph idx="3" type="pic"/>
          </p:nvPr>
        </p:nvSpPr>
        <p:spPr>
          <a:xfrm>
            <a:off x="5195935" y="118913"/>
            <a:ext cx="1643700" cy="1535100"/>
          </a:xfrm>
          <a:prstGeom prst="rect">
            <a:avLst/>
          </a:prstGeom>
          <a:noFill/>
          <a:ln>
            <a:noFill/>
          </a:ln>
        </p:spPr>
      </p:sp>
      <p:sp>
        <p:nvSpPr>
          <p:cNvPr id="687" name="Google Shape;687;p75"/>
          <p:cNvSpPr/>
          <p:nvPr>
            <p:ph idx="4" type="pic"/>
          </p:nvPr>
        </p:nvSpPr>
        <p:spPr>
          <a:xfrm>
            <a:off x="7002270" y="118913"/>
            <a:ext cx="1643700" cy="1535100"/>
          </a:xfrm>
          <a:prstGeom prst="rect">
            <a:avLst/>
          </a:prstGeom>
          <a:noFill/>
          <a:ln>
            <a:noFill/>
          </a:ln>
        </p:spPr>
      </p:sp>
      <p:sp>
        <p:nvSpPr>
          <p:cNvPr id="688" name="Google Shape;688;p75"/>
          <p:cNvSpPr/>
          <p:nvPr>
            <p:ph idx="5" type="pic"/>
          </p:nvPr>
        </p:nvSpPr>
        <p:spPr>
          <a:xfrm>
            <a:off x="3389588" y="1804212"/>
            <a:ext cx="1643700" cy="1535100"/>
          </a:xfrm>
          <a:prstGeom prst="rect">
            <a:avLst/>
          </a:prstGeom>
          <a:noFill/>
          <a:ln>
            <a:noFill/>
          </a:ln>
        </p:spPr>
      </p:sp>
      <p:sp>
        <p:nvSpPr>
          <p:cNvPr id="689" name="Google Shape;689;p75"/>
          <p:cNvSpPr/>
          <p:nvPr>
            <p:ph idx="6" type="pic"/>
          </p:nvPr>
        </p:nvSpPr>
        <p:spPr>
          <a:xfrm>
            <a:off x="5195922" y="1804212"/>
            <a:ext cx="1643700" cy="1535100"/>
          </a:xfrm>
          <a:prstGeom prst="rect">
            <a:avLst/>
          </a:prstGeom>
          <a:noFill/>
          <a:ln>
            <a:noFill/>
          </a:ln>
        </p:spPr>
      </p:sp>
      <p:sp>
        <p:nvSpPr>
          <p:cNvPr id="690" name="Google Shape;690;p75"/>
          <p:cNvSpPr/>
          <p:nvPr>
            <p:ph idx="7" type="pic"/>
          </p:nvPr>
        </p:nvSpPr>
        <p:spPr>
          <a:xfrm>
            <a:off x="7002257" y="1804212"/>
            <a:ext cx="1643700" cy="1535100"/>
          </a:xfrm>
          <a:prstGeom prst="rect">
            <a:avLst/>
          </a:prstGeom>
          <a:noFill/>
          <a:ln>
            <a:noFill/>
          </a:ln>
        </p:spPr>
      </p:sp>
      <p:sp>
        <p:nvSpPr>
          <p:cNvPr id="691" name="Google Shape;691;p75"/>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2" name="Google Shape;692;p75"/>
          <p:cNvSpPr/>
          <p:nvPr>
            <p:ph idx="8" type="pic"/>
          </p:nvPr>
        </p:nvSpPr>
        <p:spPr>
          <a:xfrm>
            <a:off x="3389588" y="3489487"/>
            <a:ext cx="1643700" cy="1535100"/>
          </a:xfrm>
          <a:prstGeom prst="rect">
            <a:avLst/>
          </a:prstGeom>
          <a:noFill/>
          <a:ln>
            <a:noFill/>
          </a:ln>
        </p:spPr>
      </p:sp>
      <p:sp>
        <p:nvSpPr>
          <p:cNvPr id="693" name="Google Shape;693;p75"/>
          <p:cNvSpPr/>
          <p:nvPr>
            <p:ph idx="9" type="pic"/>
          </p:nvPr>
        </p:nvSpPr>
        <p:spPr>
          <a:xfrm>
            <a:off x="5195922" y="3489487"/>
            <a:ext cx="1643700" cy="1535100"/>
          </a:xfrm>
          <a:prstGeom prst="rect">
            <a:avLst/>
          </a:prstGeom>
          <a:noFill/>
          <a:ln>
            <a:noFill/>
          </a:ln>
        </p:spPr>
      </p:sp>
      <p:sp>
        <p:nvSpPr>
          <p:cNvPr id="694" name="Google Shape;694;p7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695" name="Shape 695"/>
        <p:cNvGrpSpPr/>
        <p:nvPr/>
      </p:nvGrpSpPr>
      <p:grpSpPr>
        <a:xfrm>
          <a:off x="0" y="0"/>
          <a:ext cx="0" cy="0"/>
          <a:chOff x="0" y="0"/>
          <a:chExt cx="0" cy="0"/>
        </a:xfrm>
      </p:grpSpPr>
      <p:sp>
        <p:nvSpPr>
          <p:cNvPr id="696" name="Google Shape;696;p76"/>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697" name="Google Shape;697;p76"/>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698" name="Google Shape;698;p7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699" name="Shape 699"/>
        <p:cNvGrpSpPr/>
        <p:nvPr/>
      </p:nvGrpSpPr>
      <p:grpSpPr>
        <a:xfrm>
          <a:off x="0" y="0"/>
          <a:ext cx="0" cy="0"/>
          <a:chOff x="0" y="0"/>
          <a:chExt cx="0" cy="0"/>
        </a:xfrm>
      </p:grpSpPr>
      <p:sp>
        <p:nvSpPr>
          <p:cNvPr id="700" name="Google Shape;700;p77"/>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1" name="Google Shape;701;p77"/>
          <p:cNvSpPr txBox="1"/>
          <p:nvPr>
            <p:ph idx="1" type="body"/>
          </p:nvPr>
        </p:nvSpPr>
        <p:spPr>
          <a:xfrm>
            <a:off x="4064100" y="4335200"/>
            <a:ext cx="1015800" cy="266100"/>
          </a:xfrm>
          <a:prstGeom prst="rect">
            <a:avLst/>
          </a:prstGeom>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702" name="Google Shape;702;p77"/>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703" name="Google Shape;703;p7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704" name="Shape 704"/>
        <p:cNvGrpSpPr/>
        <p:nvPr/>
      </p:nvGrpSpPr>
      <p:grpSpPr>
        <a:xfrm>
          <a:off x="0" y="0"/>
          <a:ext cx="0" cy="0"/>
          <a:chOff x="0" y="0"/>
          <a:chExt cx="0" cy="0"/>
        </a:xfrm>
      </p:grpSpPr>
      <p:sp>
        <p:nvSpPr>
          <p:cNvPr id="705" name="Google Shape;705;p78"/>
          <p:cNvSpPr txBox="1"/>
          <p:nvPr>
            <p:ph idx="1" type="subTitle"/>
          </p:nvPr>
        </p:nvSpPr>
        <p:spPr>
          <a:xfrm>
            <a:off x="475075" y="309225"/>
            <a:ext cx="3655200" cy="35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706" name="Google Shape;706;p78"/>
          <p:cNvSpPr txBox="1"/>
          <p:nvPr>
            <p:ph idx="2" type="body"/>
          </p:nvPr>
        </p:nvSpPr>
        <p:spPr>
          <a:xfrm>
            <a:off x="711097"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707" name="Google Shape;707;p78"/>
          <p:cNvSpPr txBox="1"/>
          <p:nvPr>
            <p:ph idx="3" type="subTitle"/>
          </p:nvPr>
        </p:nvSpPr>
        <p:spPr>
          <a:xfrm>
            <a:off x="1699221"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08" name="Google Shape;708;p78"/>
          <p:cNvSpPr txBox="1"/>
          <p:nvPr>
            <p:ph idx="4" type="body"/>
          </p:nvPr>
        </p:nvSpPr>
        <p:spPr>
          <a:xfrm>
            <a:off x="2285797"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09" name="Google Shape;709;p78"/>
          <p:cNvSpPr txBox="1"/>
          <p:nvPr>
            <p:ph idx="5" type="body"/>
          </p:nvPr>
        </p:nvSpPr>
        <p:spPr>
          <a:xfrm>
            <a:off x="711097"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710" name="Google Shape;710;p78"/>
          <p:cNvSpPr txBox="1"/>
          <p:nvPr>
            <p:ph idx="6" type="subTitle"/>
          </p:nvPr>
        </p:nvSpPr>
        <p:spPr>
          <a:xfrm>
            <a:off x="1699221"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11" name="Google Shape;711;p78"/>
          <p:cNvSpPr txBox="1"/>
          <p:nvPr>
            <p:ph idx="7" type="body"/>
          </p:nvPr>
        </p:nvSpPr>
        <p:spPr>
          <a:xfrm>
            <a:off x="2285797"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12" name="Google Shape;712;p78"/>
          <p:cNvSpPr txBox="1"/>
          <p:nvPr>
            <p:ph idx="8" type="body"/>
          </p:nvPr>
        </p:nvSpPr>
        <p:spPr>
          <a:xfrm>
            <a:off x="711097"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713" name="Google Shape;713;p78"/>
          <p:cNvSpPr txBox="1"/>
          <p:nvPr>
            <p:ph idx="9" type="subTitle"/>
          </p:nvPr>
        </p:nvSpPr>
        <p:spPr>
          <a:xfrm>
            <a:off x="1699221"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14" name="Google Shape;714;p78"/>
          <p:cNvSpPr txBox="1"/>
          <p:nvPr>
            <p:ph idx="13" type="body"/>
          </p:nvPr>
        </p:nvSpPr>
        <p:spPr>
          <a:xfrm>
            <a:off x="2285797"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15" name="Google Shape;715;p78"/>
          <p:cNvSpPr txBox="1"/>
          <p:nvPr>
            <p:ph idx="14" type="body"/>
          </p:nvPr>
        </p:nvSpPr>
        <p:spPr>
          <a:xfrm>
            <a:off x="4746581"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716" name="Google Shape;716;p78"/>
          <p:cNvSpPr txBox="1"/>
          <p:nvPr>
            <p:ph idx="15" type="subTitle"/>
          </p:nvPr>
        </p:nvSpPr>
        <p:spPr>
          <a:xfrm>
            <a:off x="5734705"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17" name="Google Shape;717;p78"/>
          <p:cNvSpPr txBox="1"/>
          <p:nvPr>
            <p:ph idx="16" type="body"/>
          </p:nvPr>
        </p:nvSpPr>
        <p:spPr>
          <a:xfrm>
            <a:off x="6321281"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18" name="Google Shape;718;p78"/>
          <p:cNvSpPr txBox="1"/>
          <p:nvPr>
            <p:ph idx="17" type="body"/>
          </p:nvPr>
        </p:nvSpPr>
        <p:spPr>
          <a:xfrm>
            <a:off x="4746581"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719" name="Google Shape;719;p78"/>
          <p:cNvSpPr txBox="1"/>
          <p:nvPr>
            <p:ph idx="18" type="subTitle"/>
          </p:nvPr>
        </p:nvSpPr>
        <p:spPr>
          <a:xfrm>
            <a:off x="5734705"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20" name="Google Shape;720;p78"/>
          <p:cNvSpPr txBox="1"/>
          <p:nvPr>
            <p:ph idx="19" type="body"/>
          </p:nvPr>
        </p:nvSpPr>
        <p:spPr>
          <a:xfrm>
            <a:off x="6321281"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21" name="Google Shape;721;p78"/>
          <p:cNvSpPr txBox="1"/>
          <p:nvPr>
            <p:ph idx="20" type="body"/>
          </p:nvPr>
        </p:nvSpPr>
        <p:spPr>
          <a:xfrm>
            <a:off x="4746581"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722" name="Google Shape;722;p78"/>
          <p:cNvSpPr txBox="1"/>
          <p:nvPr>
            <p:ph idx="21" type="subTitle"/>
          </p:nvPr>
        </p:nvSpPr>
        <p:spPr>
          <a:xfrm>
            <a:off x="5734705"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23" name="Google Shape;723;p78"/>
          <p:cNvSpPr txBox="1"/>
          <p:nvPr>
            <p:ph idx="22" type="body"/>
          </p:nvPr>
        </p:nvSpPr>
        <p:spPr>
          <a:xfrm>
            <a:off x="6321281"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24" name="Google Shape;724;p7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725" name="Shape 725"/>
        <p:cNvGrpSpPr/>
        <p:nvPr/>
      </p:nvGrpSpPr>
      <p:grpSpPr>
        <a:xfrm>
          <a:off x="0" y="0"/>
          <a:ext cx="0" cy="0"/>
          <a:chOff x="0" y="0"/>
          <a:chExt cx="0" cy="0"/>
        </a:xfrm>
      </p:grpSpPr>
      <p:sp>
        <p:nvSpPr>
          <p:cNvPr id="726" name="Google Shape;726;p79"/>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79"/>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i="1" lang="en" sz="700">
                <a:solidFill>
                  <a:schemeClr val="lt1"/>
                </a:solidFill>
                <a:latin typeface="Barlow Medium"/>
                <a:ea typeface="Barlow Medium"/>
                <a:cs typeface="Barlow Medium"/>
                <a:sym typeface="Barlow Medium"/>
              </a:rPr>
              <a:t>Lorem ipsum dolor sit amet, consectetur adipiscing elit.</a:t>
            </a:r>
            <a:endParaRPr i="1" sz="700">
              <a:solidFill>
                <a:schemeClr val="lt1"/>
              </a:solidFill>
              <a:latin typeface="Barlow Medium"/>
              <a:ea typeface="Barlow Medium"/>
              <a:cs typeface="Barlow Medium"/>
              <a:sym typeface="Barlow Medium"/>
            </a:endParaRPr>
          </a:p>
        </p:txBody>
      </p:sp>
      <p:sp>
        <p:nvSpPr>
          <p:cNvPr id="728" name="Google Shape;728;p79"/>
          <p:cNvSpPr/>
          <p:nvPr>
            <p:ph idx="2" type="pic"/>
          </p:nvPr>
        </p:nvSpPr>
        <p:spPr>
          <a:xfrm>
            <a:off x="3915225" y="1631250"/>
            <a:ext cx="4441200" cy="3009900"/>
          </a:xfrm>
          <a:prstGeom prst="roundRect">
            <a:avLst>
              <a:gd fmla="val 16667" name="adj"/>
            </a:avLst>
          </a:prstGeom>
          <a:noFill/>
          <a:ln>
            <a:noFill/>
          </a:ln>
        </p:spPr>
      </p:sp>
      <p:sp>
        <p:nvSpPr>
          <p:cNvPr id="729" name="Google Shape;729;p79"/>
          <p:cNvSpPr txBox="1"/>
          <p:nvPr>
            <p:ph idx="1" type="body"/>
          </p:nvPr>
        </p:nvSpPr>
        <p:spPr>
          <a:xfrm>
            <a:off x="791150" y="1835400"/>
            <a:ext cx="2094000" cy="8466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30" name="Google Shape;730;p79"/>
          <p:cNvSpPr txBox="1"/>
          <p:nvPr>
            <p:ph idx="3" type="subTitle"/>
          </p:nvPr>
        </p:nvSpPr>
        <p:spPr>
          <a:xfrm>
            <a:off x="791150" y="522625"/>
            <a:ext cx="3918300" cy="100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731" name="Google Shape;731;p7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732" name="Shape 732"/>
        <p:cNvGrpSpPr/>
        <p:nvPr/>
      </p:nvGrpSpPr>
      <p:grpSpPr>
        <a:xfrm>
          <a:off x="0" y="0"/>
          <a:ext cx="0" cy="0"/>
          <a:chOff x="0" y="0"/>
          <a:chExt cx="0" cy="0"/>
        </a:xfrm>
      </p:grpSpPr>
      <p:sp>
        <p:nvSpPr>
          <p:cNvPr id="733" name="Google Shape;733;p80"/>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80"/>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735" name="Google Shape;735;p80"/>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736" name="Google Shape;736;p80"/>
          <p:cNvSpPr txBox="1"/>
          <p:nvPr>
            <p:ph idx="3" type="body"/>
          </p:nvPr>
        </p:nvSpPr>
        <p:spPr>
          <a:xfrm>
            <a:off x="4601077"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737" name="Google Shape;737;p8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738" name="Shape 738"/>
        <p:cNvGrpSpPr/>
        <p:nvPr/>
      </p:nvGrpSpPr>
      <p:grpSpPr>
        <a:xfrm>
          <a:off x="0" y="0"/>
          <a:ext cx="0" cy="0"/>
          <a:chOff x="0" y="0"/>
          <a:chExt cx="0" cy="0"/>
        </a:xfrm>
      </p:grpSpPr>
      <p:sp>
        <p:nvSpPr>
          <p:cNvPr id="739" name="Google Shape;739;p81"/>
          <p:cNvSpPr/>
          <p:nvPr>
            <p:ph idx="2" type="pic"/>
          </p:nvPr>
        </p:nvSpPr>
        <p:spPr>
          <a:xfrm>
            <a:off x="791150" y="522900"/>
            <a:ext cx="1294800" cy="1918500"/>
          </a:xfrm>
          <a:prstGeom prst="rect">
            <a:avLst/>
          </a:prstGeom>
          <a:noFill/>
          <a:ln>
            <a:noFill/>
          </a:ln>
        </p:spPr>
      </p:sp>
      <p:sp>
        <p:nvSpPr>
          <p:cNvPr id="740" name="Google Shape;740;p81"/>
          <p:cNvSpPr/>
          <p:nvPr>
            <p:ph idx="3" type="pic"/>
          </p:nvPr>
        </p:nvSpPr>
        <p:spPr>
          <a:xfrm>
            <a:off x="2355375" y="522900"/>
            <a:ext cx="1294800" cy="1918500"/>
          </a:xfrm>
          <a:prstGeom prst="rect">
            <a:avLst/>
          </a:prstGeom>
          <a:noFill/>
          <a:ln>
            <a:noFill/>
          </a:ln>
        </p:spPr>
      </p:sp>
      <p:sp>
        <p:nvSpPr>
          <p:cNvPr id="741" name="Google Shape;741;p81"/>
          <p:cNvSpPr/>
          <p:nvPr>
            <p:ph idx="4" type="pic"/>
          </p:nvPr>
        </p:nvSpPr>
        <p:spPr>
          <a:xfrm>
            <a:off x="3921313" y="522900"/>
            <a:ext cx="1294800" cy="1918500"/>
          </a:xfrm>
          <a:prstGeom prst="rect">
            <a:avLst/>
          </a:prstGeom>
          <a:noFill/>
          <a:ln>
            <a:noFill/>
          </a:ln>
        </p:spPr>
      </p:sp>
      <p:sp>
        <p:nvSpPr>
          <p:cNvPr id="742" name="Google Shape;742;p81"/>
          <p:cNvSpPr/>
          <p:nvPr>
            <p:ph idx="5" type="pic"/>
          </p:nvPr>
        </p:nvSpPr>
        <p:spPr>
          <a:xfrm>
            <a:off x="5491588" y="522900"/>
            <a:ext cx="1294800" cy="1918500"/>
          </a:xfrm>
          <a:prstGeom prst="rect">
            <a:avLst/>
          </a:prstGeom>
          <a:noFill/>
          <a:ln>
            <a:noFill/>
          </a:ln>
        </p:spPr>
      </p:sp>
      <p:sp>
        <p:nvSpPr>
          <p:cNvPr id="743" name="Google Shape;743;p81"/>
          <p:cNvSpPr txBox="1"/>
          <p:nvPr>
            <p:ph idx="1" type="body"/>
          </p:nvPr>
        </p:nvSpPr>
        <p:spPr>
          <a:xfrm>
            <a:off x="680850" y="3443850"/>
            <a:ext cx="3074700" cy="10317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744" name="Google Shape;744;p81"/>
          <p:cNvSpPr txBox="1"/>
          <p:nvPr>
            <p:ph idx="6" type="body"/>
          </p:nvPr>
        </p:nvSpPr>
        <p:spPr>
          <a:xfrm>
            <a:off x="4123900" y="3443850"/>
            <a:ext cx="4030200" cy="116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45" name="Google Shape;745;p81"/>
          <p:cNvSpPr txBox="1"/>
          <p:nvPr>
            <p:ph idx="7" type="body"/>
          </p:nvPr>
        </p:nvSpPr>
        <p:spPr>
          <a:xfrm>
            <a:off x="7050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746" name="Google Shape;746;p81"/>
          <p:cNvSpPr txBox="1"/>
          <p:nvPr>
            <p:ph idx="8" type="body"/>
          </p:nvPr>
        </p:nvSpPr>
        <p:spPr>
          <a:xfrm>
            <a:off x="22588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747" name="Google Shape;747;p81"/>
          <p:cNvSpPr txBox="1"/>
          <p:nvPr>
            <p:ph idx="9" type="body"/>
          </p:nvPr>
        </p:nvSpPr>
        <p:spPr>
          <a:xfrm>
            <a:off x="38275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748" name="Google Shape;748;p81"/>
          <p:cNvSpPr txBox="1"/>
          <p:nvPr>
            <p:ph idx="13" type="body"/>
          </p:nvPr>
        </p:nvSpPr>
        <p:spPr>
          <a:xfrm>
            <a:off x="53951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749" name="Google Shape;749;p81"/>
          <p:cNvSpPr txBox="1"/>
          <p:nvPr>
            <p:ph idx="14" type="body"/>
          </p:nvPr>
        </p:nvSpPr>
        <p:spPr>
          <a:xfrm>
            <a:off x="7050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750" name="Google Shape;750;p81"/>
          <p:cNvSpPr txBox="1"/>
          <p:nvPr>
            <p:ph idx="15" type="body"/>
          </p:nvPr>
        </p:nvSpPr>
        <p:spPr>
          <a:xfrm>
            <a:off x="22588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751" name="Google Shape;751;p81"/>
          <p:cNvSpPr txBox="1"/>
          <p:nvPr>
            <p:ph idx="16" type="body"/>
          </p:nvPr>
        </p:nvSpPr>
        <p:spPr>
          <a:xfrm>
            <a:off x="3827003"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752" name="Google Shape;752;p81"/>
          <p:cNvSpPr txBox="1"/>
          <p:nvPr>
            <p:ph idx="17" type="body"/>
          </p:nvPr>
        </p:nvSpPr>
        <p:spPr>
          <a:xfrm>
            <a:off x="5396128"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753" name="Google Shape;753;p8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754" name="Shape 754"/>
        <p:cNvGrpSpPr/>
        <p:nvPr/>
      </p:nvGrpSpPr>
      <p:grpSpPr>
        <a:xfrm>
          <a:off x="0" y="0"/>
          <a:ext cx="0" cy="0"/>
          <a:chOff x="0" y="0"/>
          <a:chExt cx="0" cy="0"/>
        </a:xfrm>
      </p:grpSpPr>
      <p:sp>
        <p:nvSpPr>
          <p:cNvPr id="755" name="Google Shape;755;p82"/>
          <p:cNvSpPr txBox="1"/>
          <p:nvPr>
            <p:ph idx="1" type="body"/>
          </p:nvPr>
        </p:nvSpPr>
        <p:spPr>
          <a:xfrm>
            <a:off x="791150" y="738025"/>
            <a:ext cx="3918300" cy="223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Font typeface="Barlow"/>
              <a:buChar char="●"/>
              <a:defRPr sz="1100">
                <a:latin typeface="Barlow"/>
                <a:ea typeface="Barlow"/>
                <a:cs typeface="Barlow"/>
                <a:sym typeface="Barlow"/>
              </a:defRPr>
            </a:lvl1pPr>
            <a:lvl2pPr indent="-298450" lvl="1" marL="914400">
              <a:spcBef>
                <a:spcPts val="0"/>
              </a:spcBef>
              <a:spcAft>
                <a:spcPts val="0"/>
              </a:spcAft>
              <a:buSzPts val="1100"/>
              <a:buFont typeface="Barlow"/>
              <a:buChar char="○"/>
              <a:defRPr sz="1100">
                <a:latin typeface="Barlow"/>
                <a:ea typeface="Barlow"/>
                <a:cs typeface="Barlow"/>
                <a:sym typeface="Barlow"/>
              </a:defRPr>
            </a:lvl2pPr>
            <a:lvl3pPr indent="-298450" lvl="2" marL="1371600">
              <a:spcBef>
                <a:spcPts val="0"/>
              </a:spcBef>
              <a:spcAft>
                <a:spcPts val="0"/>
              </a:spcAft>
              <a:buSzPts val="1100"/>
              <a:buFont typeface="Barlow"/>
              <a:buChar char="■"/>
              <a:defRPr sz="1100">
                <a:latin typeface="Barlow"/>
                <a:ea typeface="Barlow"/>
                <a:cs typeface="Barlow"/>
                <a:sym typeface="Barlow"/>
              </a:defRPr>
            </a:lvl3pPr>
            <a:lvl4pPr indent="-298450" lvl="3" marL="1828800">
              <a:spcBef>
                <a:spcPts val="0"/>
              </a:spcBef>
              <a:spcAft>
                <a:spcPts val="0"/>
              </a:spcAft>
              <a:buSzPts val="1100"/>
              <a:buFont typeface="Barlow"/>
              <a:buChar char="●"/>
              <a:defRPr sz="1100">
                <a:latin typeface="Barlow"/>
                <a:ea typeface="Barlow"/>
                <a:cs typeface="Barlow"/>
                <a:sym typeface="Barlow"/>
              </a:defRPr>
            </a:lvl4pPr>
            <a:lvl5pPr indent="-298450" lvl="4" marL="2286000">
              <a:spcBef>
                <a:spcPts val="0"/>
              </a:spcBef>
              <a:spcAft>
                <a:spcPts val="0"/>
              </a:spcAft>
              <a:buSzPts val="1100"/>
              <a:buFont typeface="Barlow"/>
              <a:buChar char="○"/>
              <a:defRPr>
                <a:latin typeface="Barlow"/>
                <a:ea typeface="Barlow"/>
                <a:cs typeface="Barlow"/>
                <a:sym typeface="Barlow"/>
              </a:defRPr>
            </a:lvl5pPr>
            <a:lvl6pPr indent="-298450" lvl="5" marL="2743200">
              <a:spcBef>
                <a:spcPts val="0"/>
              </a:spcBef>
              <a:spcAft>
                <a:spcPts val="0"/>
              </a:spcAft>
              <a:buSzPts val="1100"/>
              <a:buFont typeface="Barlow"/>
              <a:buChar char="■"/>
              <a:defRPr sz="1100">
                <a:latin typeface="Barlow"/>
                <a:ea typeface="Barlow"/>
                <a:cs typeface="Barlow"/>
                <a:sym typeface="Barlow"/>
              </a:defRPr>
            </a:lvl6pPr>
            <a:lvl7pPr indent="-298450" lvl="6" marL="3200400">
              <a:spcBef>
                <a:spcPts val="0"/>
              </a:spcBef>
              <a:spcAft>
                <a:spcPts val="0"/>
              </a:spcAft>
              <a:buSzPts val="1100"/>
              <a:buFont typeface="Barlow"/>
              <a:buChar char="●"/>
              <a:defRPr sz="1100">
                <a:latin typeface="Barlow"/>
                <a:ea typeface="Barlow"/>
                <a:cs typeface="Barlow"/>
                <a:sym typeface="Barlow"/>
              </a:defRPr>
            </a:lvl7pPr>
            <a:lvl8pPr indent="-298450" lvl="7" marL="3657600">
              <a:spcBef>
                <a:spcPts val="0"/>
              </a:spcBef>
              <a:spcAft>
                <a:spcPts val="0"/>
              </a:spcAft>
              <a:buSzPts val="1100"/>
              <a:buFont typeface="Barlow"/>
              <a:buChar char="○"/>
              <a:defRPr sz="1100">
                <a:latin typeface="Barlow"/>
                <a:ea typeface="Barlow"/>
                <a:cs typeface="Barlow"/>
                <a:sym typeface="Barlow"/>
              </a:defRPr>
            </a:lvl8pPr>
            <a:lvl9pPr indent="-298450" lvl="8" marL="4114800">
              <a:spcBef>
                <a:spcPts val="0"/>
              </a:spcBef>
              <a:spcAft>
                <a:spcPts val="0"/>
              </a:spcAft>
              <a:buSzPts val="1100"/>
              <a:buFont typeface="Barlow"/>
              <a:buChar char="■"/>
              <a:defRPr sz="1100">
                <a:latin typeface="Barlow"/>
                <a:ea typeface="Barlow"/>
                <a:cs typeface="Barlow"/>
                <a:sym typeface="Barlow"/>
              </a:defRPr>
            </a:lvl9pPr>
          </a:lstStyle>
          <a:p/>
        </p:txBody>
      </p:sp>
      <p:sp>
        <p:nvSpPr>
          <p:cNvPr id="756" name="Google Shape;756;p82"/>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757" name="Google Shape;757;p8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758" name="Shape 758"/>
        <p:cNvGrpSpPr/>
        <p:nvPr/>
      </p:nvGrpSpPr>
      <p:grpSpPr>
        <a:xfrm>
          <a:off x="0" y="0"/>
          <a:ext cx="0" cy="0"/>
          <a:chOff x="0" y="0"/>
          <a:chExt cx="0" cy="0"/>
        </a:xfrm>
      </p:grpSpPr>
      <p:sp>
        <p:nvSpPr>
          <p:cNvPr id="759" name="Google Shape;759;p83"/>
          <p:cNvSpPr txBox="1"/>
          <p:nvPr>
            <p:ph idx="1" type="subTitle"/>
          </p:nvPr>
        </p:nvSpPr>
        <p:spPr>
          <a:xfrm>
            <a:off x="690250" y="415625"/>
            <a:ext cx="1261800" cy="270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760" name="Google Shape;760;p83"/>
          <p:cNvSpPr txBox="1"/>
          <p:nvPr>
            <p:ph idx="2"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p:txBody>
      </p:sp>
      <p:sp>
        <p:nvSpPr>
          <p:cNvPr id="761" name="Google Shape;761;p83"/>
          <p:cNvSpPr txBox="1"/>
          <p:nvPr>
            <p:ph idx="3" type="body"/>
          </p:nvPr>
        </p:nvSpPr>
        <p:spPr>
          <a:xfrm>
            <a:off x="480425" y="534275"/>
            <a:ext cx="4878300" cy="1917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62" name="Google Shape;762;p8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latin typeface="Barlow"/>
                <a:ea typeface="Barlow"/>
                <a:cs typeface="Barlow"/>
                <a:sym typeface="Barlow"/>
              </a:defRPr>
            </a:lvl1pPr>
            <a:lvl2pPr lvl="1" rtl="0">
              <a:buNone/>
              <a:defRPr sz="1100">
                <a:solidFill>
                  <a:schemeClr val="accent3"/>
                </a:solidFill>
                <a:latin typeface="Barlow"/>
                <a:ea typeface="Barlow"/>
                <a:cs typeface="Barlow"/>
                <a:sym typeface="Barlow"/>
              </a:defRPr>
            </a:lvl2pPr>
            <a:lvl3pPr lvl="2" rtl="0">
              <a:buNone/>
              <a:defRPr sz="1100">
                <a:solidFill>
                  <a:schemeClr val="accent3"/>
                </a:solidFill>
                <a:latin typeface="Barlow"/>
                <a:ea typeface="Barlow"/>
                <a:cs typeface="Barlow"/>
                <a:sym typeface="Barlow"/>
              </a:defRPr>
            </a:lvl3pPr>
            <a:lvl4pPr lvl="3" rtl="0">
              <a:buNone/>
              <a:defRPr sz="1100">
                <a:solidFill>
                  <a:schemeClr val="accent3"/>
                </a:solidFill>
                <a:latin typeface="Barlow"/>
                <a:ea typeface="Barlow"/>
                <a:cs typeface="Barlow"/>
                <a:sym typeface="Barlow"/>
              </a:defRPr>
            </a:lvl4pPr>
            <a:lvl5pPr lvl="4" rtl="0">
              <a:buNone/>
              <a:defRPr sz="1100">
                <a:solidFill>
                  <a:schemeClr val="accent3"/>
                </a:solidFill>
                <a:latin typeface="Barlow"/>
                <a:ea typeface="Barlow"/>
                <a:cs typeface="Barlow"/>
                <a:sym typeface="Barlow"/>
              </a:defRPr>
            </a:lvl5pPr>
            <a:lvl6pPr lvl="5" rtl="0">
              <a:buNone/>
              <a:defRPr sz="1100">
                <a:solidFill>
                  <a:schemeClr val="accent3"/>
                </a:solidFill>
                <a:latin typeface="Barlow"/>
                <a:ea typeface="Barlow"/>
                <a:cs typeface="Barlow"/>
                <a:sym typeface="Barlow"/>
              </a:defRPr>
            </a:lvl6pPr>
            <a:lvl7pPr lvl="6" rtl="0">
              <a:buNone/>
              <a:defRPr sz="1100">
                <a:solidFill>
                  <a:schemeClr val="accent3"/>
                </a:solidFill>
                <a:latin typeface="Barlow"/>
                <a:ea typeface="Barlow"/>
                <a:cs typeface="Barlow"/>
                <a:sym typeface="Barlow"/>
              </a:defRPr>
            </a:lvl7pPr>
            <a:lvl8pPr lvl="7" rtl="0">
              <a:buNone/>
              <a:defRPr sz="1100">
                <a:solidFill>
                  <a:schemeClr val="accent3"/>
                </a:solidFill>
                <a:latin typeface="Barlow"/>
                <a:ea typeface="Barlow"/>
                <a:cs typeface="Barlow"/>
                <a:sym typeface="Barlow"/>
              </a:defRPr>
            </a:lvl8pPr>
            <a:lvl9pPr lvl="8" rtl="0">
              <a:buNone/>
              <a:defRPr sz="1100">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763" name="Shape 763"/>
        <p:cNvGrpSpPr/>
        <p:nvPr/>
      </p:nvGrpSpPr>
      <p:grpSpPr>
        <a:xfrm>
          <a:off x="0" y="0"/>
          <a:ext cx="0" cy="0"/>
          <a:chOff x="0" y="0"/>
          <a:chExt cx="0" cy="0"/>
        </a:xfrm>
      </p:grpSpPr>
      <p:sp>
        <p:nvSpPr>
          <p:cNvPr id="764" name="Google Shape;764;p84"/>
          <p:cNvSpPr txBox="1"/>
          <p:nvPr>
            <p:ph type="title"/>
          </p:nvPr>
        </p:nvSpPr>
        <p:spPr>
          <a:xfrm>
            <a:off x="723861" y="1584738"/>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765" name="Google Shape;765;p84"/>
          <p:cNvSpPr txBox="1"/>
          <p:nvPr>
            <p:ph idx="2" type="title"/>
          </p:nvPr>
        </p:nvSpPr>
        <p:spPr>
          <a:xfrm>
            <a:off x="723861" y="239098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766" name="Google Shape;766;p84"/>
          <p:cNvSpPr txBox="1"/>
          <p:nvPr>
            <p:ph idx="3" type="title"/>
          </p:nvPr>
        </p:nvSpPr>
        <p:spPr>
          <a:xfrm>
            <a:off x="723861" y="315793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767" name="Google Shape;767;p84"/>
          <p:cNvSpPr txBox="1"/>
          <p:nvPr>
            <p:ph idx="4" type="title"/>
          </p:nvPr>
        </p:nvSpPr>
        <p:spPr>
          <a:xfrm>
            <a:off x="723861" y="3954905"/>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768" name="Google Shape;768;p84"/>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769" name="Google Shape;769;p84"/>
          <p:cNvSpPr txBox="1"/>
          <p:nvPr>
            <p:ph idx="5" type="body"/>
          </p:nvPr>
        </p:nvSpPr>
        <p:spPr>
          <a:xfrm>
            <a:off x="480425" y="610475"/>
            <a:ext cx="4878300" cy="37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770" name="Google Shape;770;p8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771" name="Shape 771"/>
        <p:cNvGrpSpPr/>
        <p:nvPr/>
      </p:nvGrpSpPr>
      <p:grpSpPr>
        <a:xfrm>
          <a:off x="0" y="0"/>
          <a:ext cx="0" cy="0"/>
          <a:chOff x="0" y="0"/>
          <a:chExt cx="0" cy="0"/>
        </a:xfrm>
      </p:grpSpPr>
      <p:sp>
        <p:nvSpPr>
          <p:cNvPr id="772" name="Google Shape;772;p85"/>
          <p:cNvSpPr txBox="1"/>
          <p:nvPr>
            <p:ph type="title"/>
          </p:nvPr>
        </p:nvSpPr>
        <p:spPr>
          <a:xfrm>
            <a:off x="455221" y="1321125"/>
            <a:ext cx="5094600" cy="1749900"/>
          </a:xfrm>
          <a:prstGeom prst="rect">
            <a:avLst/>
          </a:prstGeom>
          <a:noFill/>
        </p:spPr>
        <p:txBody>
          <a:bodyPr anchorCtr="0" anchor="t" bIns="91425" lIns="91425" spcFirstLastPara="1" rIns="91425" wrap="square" tIns="91425">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773" name="Google Shape;773;p85"/>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774" name="Google Shape;774;p8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775" name="Shape 775"/>
        <p:cNvGrpSpPr/>
        <p:nvPr/>
      </p:nvGrpSpPr>
      <p:grpSpPr>
        <a:xfrm>
          <a:off x="0" y="0"/>
          <a:ext cx="0" cy="0"/>
          <a:chOff x="0" y="0"/>
          <a:chExt cx="0" cy="0"/>
        </a:xfrm>
      </p:grpSpPr>
      <p:sp>
        <p:nvSpPr>
          <p:cNvPr id="776" name="Google Shape;776;p86"/>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777" name="Google Shape;777;p86"/>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778" name="Google Shape;778;p8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779" name="Shape 779"/>
        <p:cNvGrpSpPr/>
        <p:nvPr/>
      </p:nvGrpSpPr>
      <p:grpSpPr>
        <a:xfrm>
          <a:off x="0" y="0"/>
          <a:ext cx="0" cy="0"/>
          <a:chOff x="0" y="0"/>
          <a:chExt cx="0" cy="0"/>
        </a:xfrm>
      </p:grpSpPr>
      <p:sp>
        <p:nvSpPr>
          <p:cNvPr id="780" name="Google Shape;780;p87"/>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87"/>
          <p:cNvSpPr txBox="1"/>
          <p:nvPr>
            <p:ph idx="1" type="subTitle"/>
          </p:nvPr>
        </p:nvSpPr>
        <p:spPr>
          <a:xfrm>
            <a:off x="791150" y="522625"/>
            <a:ext cx="4977300" cy="1108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782" name="Google Shape;782;p87"/>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sz="1500">
                <a:solidFill>
                  <a:schemeClr val="lt1"/>
                </a:solidFill>
              </a:defRPr>
            </a:lvl2pPr>
            <a:lvl3pPr indent="-323850" lvl="2" marL="1371600">
              <a:spcBef>
                <a:spcPts val="0"/>
              </a:spcBef>
              <a:spcAft>
                <a:spcPts val="0"/>
              </a:spcAft>
              <a:buClr>
                <a:schemeClr val="lt1"/>
              </a:buClr>
              <a:buSzPts val="1500"/>
              <a:buChar char="■"/>
              <a:defRPr sz="1500">
                <a:solidFill>
                  <a:schemeClr val="lt1"/>
                </a:solidFill>
              </a:defRPr>
            </a:lvl3pPr>
            <a:lvl4pPr indent="-323850" lvl="3" marL="1828800">
              <a:spcBef>
                <a:spcPts val="0"/>
              </a:spcBef>
              <a:spcAft>
                <a:spcPts val="0"/>
              </a:spcAft>
              <a:buClr>
                <a:schemeClr val="lt1"/>
              </a:buClr>
              <a:buSzPts val="1500"/>
              <a:buChar char="●"/>
              <a:defRPr sz="1500">
                <a:solidFill>
                  <a:schemeClr val="lt1"/>
                </a:solidFill>
              </a:defRPr>
            </a:lvl4pPr>
            <a:lvl5pPr indent="-323850" lvl="4" marL="2286000">
              <a:spcBef>
                <a:spcPts val="0"/>
              </a:spcBef>
              <a:spcAft>
                <a:spcPts val="0"/>
              </a:spcAft>
              <a:buClr>
                <a:schemeClr val="lt1"/>
              </a:buClr>
              <a:buSzPts val="1500"/>
              <a:buChar char="○"/>
              <a:defRPr sz="1500">
                <a:solidFill>
                  <a:schemeClr val="lt1"/>
                </a:solidFill>
              </a:defRPr>
            </a:lvl5pPr>
            <a:lvl6pPr indent="-323850" lvl="5" marL="2743200">
              <a:spcBef>
                <a:spcPts val="0"/>
              </a:spcBef>
              <a:spcAft>
                <a:spcPts val="0"/>
              </a:spcAft>
              <a:buClr>
                <a:schemeClr val="lt1"/>
              </a:buClr>
              <a:buSzPts val="1500"/>
              <a:buChar char="■"/>
              <a:defRPr sz="1500">
                <a:solidFill>
                  <a:schemeClr val="lt1"/>
                </a:solidFill>
              </a:defRPr>
            </a:lvl6pPr>
            <a:lvl7pPr indent="-323850" lvl="6" marL="3200400">
              <a:spcBef>
                <a:spcPts val="0"/>
              </a:spcBef>
              <a:spcAft>
                <a:spcPts val="0"/>
              </a:spcAft>
              <a:buClr>
                <a:schemeClr val="lt1"/>
              </a:buClr>
              <a:buSzPts val="1500"/>
              <a:buChar char="●"/>
              <a:defRPr sz="1500">
                <a:solidFill>
                  <a:schemeClr val="lt1"/>
                </a:solidFill>
              </a:defRPr>
            </a:lvl7pPr>
            <a:lvl8pPr indent="-323850" lvl="7" marL="3657600">
              <a:spcBef>
                <a:spcPts val="0"/>
              </a:spcBef>
              <a:spcAft>
                <a:spcPts val="0"/>
              </a:spcAft>
              <a:buClr>
                <a:schemeClr val="lt1"/>
              </a:buClr>
              <a:buSzPts val="1500"/>
              <a:buChar char="○"/>
              <a:defRPr sz="1500">
                <a:solidFill>
                  <a:schemeClr val="lt1"/>
                </a:solidFill>
              </a:defRPr>
            </a:lvl8pPr>
            <a:lvl9pPr indent="-323850" lvl="8" marL="4114800">
              <a:spcBef>
                <a:spcPts val="0"/>
              </a:spcBef>
              <a:spcAft>
                <a:spcPts val="0"/>
              </a:spcAft>
              <a:buClr>
                <a:schemeClr val="lt1"/>
              </a:buClr>
              <a:buSzPts val="1500"/>
              <a:buChar char="■"/>
              <a:defRPr sz="1500">
                <a:solidFill>
                  <a:schemeClr val="lt1"/>
                </a:solidFill>
              </a:defRPr>
            </a:lvl9pPr>
          </a:lstStyle>
          <a:p/>
        </p:txBody>
      </p:sp>
      <p:sp>
        <p:nvSpPr>
          <p:cNvPr id="783" name="Google Shape;783;p8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784" name="Google Shape;784;p87"/>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87"/>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SzPts val="1100"/>
              <a:buNone/>
            </a:pPr>
            <a:r>
              <a:t/>
            </a:r>
            <a:endParaRPr sz="110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786" name="Shape 786"/>
        <p:cNvGrpSpPr/>
        <p:nvPr/>
      </p:nvGrpSpPr>
      <p:grpSpPr>
        <a:xfrm>
          <a:off x="0" y="0"/>
          <a:ext cx="0" cy="0"/>
          <a:chOff x="0" y="0"/>
          <a:chExt cx="0" cy="0"/>
        </a:xfrm>
      </p:grpSpPr>
      <p:sp>
        <p:nvSpPr>
          <p:cNvPr id="787" name="Google Shape;787;p88"/>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788" name="Google Shape;788;p88"/>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dk2"/>
              </a:solidFill>
            </a:endParaRPr>
          </a:p>
        </p:txBody>
      </p:sp>
      <p:sp>
        <p:nvSpPr>
          <p:cNvPr id="789" name="Google Shape;789;p88"/>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lt1"/>
              </a:solidFill>
            </a:endParaRPr>
          </a:p>
        </p:txBody>
      </p:sp>
      <p:sp>
        <p:nvSpPr>
          <p:cNvPr id="790" name="Google Shape;790;p88"/>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accent5"/>
              </a:solidFill>
            </a:endParaRPr>
          </a:p>
        </p:txBody>
      </p:sp>
      <p:sp>
        <p:nvSpPr>
          <p:cNvPr id="791" name="Google Shape;791;p88"/>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92" name="Google Shape;792;p88"/>
          <p:cNvSpPr txBox="1"/>
          <p:nvPr>
            <p:ph idx="2" type="body"/>
          </p:nvPr>
        </p:nvSpPr>
        <p:spPr>
          <a:xfrm>
            <a:off x="480425" y="610475"/>
            <a:ext cx="4878300" cy="600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93" name="Google Shape;793;p8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794" name="Shape 794"/>
        <p:cNvGrpSpPr/>
        <p:nvPr/>
      </p:nvGrpSpPr>
      <p:grpSpPr>
        <a:xfrm>
          <a:off x="0" y="0"/>
          <a:ext cx="0" cy="0"/>
          <a:chOff x="0" y="0"/>
          <a:chExt cx="0" cy="0"/>
        </a:xfrm>
      </p:grpSpPr>
      <p:sp>
        <p:nvSpPr>
          <p:cNvPr id="795" name="Google Shape;795;p89"/>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796" name="Google Shape;796;p89"/>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797" name="Google Shape;797;p8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798" name="Shape 798"/>
        <p:cNvGrpSpPr/>
        <p:nvPr/>
      </p:nvGrpSpPr>
      <p:grpSpPr>
        <a:xfrm>
          <a:off x="0" y="0"/>
          <a:ext cx="0" cy="0"/>
          <a:chOff x="0" y="0"/>
          <a:chExt cx="0" cy="0"/>
        </a:xfrm>
      </p:grpSpPr>
      <p:sp>
        <p:nvSpPr>
          <p:cNvPr id="799" name="Google Shape;799;p90"/>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90"/>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801" name="Google Shape;801;p90"/>
          <p:cNvSpPr txBox="1"/>
          <p:nvPr>
            <p:ph idx="2" type="body"/>
          </p:nvPr>
        </p:nvSpPr>
        <p:spPr>
          <a:xfrm>
            <a:off x="810075" y="2065225"/>
            <a:ext cx="7539900" cy="27774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Char char="●"/>
              <a:defRPr sz="2800">
                <a:solidFill>
                  <a:schemeClr val="lt1"/>
                </a:solidFill>
              </a:defRPr>
            </a:lvl1pPr>
            <a:lvl2pPr indent="-406400" lvl="1" marL="914400">
              <a:spcBef>
                <a:spcPts val="0"/>
              </a:spcBef>
              <a:spcAft>
                <a:spcPts val="0"/>
              </a:spcAft>
              <a:buClr>
                <a:schemeClr val="lt1"/>
              </a:buClr>
              <a:buSzPts val="2800"/>
              <a:buChar char="○"/>
              <a:defRPr sz="2800">
                <a:solidFill>
                  <a:schemeClr val="lt1"/>
                </a:solidFill>
              </a:defRPr>
            </a:lvl2pPr>
            <a:lvl3pPr indent="-406400" lvl="2" marL="1371600">
              <a:spcBef>
                <a:spcPts val="0"/>
              </a:spcBef>
              <a:spcAft>
                <a:spcPts val="0"/>
              </a:spcAft>
              <a:buClr>
                <a:schemeClr val="lt1"/>
              </a:buClr>
              <a:buSzPts val="2800"/>
              <a:buChar char="■"/>
              <a:defRPr sz="2800">
                <a:solidFill>
                  <a:schemeClr val="lt1"/>
                </a:solidFill>
              </a:defRPr>
            </a:lvl3pPr>
            <a:lvl4pPr indent="-406400" lvl="3" marL="1828800">
              <a:spcBef>
                <a:spcPts val="0"/>
              </a:spcBef>
              <a:spcAft>
                <a:spcPts val="0"/>
              </a:spcAft>
              <a:buClr>
                <a:schemeClr val="lt1"/>
              </a:buClr>
              <a:buSzPts val="2800"/>
              <a:buChar char="●"/>
              <a:defRPr sz="2800">
                <a:solidFill>
                  <a:schemeClr val="lt1"/>
                </a:solidFill>
              </a:defRPr>
            </a:lvl4pPr>
            <a:lvl5pPr indent="-406400" lvl="4" marL="2286000">
              <a:spcBef>
                <a:spcPts val="0"/>
              </a:spcBef>
              <a:spcAft>
                <a:spcPts val="0"/>
              </a:spcAft>
              <a:buClr>
                <a:schemeClr val="lt1"/>
              </a:buClr>
              <a:buSzPts val="2800"/>
              <a:buChar char="○"/>
              <a:defRPr sz="2800">
                <a:solidFill>
                  <a:schemeClr val="lt1"/>
                </a:solidFill>
              </a:defRPr>
            </a:lvl5pPr>
            <a:lvl6pPr indent="-406400" lvl="5" marL="2743200">
              <a:spcBef>
                <a:spcPts val="0"/>
              </a:spcBef>
              <a:spcAft>
                <a:spcPts val="0"/>
              </a:spcAft>
              <a:buClr>
                <a:schemeClr val="lt1"/>
              </a:buClr>
              <a:buSzPts val="2800"/>
              <a:buChar char="■"/>
              <a:defRPr sz="2800">
                <a:solidFill>
                  <a:schemeClr val="lt1"/>
                </a:solidFill>
              </a:defRPr>
            </a:lvl6pPr>
            <a:lvl7pPr indent="-406400" lvl="6" marL="3200400">
              <a:spcBef>
                <a:spcPts val="0"/>
              </a:spcBef>
              <a:spcAft>
                <a:spcPts val="0"/>
              </a:spcAft>
              <a:buClr>
                <a:schemeClr val="lt1"/>
              </a:buClr>
              <a:buSzPts val="2800"/>
              <a:buChar char="●"/>
              <a:defRPr sz="2800">
                <a:solidFill>
                  <a:schemeClr val="lt1"/>
                </a:solidFill>
              </a:defRPr>
            </a:lvl7pPr>
            <a:lvl8pPr indent="-406400" lvl="7" marL="3657600">
              <a:spcBef>
                <a:spcPts val="0"/>
              </a:spcBef>
              <a:spcAft>
                <a:spcPts val="0"/>
              </a:spcAft>
              <a:buClr>
                <a:schemeClr val="lt1"/>
              </a:buClr>
              <a:buSzPts val="2800"/>
              <a:buChar char="○"/>
              <a:defRPr sz="2800">
                <a:solidFill>
                  <a:schemeClr val="lt1"/>
                </a:solidFill>
              </a:defRPr>
            </a:lvl8pPr>
            <a:lvl9pPr indent="-406400" lvl="8" marL="4114800">
              <a:spcBef>
                <a:spcPts val="0"/>
              </a:spcBef>
              <a:spcAft>
                <a:spcPts val="0"/>
              </a:spcAft>
              <a:buClr>
                <a:schemeClr val="lt1"/>
              </a:buClr>
              <a:buSzPts val="2800"/>
              <a:buChar char="■"/>
              <a:defRPr sz="2800">
                <a:solidFill>
                  <a:schemeClr val="lt1"/>
                </a:solidFill>
              </a:defRPr>
            </a:lvl9pPr>
          </a:lstStyle>
          <a:p/>
        </p:txBody>
      </p:sp>
      <p:sp>
        <p:nvSpPr>
          <p:cNvPr id="802" name="Google Shape;802;p9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803" name="Shape 803"/>
        <p:cNvGrpSpPr/>
        <p:nvPr/>
      </p:nvGrpSpPr>
      <p:grpSpPr>
        <a:xfrm>
          <a:off x="0" y="0"/>
          <a:ext cx="0" cy="0"/>
          <a:chOff x="0" y="0"/>
          <a:chExt cx="0" cy="0"/>
        </a:xfrm>
      </p:grpSpPr>
      <p:sp>
        <p:nvSpPr>
          <p:cNvPr id="804" name="Google Shape;804;p91"/>
          <p:cNvSpPr/>
          <p:nvPr>
            <p:ph idx="2" type="pic"/>
          </p:nvPr>
        </p:nvSpPr>
        <p:spPr>
          <a:xfrm>
            <a:off x="0" y="0"/>
            <a:ext cx="9144000" cy="5143500"/>
          </a:xfrm>
          <a:prstGeom prst="rect">
            <a:avLst/>
          </a:prstGeom>
          <a:noFill/>
          <a:ln>
            <a:noFill/>
          </a:ln>
        </p:spPr>
      </p:sp>
      <p:sp>
        <p:nvSpPr>
          <p:cNvPr id="805" name="Google Shape;805;p91"/>
          <p:cNvSpPr txBox="1"/>
          <p:nvPr>
            <p:ph idx="1" type="body"/>
          </p:nvPr>
        </p:nvSpPr>
        <p:spPr>
          <a:xfrm>
            <a:off x="4655675" y="956675"/>
            <a:ext cx="3965400" cy="775200"/>
          </a:xfrm>
          <a:prstGeom prst="rect">
            <a:avLst/>
          </a:prstGeom>
          <a:solidFill>
            <a:schemeClr val="lt1"/>
          </a:solidFill>
        </p:spPr>
        <p:txBody>
          <a:bodyPr anchorCtr="0" anchor="t" bIns="274300" lIns="274300" spcFirstLastPara="1" rIns="274300" wrap="square" tIns="0">
            <a:noAutofit/>
          </a:bodyPr>
          <a:lstStyle>
            <a:lvl1pPr indent="-298450" lvl="0" marL="457200">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806" name="Google Shape;806;p91"/>
          <p:cNvSpPr txBox="1"/>
          <p:nvPr>
            <p:ph idx="3" type="subTitle"/>
          </p:nvPr>
        </p:nvSpPr>
        <p:spPr>
          <a:xfrm>
            <a:off x="4655675" y="522900"/>
            <a:ext cx="3965400" cy="442800"/>
          </a:xfrm>
          <a:prstGeom prst="rect">
            <a:avLst/>
          </a:prstGeom>
          <a:solidFill>
            <a:schemeClr val="lt1"/>
          </a:solidFill>
        </p:spPr>
        <p:txBody>
          <a:bodyPr anchorCtr="0" anchor="b" bIns="0" lIns="274300" spcFirstLastPara="1" rIns="274300" wrap="square" tIns="27430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807" name="Google Shape;807;p91"/>
          <p:cNvSpPr txBox="1"/>
          <p:nvPr>
            <p:ph idx="4" type="body"/>
          </p:nvPr>
        </p:nvSpPr>
        <p:spPr>
          <a:xfrm>
            <a:off x="524350" y="4144800"/>
            <a:ext cx="1558800" cy="475800"/>
          </a:xfrm>
          <a:prstGeom prst="rect">
            <a:avLst/>
          </a:prstGeom>
          <a:solidFill>
            <a:schemeClr val="lt1"/>
          </a:solidFill>
        </p:spPr>
        <p:txBody>
          <a:bodyPr anchorCtr="0" anchor="t" bIns="137150" lIns="137150" spcFirstLastPara="1" rIns="137150" wrap="square" tIns="137150">
            <a:noAutofit/>
          </a:bodyPr>
          <a:lstStyle>
            <a:lvl1pPr indent="-273050" lvl="0" marL="457200">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808" name="Google Shape;808;p9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809" name="Shape 809"/>
        <p:cNvGrpSpPr/>
        <p:nvPr/>
      </p:nvGrpSpPr>
      <p:grpSpPr>
        <a:xfrm>
          <a:off x="0" y="0"/>
          <a:ext cx="0" cy="0"/>
          <a:chOff x="0" y="0"/>
          <a:chExt cx="0" cy="0"/>
        </a:xfrm>
      </p:grpSpPr>
      <p:sp>
        <p:nvSpPr>
          <p:cNvPr id="810" name="Google Shape;810;p92"/>
          <p:cNvSpPr/>
          <p:nvPr>
            <p:ph idx="2" type="pic"/>
          </p:nvPr>
        </p:nvSpPr>
        <p:spPr>
          <a:xfrm>
            <a:off x="5485725" y="523025"/>
            <a:ext cx="3135300" cy="4097700"/>
          </a:xfrm>
          <a:prstGeom prst="roundRect">
            <a:avLst>
              <a:gd fmla="val 16667" name="adj"/>
            </a:avLst>
          </a:prstGeom>
          <a:noFill/>
          <a:ln>
            <a:noFill/>
          </a:ln>
        </p:spPr>
      </p:sp>
      <p:sp>
        <p:nvSpPr>
          <p:cNvPr id="811" name="Google Shape;811;p92"/>
          <p:cNvSpPr txBox="1"/>
          <p:nvPr>
            <p:ph type="title"/>
          </p:nvPr>
        </p:nvSpPr>
        <p:spPr>
          <a:xfrm>
            <a:off x="591441" y="391675"/>
            <a:ext cx="4397400" cy="3178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812" name="Google Shape;812;p92"/>
          <p:cNvSpPr txBox="1"/>
          <p:nvPr>
            <p:ph idx="1" type="body"/>
          </p:nvPr>
        </p:nvSpPr>
        <p:spPr>
          <a:xfrm>
            <a:off x="638750" y="4413181"/>
            <a:ext cx="5537100" cy="3105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813" name="Google Shape;813;p9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814" name="Shape 814"/>
        <p:cNvGrpSpPr/>
        <p:nvPr/>
      </p:nvGrpSpPr>
      <p:grpSpPr>
        <a:xfrm>
          <a:off x="0" y="0"/>
          <a:ext cx="0" cy="0"/>
          <a:chOff x="0" y="0"/>
          <a:chExt cx="0" cy="0"/>
        </a:xfrm>
      </p:grpSpPr>
      <p:sp>
        <p:nvSpPr>
          <p:cNvPr id="815" name="Google Shape;815;p93"/>
          <p:cNvSpPr txBox="1"/>
          <p:nvPr>
            <p:ph idx="1" type="body"/>
          </p:nvPr>
        </p:nvSpPr>
        <p:spPr>
          <a:xfrm>
            <a:off x="5481425"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16" name="Google Shape;816;p93"/>
          <p:cNvSpPr txBox="1"/>
          <p:nvPr>
            <p:ph idx="2" type="body"/>
          </p:nvPr>
        </p:nvSpPr>
        <p:spPr>
          <a:xfrm>
            <a:off x="3918400" y="27157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17" name="Google Shape;817;p93"/>
          <p:cNvSpPr txBox="1"/>
          <p:nvPr>
            <p:ph idx="3" type="body"/>
          </p:nvPr>
        </p:nvSpPr>
        <p:spPr>
          <a:xfrm>
            <a:off x="2349550"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18" name="Google Shape;818;p93"/>
          <p:cNvSpPr txBox="1"/>
          <p:nvPr>
            <p:ph idx="4"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819" name="Google Shape;819;p93"/>
          <p:cNvSpPr txBox="1"/>
          <p:nvPr>
            <p:ph idx="5"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20" name="Google Shape;820;p93"/>
          <p:cNvSpPr txBox="1"/>
          <p:nvPr>
            <p:ph idx="6" type="body"/>
          </p:nvPr>
        </p:nvSpPr>
        <p:spPr>
          <a:xfrm>
            <a:off x="70444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821" name="Google Shape;821;p93"/>
          <p:cNvCxnSpPr/>
          <p:nvPr/>
        </p:nvCxnSpPr>
        <p:spPr>
          <a:xfrm rot="10800000">
            <a:off x="827250" y="1481375"/>
            <a:ext cx="7489500" cy="0"/>
          </a:xfrm>
          <a:prstGeom prst="straightConnector1">
            <a:avLst/>
          </a:prstGeom>
          <a:noFill/>
          <a:ln cap="flat" cmpd="sng" w="19050">
            <a:solidFill>
              <a:schemeClr val="accent1"/>
            </a:solidFill>
            <a:prstDash val="solid"/>
            <a:round/>
            <a:headEnd len="med" w="med" type="none"/>
            <a:tailEnd len="med" w="med" type="none"/>
          </a:ln>
        </p:spPr>
      </p:cxnSp>
      <p:sp>
        <p:nvSpPr>
          <p:cNvPr id="822" name="Google Shape;822;p93"/>
          <p:cNvSpPr/>
          <p:nvPr>
            <p:ph idx="7" type="pic"/>
          </p:nvPr>
        </p:nvSpPr>
        <p:spPr>
          <a:xfrm>
            <a:off x="7049625" y="523025"/>
            <a:ext cx="1305900" cy="1918500"/>
          </a:xfrm>
          <a:prstGeom prst="roundRect">
            <a:avLst>
              <a:gd fmla="val 16667" name="adj"/>
            </a:avLst>
          </a:prstGeom>
          <a:noFill/>
          <a:ln>
            <a:noFill/>
          </a:ln>
        </p:spPr>
      </p:sp>
      <p:sp>
        <p:nvSpPr>
          <p:cNvPr id="823" name="Google Shape;823;p93"/>
          <p:cNvSpPr/>
          <p:nvPr>
            <p:ph idx="8" type="pic"/>
          </p:nvPr>
        </p:nvSpPr>
        <p:spPr>
          <a:xfrm>
            <a:off x="784775" y="522100"/>
            <a:ext cx="1305900" cy="1918500"/>
          </a:xfrm>
          <a:prstGeom prst="roundRect">
            <a:avLst>
              <a:gd fmla="val 16667" name="adj"/>
            </a:avLst>
          </a:prstGeom>
          <a:noFill/>
          <a:ln>
            <a:noFill/>
          </a:ln>
        </p:spPr>
      </p:sp>
      <p:sp>
        <p:nvSpPr>
          <p:cNvPr id="824" name="Google Shape;824;p93"/>
          <p:cNvSpPr/>
          <p:nvPr>
            <p:ph idx="9" type="pic"/>
          </p:nvPr>
        </p:nvSpPr>
        <p:spPr>
          <a:xfrm>
            <a:off x="2343950" y="523500"/>
            <a:ext cx="1305900" cy="1918500"/>
          </a:xfrm>
          <a:prstGeom prst="roundRect">
            <a:avLst>
              <a:gd fmla="val 16667" name="adj"/>
            </a:avLst>
          </a:prstGeom>
          <a:noFill/>
          <a:ln>
            <a:noFill/>
          </a:ln>
        </p:spPr>
      </p:sp>
      <p:sp>
        <p:nvSpPr>
          <p:cNvPr id="825" name="Google Shape;825;p93"/>
          <p:cNvSpPr/>
          <p:nvPr>
            <p:ph idx="13" type="pic"/>
          </p:nvPr>
        </p:nvSpPr>
        <p:spPr>
          <a:xfrm>
            <a:off x="3915213" y="523500"/>
            <a:ext cx="1305900" cy="1918500"/>
          </a:xfrm>
          <a:prstGeom prst="roundRect">
            <a:avLst>
              <a:gd fmla="val 16667" name="adj"/>
            </a:avLst>
          </a:prstGeom>
          <a:noFill/>
          <a:ln>
            <a:noFill/>
          </a:ln>
        </p:spPr>
      </p:sp>
      <p:sp>
        <p:nvSpPr>
          <p:cNvPr id="826" name="Google Shape;826;p93"/>
          <p:cNvSpPr/>
          <p:nvPr>
            <p:ph idx="14" type="pic"/>
          </p:nvPr>
        </p:nvSpPr>
        <p:spPr>
          <a:xfrm>
            <a:off x="5490975" y="523500"/>
            <a:ext cx="1305900" cy="1918500"/>
          </a:xfrm>
          <a:prstGeom prst="roundRect">
            <a:avLst>
              <a:gd fmla="val 16667" name="adj"/>
            </a:avLst>
          </a:prstGeom>
          <a:noFill/>
          <a:ln>
            <a:noFill/>
          </a:ln>
        </p:spPr>
      </p:sp>
      <p:sp>
        <p:nvSpPr>
          <p:cNvPr id="827" name="Google Shape;827;p93"/>
          <p:cNvSpPr txBox="1"/>
          <p:nvPr>
            <p:ph idx="15"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828" name="Google Shape;828;p93"/>
          <p:cNvSpPr txBox="1"/>
          <p:nvPr>
            <p:ph idx="16"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829" name="Google Shape;829;p93"/>
          <p:cNvSpPr txBox="1"/>
          <p:nvPr>
            <p:ph idx="17"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830" name="Google Shape;830;p93"/>
          <p:cNvSpPr txBox="1"/>
          <p:nvPr>
            <p:ph idx="18" type="body"/>
          </p:nvPr>
        </p:nvSpPr>
        <p:spPr>
          <a:xfrm>
            <a:off x="391548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831" name="Google Shape;831;p93"/>
          <p:cNvSpPr txBox="1"/>
          <p:nvPr>
            <p:ph idx="19" type="body"/>
          </p:nvPr>
        </p:nvSpPr>
        <p:spPr>
          <a:xfrm>
            <a:off x="5479963"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832" name="Google Shape;832;p93"/>
          <p:cNvSpPr txBox="1"/>
          <p:nvPr>
            <p:ph idx="20" type="body"/>
          </p:nvPr>
        </p:nvSpPr>
        <p:spPr>
          <a:xfrm>
            <a:off x="704733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833" name="Google Shape;833;p9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834" name="Shape 834"/>
        <p:cNvGrpSpPr/>
        <p:nvPr/>
      </p:nvGrpSpPr>
      <p:grpSpPr>
        <a:xfrm>
          <a:off x="0" y="0"/>
          <a:ext cx="0" cy="0"/>
          <a:chOff x="0" y="0"/>
          <a:chExt cx="0" cy="0"/>
        </a:xfrm>
      </p:grpSpPr>
      <p:sp>
        <p:nvSpPr>
          <p:cNvPr id="835" name="Google Shape;835;p94"/>
          <p:cNvSpPr txBox="1"/>
          <p:nvPr>
            <p:ph idx="1" type="body"/>
          </p:nvPr>
        </p:nvSpPr>
        <p:spPr>
          <a:xfrm>
            <a:off x="3917825" y="4024920"/>
            <a:ext cx="44412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836" name="Google Shape;836;p94"/>
          <p:cNvSpPr txBox="1"/>
          <p:nvPr>
            <p:ph idx="2" type="subTitle"/>
          </p:nvPr>
        </p:nvSpPr>
        <p:spPr>
          <a:xfrm>
            <a:off x="783675" y="3967895"/>
            <a:ext cx="2877600" cy="431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837" name="Google Shape;837;p9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838" name="Shape 838"/>
        <p:cNvGrpSpPr/>
        <p:nvPr/>
      </p:nvGrpSpPr>
      <p:grpSpPr>
        <a:xfrm>
          <a:off x="0" y="0"/>
          <a:ext cx="0" cy="0"/>
          <a:chOff x="0" y="0"/>
          <a:chExt cx="0" cy="0"/>
        </a:xfrm>
      </p:grpSpPr>
      <p:sp>
        <p:nvSpPr>
          <p:cNvPr id="839" name="Google Shape;839;p9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840" name="Google Shape;840;p9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841" name="Google Shape;841;p9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842" name="Shape 842"/>
        <p:cNvGrpSpPr/>
        <p:nvPr/>
      </p:nvGrpSpPr>
      <p:grpSpPr>
        <a:xfrm>
          <a:off x="0" y="0"/>
          <a:ext cx="0" cy="0"/>
          <a:chOff x="0" y="0"/>
          <a:chExt cx="0" cy="0"/>
        </a:xfrm>
      </p:grpSpPr>
      <p:sp>
        <p:nvSpPr>
          <p:cNvPr id="843" name="Google Shape;843;p96"/>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844" name="Google Shape;844;p96"/>
          <p:cNvSpPr txBox="1"/>
          <p:nvPr>
            <p:ph idx="1" type="body"/>
          </p:nvPr>
        </p:nvSpPr>
        <p:spPr>
          <a:xfrm>
            <a:off x="3918400"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845" name="Google Shape;845;p96"/>
          <p:cNvSpPr txBox="1"/>
          <p:nvPr>
            <p:ph idx="2" type="body"/>
          </p:nvPr>
        </p:nvSpPr>
        <p:spPr>
          <a:xfrm>
            <a:off x="3918400"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46" name="Google Shape;846;p96"/>
          <p:cNvSpPr txBox="1"/>
          <p:nvPr>
            <p:ph idx="3" type="body"/>
          </p:nvPr>
        </p:nvSpPr>
        <p:spPr>
          <a:xfrm>
            <a:off x="7044450" y="36805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847" name="Google Shape;847;p96"/>
          <p:cNvSpPr txBox="1"/>
          <p:nvPr>
            <p:ph idx="4" type="body"/>
          </p:nvPr>
        </p:nvSpPr>
        <p:spPr>
          <a:xfrm>
            <a:off x="7044450" y="37806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48" name="Google Shape;848;p96"/>
          <p:cNvSpPr/>
          <p:nvPr>
            <p:ph idx="5" type="pic"/>
          </p:nvPr>
        </p:nvSpPr>
        <p:spPr>
          <a:xfrm>
            <a:off x="7049625" y="1588125"/>
            <a:ext cx="1305900" cy="1918500"/>
          </a:xfrm>
          <a:prstGeom prst="roundRect">
            <a:avLst>
              <a:gd fmla="val 16667" name="adj"/>
            </a:avLst>
          </a:prstGeom>
          <a:noFill/>
          <a:ln>
            <a:noFill/>
          </a:ln>
        </p:spPr>
      </p:sp>
      <p:sp>
        <p:nvSpPr>
          <p:cNvPr id="849" name="Google Shape;849;p96"/>
          <p:cNvSpPr/>
          <p:nvPr>
            <p:ph idx="6" type="pic"/>
          </p:nvPr>
        </p:nvSpPr>
        <p:spPr>
          <a:xfrm>
            <a:off x="3915213" y="1588600"/>
            <a:ext cx="1305900" cy="1918500"/>
          </a:xfrm>
          <a:prstGeom prst="roundRect">
            <a:avLst>
              <a:gd fmla="val 16667" name="adj"/>
            </a:avLst>
          </a:prstGeom>
          <a:noFill/>
          <a:ln>
            <a:noFill/>
          </a:ln>
        </p:spPr>
      </p:sp>
      <p:sp>
        <p:nvSpPr>
          <p:cNvPr id="850" name="Google Shape;850;p96"/>
          <p:cNvSpPr/>
          <p:nvPr>
            <p:ph idx="7" type="pic"/>
          </p:nvPr>
        </p:nvSpPr>
        <p:spPr>
          <a:xfrm>
            <a:off x="5490975" y="1588600"/>
            <a:ext cx="1305900" cy="1918500"/>
          </a:xfrm>
          <a:prstGeom prst="roundRect">
            <a:avLst>
              <a:gd fmla="val 16667" name="adj"/>
            </a:avLst>
          </a:prstGeom>
          <a:noFill/>
          <a:ln>
            <a:noFill/>
          </a:ln>
        </p:spPr>
      </p:sp>
      <p:sp>
        <p:nvSpPr>
          <p:cNvPr id="851" name="Google Shape;851;p96"/>
          <p:cNvSpPr txBox="1"/>
          <p:nvPr>
            <p:ph idx="8" type="subTitle"/>
          </p:nvPr>
        </p:nvSpPr>
        <p:spPr>
          <a:xfrm>
            <a:off x="3918800"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852" name="Google Shape;852;p96"/>
          <p:cNvSpPr txBox="1"/>
          <p:nvPr>
            <p:ph idx="9" type="subTitle"/>
          </p:nvPr>
        </p:nvSpPr>
        <p:spPr>
          <a:xfrm>
            <a:off x="5484775"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853" name="Google Shape;853;p96"/>
          <p:cNvSpPr txBox="1"/>
          <p:nvPr>
            <p:ph idx="13" type="subTitle"/>
          </p:nvPr>
        </p:nvSpPr>
        <p:spPr>
          <a:xfrm>
            <a:off x="7050750" y="10327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854" name="Google Shape;854;p96"/>
          <p:cNvSpPr txBox="1"/>
          <p:nvPr>
            <p:ph idx="14" type="body"/>
          </p:nvPr>
        </p:nvSpPr>
        <p:spPr>
          <a:xfrm>
            <a:off x="507400" y="1828050"/>
            <a:ext cx="2136300" cy="29733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2"/>
              </a:buClr>
              <a:buSzPts val="2800"/>
              <a:buChar char="●"/>
              <a:defRPr sz="2800">
                <a:solidFill>
                  <a:schemeClr val="accent2"/>
                </a:solidFill>
              </a:defRPr>
            </a:lvl1pPr>
            <a:lvl2pPr indent="-406400" lvl="1" marL="914400">
              <a:spcBef>
                <a:spcPts val="0"/>
              </a:spcBef>
              <a:spcAft>
                <a:spcPts val="0"/>
              </a:spcAft>
              <a:buClr>
                <a:schemeClr val="accent2"/>
              </a:buClr>
              <a:buSzPts val="2800"/>
              <a:buChar char="○"/>
              <a:defRPr sz="2800">
                <a:solidFill>
                  <a:schemeClr val="accent2"/>
                </a:solidFill>
              </a:defRPr>
            </a:lvl2pPr>
            <a:lvl3pPr indent="-406400" lvl="2" marL="1371600">
              <a:spcBef>
                <a:spcPts val="0"/>
              </a:spcBef>
              <a:spcAft>
                <a:spcPts val="0"/>
              </a:spcAft>
              <a:buClr>
                <a:schemeClr val="accent2"/>
              </a:buClr>
              <a:buSzPts val="2800"/>
              <a:buChar char="■"/>
              <a:defRPr sz="2800">
                <a:solidFill>
                  <a:schemeClr val="accent2"/>
                </a:solidFill>
              </a:defRPr>
            </a:lvl3pPr>
            <a:lvl4pPr indent="-406400" lvl="3" marL="1828800">
              <a:spcBef>
                <a:spcPts val="0"/>
              </a:spcBef>
              <a:spcAft>
                <a:spcPts val="0"/>
              </a:spcAft>
              <a:buClr>
                <a:schemeClr val="accent2"/>
              </a:buClr>
              <a:buSzPts val="2800"/>
              <a:buChar char="●"/>
              <a:defRPr sz="2800">
                <a:solidFill>
                  <a:schemeClr val="accent2"/>
                </a:solidFill>
              </a:defRPr>
            </a:lvl4pPr>
            <a:lvl5pPr indent="-406400" lvl="4" marL="2286000">
              <a:spcBef>
                <a:spcPts val="0"/>
              </a:spcBef>
              <a:spcAft>
                <a:spcPts val="0"/>
              </a:spcAft>
              <a:buClr>
                <a:schemeClr val="accent2"/>
              </a:buClr>
              <a:buSzPts val="2800"/>
              <a:buChar char="○"/>
              <a:defRPr sz="2800">
                <a:solidFill>
                  <a:schemeClr val="accent2"/>
                </a:solidFill>
              </a:defRPr>
            </a:lvl5pPr>
            <a:lvl6pPr indent="-406400" lvl="5" marL="2743200">
              <a:spcBef>
                <a:spcPts val="0"/>
              </a:spcBef>
              <a:spcAft>
                <a:spcPts val="0"/>
              </a:spcAft>
              <a:buClr>
                <a:schemeClr val="accent2"/>
              </a:buClr>
              <a:buSzPts val="2800"/>
              <a:buChar char="■"/>
              <a:defRPr sz="2800">
                <a:solidFill>
                  <a:schemeClr val="accent2"/>
                </a:solidFill>
              </a:defRPr>
            </a:lvl6pPr>
            <a:lvl7pPr indent="-406400" lvl="6" marL="3200400">
              <a:spcBef>
                <a:spcPts val="0"/>
              </a:spcBef>
              <a:spcAft>
                <a:spcPts val="0"/>
              </a:spcAft>
              <a:buClr>
                <a:schemeClr val="accent2"/>
              </a:buClr>
              <a:buSzPts val="2800"/>
              <a:buChar char="●"/>
              <a:defRPr sz="2800">
                <a:solidFill>
                  <a:schemeClr val="accent2"/>
                </a:solidFill>
              </a:defRPr>
            </a:lvl7pPr>
            <a:lvl8pPr indent="-406400" lvl="7" marL="3657600">
              <a:spcBef>
                <a:spcPts val="0"/>
              </a:spcBef>
              <a:spcAft>
                <a:spcPts val="0"/>
              </a:spcAft>
              <a:buClr>
                <a:schemeClr val="accent2"/>
              </a:buClr>
              <a:buSzPts val="2800"/>
              <a:buChar char="○"/>
              <a:defRPr sz="2800">
                <a:solidFill>
                  <a:schemeClr val="accent2"/>
                </a:solidFill>
              </a:defRPr>
            </a:lvl8pPr>
            <a:lvl9pPr indent="-406400" lvl="8" marL="4114800">
              <a:spcBef>
                <a:spcPts val="0"/>
              </a:spcBef>
              <a:spcAft>
                <a:spcPts val="0"/>
              </a:spcAft>
              <a:buClr>
                <a:schemeClr val="accent2"/>
              </a:buClr>
              <a:buSzPts val="2800"/>
              <a:buChar char="■"/>
              <a:defRPr sz="2800">
                <a:solidFill>
                  <a:schemeClr val="accent2"/>
                </a:solidFill>
              </a:defRPr>
            </a:lvl9pPr>
          </a:lstStyle>
          <a:p/>
        </p:txBody>
      </p:sp>
      <p:sp>
        <p:nvSpPr>
          <p:cNvPr id="855" name="Google Shape;855;p96"/>
          <p:cNvSpPr txBox="1"/>
          <p:nvPr>
            <p:ph idx="15" type="body"/>
          </p:nvPr>
        </p:nvSpPr>
        <p:spPr>
          <a:xfrm>
            <a:off x="5481425"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856" name="Google Shape;856;p96"/>
          <p:cNvSpPr txBox="1"/>
          <p:nvPr>
            <p:ph idx="16" type="body"/>
          </p:nvPr>
        </p:nvSpPr>
        <p:spPr>
          <a:xfrm>
            <a:off x="5481425"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57" name="Google Shape;857;p9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858" name="Shape 858"/>
        <p:cNvGrpSpPr/>
        <p:nvPr/>
      </p:nvGrpSpPr>
      <p:grpSpPr>
        <a:xfrm>
          <a:off x="0" y="0"/>
          <a:ext cx="0" cy="0"/>
          <a:chOff x="0" y="0"/>
          <a:chExt cx="0" cy="0"/>
        </a:xfrm>
      </p:grpSpPr>
      <p:sp>
        <p:nvSpPr>
          <p:cNvPr id="859" name="Google Shape;859;p97"/>
          <p:cNvSpPr txBox="1"/>
          <p:nvPr>
            <p:ph idx="1"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860" name="Google Shape;860;p97"/>
          <p:cNvSpPr txBox="1"/>
          <p:nvPr>
            <p:ph idx="2"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861" name="Google Shape;861;p97"/>
          <p:cNvCxnSpPr/>
          <p:nvPr/>
        </p:nvCxnSpPr>
        <p:spPr>
          <a:xfrm rot="10800000">
            <a:off x="827250" y="1481375"/>
            <a:ext cx="7489500" cy="0"/>
          </a:xfrm>
          <a:prstGeom prst="straightConnector1">
            <a:avLst/>
          </a:prstGeom>
          <a:noFill/>
          <a:ln cap="flat" cmpd="sng" w="19050">
            <a:solidFill>
              <a:schemeClr val="accent2"/>
            </a:solidFill>
            <a:prstDash val="solid"/>
            <a:round/>
            <a:headEnd len="med" w="med" type="none"/>
            <a:tailEnd len="med" w="med" type="none"/>
          </a:ln>
        </p:spPr>
      </p:cxnSp>
      <p:sp>
        <p:nvSpPr>
          <p:cNvPr id="862" name="Google Shape;862;p97"/>
          <p:cNvSpPr/>
          <p:nvPr>
            <p:ph idx="3" type="pic"/>
          </p:nvPr>
        </p:nvSpPr>
        <p:spPr>
          <a:xfrm>
            <a:off x="7049625" y="523025"/>
            <a:ext cx="1305900" cy="1918500"/>
          </a:xfrm>
          <a:prstGeom prst="roundRect">
            <a:avLst>
              <a:gd fmla="val 16667" name="adj"/>
            </a:avLst>
          </a:prstGeom>
          <a:noFill/>
          <a:ln>
            <a:noFill/>
          </a:ln>
        </p:spPr>
      </p:sp>
      <p:sp>
        <p:nvSpPr>
          <p:cNvPr id="863" name="Google Shape;863;p97"/>
          <p:cNvSpPr/>
          <p:nvPr>
            <p:ph idx="4" type="pic"/>
          </p:nvPr>
        </p:nvSpPr>
        <p:spPr>
          <a:xfrm>
            <a:off x="784775" y="522100"/>
            <a:ext cx="1305900" cy="1918500"/>
          </a:xfrm>
          <a:prstGeom prst="roundRect">
            <a:avLst>
              <a:gd fmla="val 16667" name="adj"/>
            </a:avLst>
          </a:prstGeom>
          <a:noFill/>
          <a:ln>
            <a:noFill/>
          </a:ln>
        </p:spPr>
      </p:sp>
      <p:sp>
        <p:nvSpPr>
          <p:cNvPr id="864" name="Google Shape;864;p97"/>
          <p:cNvSpPr/>
          <p:nvPr>
            <p:ph idx="5" type="pic"/>
          </p:nvPr>
        </p:nvSpPr>
        <p:spPr>
          <a:xfrm>
            <a:off x="2343950" y="523500"/>
            <a:ext cx="1305900" cy="1918500"/>
          </a:xfrm>
          <a:prstGeom prst="roundRect">
            <a:avLst>
              <a:gd fmla="val 16667" name="adj"/>
            </a:avLst>
          </a:prstGeom>
          <a:noFill/>
          <a:ln>
            <a:noFill/>
          </a:ln>
        </p:spPr>
      </p:sp>
      <p:sp>
        <p:nvSpPr>
          <p:cNvPr id="865" name="Google Shape;865;p97"/>
          <p:cNvSpPr/>
          <p:nvPr>
            <p:ph idx="6" type="pic"/>
          </p:nvPr>
        </p:nvSpPr>
        <p:spPr>
          <a:xfrm>
            <a:off x="3915213" y="523500"/>
            <a:ext cx="1305900" cy="1918500"/>
          </a:xfrm>
          <a:prstGeom prst="roundRect">
            <a:avLst>
              <a:gd fmla="val 16667" name="adj"/>
            </a:avLst>
          </a:prstGeom>
          <a:noFill/>
          <a:ln>
            <a:noFill/>
          </a:ln>
        </p:spPr>
      </p:sp>
      <p:sp>
        <p:nvSpPr>
          <p:cNvPr id="866" name="Google Shape;866;p97"/>
          <p:cNvSpPr/>
          <p:nvPr>
            <p:ph idx="7" type="pic"/>
          </p:nvPr>
        </p:nvSpPr>
        <p:spPr>
          <a:xfrm>
            <a:off x="5490975" y="523500"/>
            <a:ext cx="1305900" cy="1918500"/>
          </a:xfrm>
          <a:prstGeom prst="roundRect">
            <a:avLst>
              <a:gd fmla="val 16667" name="adj"/>
            </a:avLst>
          </a:prstGeom>
          <a:noFill/>
          <a:ln>
            <a:noFill/>
          </a:ln>
        </p:spPr>
      </p:sp>
      <p:sp>
        <p:nvSpPr>
          <p:cNvPr id="867" name="Google Shape;867;p97"/>
          <p:cNvSpPr txBox="1"/>
          <p:nvPr>
            <p:ph idx="8"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868" name="Google Shape;868;p97"/>
          <p:cNvSpPr txBox="1"/>
          <p:nvPr>
            <p:ph idx="9"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869" name="Google Shape;869;p97"/>
          <p:cNvSpPr txBox="1"/>
          <p:nvPr>
            <p:ph idx="13"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870" name="Google Shape;870;p97"/>
          <p:cNvSpPr txBox="1"/>
          <p:nvPr>
            <p:ph idx="14" type="body"/>
          </p:nvPr>
        </p:nvSpPr>
        <p:spPr>
          <a:xfrm>
            <a:off x="23495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71" name="Google Shape;871;p97"/>
          <p:cNvSpPr txBox="1"/>
          <p:nvPr>
            <p:ph idx="15" type="body"/>
          </p:nvPr>
        </p:nvSpPr>
        <p:spPr>
          <a:xfrm>
            <a:off x="39078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872" name="Google Shape;872;p97"/>
          <p:cNvSpPr txBox="1"/>
          <p:nvPr>
            <p:ph idx="16" type="body"/>
          </p:nvPr>
        </p:nvSpPr>
        <p:spPr>
          <a:xfrm>
            <a:off x="39078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73" name="Google Shape;873;p97"/>
          <p:cNvSpPr txBox="1"/>
          <p:nvPr>
            <p:ph idx="17" type="body"/>
          </p:nvPr>
        </p:nvSpPr>
        <p:spPr>
          <a:xfrm>
            <a:off x="5496525"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874" name="Google Shape;874;p97"/>
          <p:cNvSpPr txBox="1"/>
          <p:nvPr>
            <p:ph idx="18" type="body"/>
          </p:nvPr>
        </p:nvSpPr>
        <p:spPr>
          <a:xfrm>
            <a:off x="5496525"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75" name="Google Shape;875;p97"/>
          <p:cNvSpPr txBox="1"/>
          <p:nvPr>
            <p:ph idx="19" type="body"/>
          </p:nvPr>
        </p:nvSpPr>
        <p:spPr>
          <a:xfrm>
            <a:off x="70852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876" name="Google Shape;876;p97"/>
          <p:cNvSpPr txBox="1"/>
          <p:nvPr>
            <p:ph idx="20" type="body"/>
          </p:nvPr>
        </p:nvSpPr>
        <p:spPr>
          <a:xfrm>
            <a:off x="70852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877" name="Google Shape;877;p9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878" name="Shape 878"/>
        <p:cNvGrpSpPr/>
        <p:nvPr/>
      </p:nvGrpSpPr>
      <p:grpSpPr>
        <a:xfrm>
          <a:off x="0" y="0"/>
          <a:ext cx="0" cy="0"/>
          <a:chOff x="0" y="0"/>
          <a:chExt cx="0" cy="0"/>
        </a:xfrm>
      </p:grpSpPr>
      <p:sp>
        <p:nvSpPr>
          <p:cNvPr id="879" name="Google Shape;879;p98"/>
          <p:cNvSpPr txBox="1"/>
          <p:nvPr>
            <p:ph idx="1" type="body"/>
          </p:nvPr>
        </p:nvSpPr>
        <p:spPr>
          <a:xfrm>
            <a:off x="3133000" y="514275"/>
            <a:ext cx="38907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880" name="Google Shape;880;p98"/>
          <p:cNvSpPr txBox="1"/>
          <p:nvPr>
            <p:ph idx="2" type="body"/>
          </p:nvPr>
        </p:nvSpPr>
        <p:spPr>
          <a:xfrm>
            <a:off x="657679" y="436194"/>
            <a:ext cx="2278800" cy="1985100"/>
          </a:xfrm>
          <a:prstGeom prst="rect">
            <a:avLst/>
          </a:prstGeom>
        </p:spPr>
        <p:txBody>
          <a:bodyPr anchorCtr="0" anchor="t" bIns="91425" lIns="91425" spcFirstLastPara="1" rIns="91425" wrap="square" tIns="91425">
            <a:no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881" name="Google Shape;881;p9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882" name="Shape 882"/>
        <p:cNvGrpSpPr/>
        <p:nvPr/>
      </p:nvGrpSpPr>
      <p:grpSpPr>
        <a:xfrm>
          <a:off x="0" y="0"/>
          <a:ext cx="0" cy="0"/>
          <a:chOff x="0" y="0"/>
          <a:chExt cx="0" cy="0"/>
        </a:xfrm>
      </p:grpSpPr>
      <p:sp>
        <p:nvSpPr>
          <p:cNvPr id="883" name="Google Shape;883;p99"/>
          <p:cNvSpPr txBox="1"/>
          <p:nvPr>
            <p:ph idx="1" type="body"/>
          </p:nvPr>
        </p:nvSpPr>
        <p:spPr>
          <a:xfrm>
            <a:off x="569725" y="3435300"/>
            <a:ext cx="2884200" cy="11853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884" name="Google Shape;884;p99"/>
          <p:cNvSpPr txBox="1"/>
          <p:nvPr>
            <p:ph idx="2" type="subTitle"/>
          </p:nvPr>
        </p:nvSpPr>
        <p:spPr>
          <a:xfrm>
            <a:off x="466802" y="445100"/>
            <a:ext cx="2403600" cy="537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885" name="Google Shape;885;p9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1.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2.xml"/><Relationship Id="rId42" Type="http://schemas.openxmlformats.org/officeDocument/2006/relationships/slideLayout" Target="../slideLayouts/slideLayout94.xml"/><Relationship Id="rId41" Type="http://schemas.openxmlformats.org/officeDocument/2006/relationships/slideLayout" Target="../slideLayouts/slideLayout93.xml"/><Relationship Id="rId44" Type="http://schemas.openxmlformats.org/officeDocument/2006/relationships/slideLayout" Target="../slideLayouts/slideLayout96.xml"/><Relationship Id="rId43" Type="http://schemas.openxmlformats.org/officeDocument/2006/relationships/slideLayout" Target="../slideLayouts/slideLayout95.xml"/><Relationship Id="rId46" Type="http://schemas.openxmlformats.org/officeDocument/2006/relationships/theme" Target="../theme/theme2.xml"/><Relationship Id="rId45" Type="http://schemas.openxmlformats.org/officeDocument/2006/relationships/slideLayout" Target="../slideLayouts/slideLayout97.xml"/><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9" Type="http://schemas.openxmlformats.org/officeDocument/2006/relationships/slideLayout" Target="../slideLayouts/slideLayout61.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31" Type="http://schemas.openxmlformats.org/officeDocument/2006/relationships/slideLayout" Target="../slideLayouts/slideLayout83.xml"/><Relationship Id="rId30" Type="http://schemas.openxmlformats.org/officeDocument/2006/relationships/slideLayout" Target="../slideLayouts/slideLayout82.xml"/><Relationship Id="rId33" Type="http://schemas.openxmlformats.org/officeDocument/2006/relationships/slideLayout" Target="../slideLayouts/slideLayout85.xml"/><Relationship Id="rId32" Type="http://schemas.openxmlformats.org/officeDocument/2006/relationships/slideLayout" Target="../slideLayouts/slideLayout84.xml"/><Relationship Id="rId35" Type="http://schemas.openxmlformats.org/officeDocument/2006/relationships/slideLayout" Target="../slideLayouts/slideLayout87.xml"/><Relationship Id="rId34" Type="http://schemas.openxmlformats.org/officeDocument/2006/relationships/slideLayout" Target="../slideLayouts/slideLayout86.xml"/><Relationship Id="rId37" Type="http://schemas.openxmlformats.org/officeDocument/2006/relationships/slideLayout" Target="../slideLayouts/slideLayout89.xml"/><Relationship Id="rId36" Type="http://schemas.openxmlformats.org/officeDocument/2006/relationships/slideLayout" Target="../slideLayouts/slideLayout88.xml"/><Relationship Id="rId39" Type="http://schemas.openxmlformats.org/officeDocument/2006/relationships/slideLayout" Target="../slideLayouts/slideLayout91.xml"/><Relationship Id="rId38" Type="http://schemas.openxmlformats.org/officeDocument/2006/relationships/slideLayout" Target="../slideLayouts/slideLayout90.xml"/><Relationship Id="rId20" Type="http://schemas.openxmlformats.org/officeDocument/2006/relationships/slideLayout" Target="../slideLayouts/slideLayout72.xml"/><Relationship Id="rId22" Type="http://schemas.openxmlformats.org/officeDocument/2006/relationships/slideLayout" Target="../slideLayouts/slideLayout74.xml"/><Relationship Id="rId21" Type="http://schemas.openxmlformats.org/officeDocument/2006/relationships/slideLayout" Target="../slideLayouts/slideLayout73.xml"/><Relationship Id="rId24" Type="http://schemas.openxmlformats.org/officeDocument/2006/relationships/slideLayout" Target="../slideLayouts/slideLayout76.xml"/><Relationship Id="rId23" Type="http://schemas.openxmlformats.org/officeDocument/2006/relationships/slideLayout" Target="../slideLayouts/slideLayout75.xml"/><Relationship Id="rId26" Type="http://schemas.openxmlformats.org/officeDocument/2006/relationships/slideLayout" Target="../slideLayouts/slideLayout78.xml"/><Relationship Id="rId25" Type="http://schemas.openxmlformats.org/officeDocument/2006/relationships/slideLayout" Target="../slideLayouts/slideLayout77.xml"/><Relationship Id="rId28" Type="http://schemas.openxmlformats.org/officeDocument/2006/relationships/slideLayout" Target="../slideLayouts/slideLayout80.xml"/><Relationship Id="rId27" Type="http://schemas.openxmlformats.org/officeDocument/2006/relationships/slideLayout" Target="../slideLayouts/slideLayout79.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13" Type="http://schemas.openxmlformats.org/officeDocument/2006/relationships/slideLayout" Target="../slideLayouts/slideLayout65.xml"/><Relationship Id="rId12" Type="http://schemas.openxmlformats.org/officeDocument/2006/relationships/slideLayout" Target="../slideLayouts/slideLayout64.xml"/><Relationship Id="rId15" Type="http://schemas.openxmlformats.org/officeDocument/2006/relationships/slideLayout" Target="../slideLayouts/slideLayout67.xml"/><Relationship Id="rId14" Type="http://schemas.openxmlformats.org/officeDocument/2006/relationships/slideLayout" Target="../slideLayouts/slideLayout66.xml"/><Relationship Id="rId17" Type="http://schemas.openxmlformats.org/officeDocument/2006/relationships/slideLayout" Target="../slideLayouts/slideLayout69.xml"/><Relationship Id="rId16" Type="http://schemas.openxmlformats.org/officeDocument/2006/relationships/slideLayout" Target="../slideLayouts/slideLayout68.xml"/><Relationship Id="rId19" Type="http://schemas.openxmlformats.org/officeDocument/2006/relationships/slideLayout" Target="../slideLayouts/slideLayout71.xml"/><Relationship Id="rId18"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700" y="1782325"/>
            <a:ext cx="6153900" cy="2901300"/>
          </a:xfrm>
          <a:prstGeom prst="rect">
            <a:avLst/>
          </a:prstGeom>
          <a:noFill/>
          <a:ln>
            <a:noFill/>
          </a:ln>
        </p:spPr>
        <p:txBody>
          <a:bodyPr anchorCtr="0" anchor="t" bIns="0" lIns="0" spcFirstLastPara="1" rIns="91425" wrap="square" tIns="0">
            <a:noAutofit/>
          </a:bodyPr>
          <a:lstStyle>
            <a:lvl1pPr indent="-298450" lvl="0" marL="457200">
              <a:lnSpc>
                <a:spcPct val="150000"/>
              </a:lnSpc>
              <a:spcBef>
                <a:spcPts val="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1pPr>
            <a:lvl2pPr indent="-298450" lvl="1" marL="914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2pPr>
            <a:lvl3pPr indent="-298450" lvl="2" marL="1371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3pPr>
            <a:lvl4pPr indent="-298450" lvl="3" marL="18288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4pPr>
            <a:lvl5pPr indent="-298450" lvl="4" marL="22860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5pPr>
            <a:lvl6pPr indent="-298450" lvl="5" marL="27432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6pPr>
            <a:lvl7pPr indent="-298450" lvl="6" marL="3200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7pPr>
            <a:lvl8pPr indent="-298450" lvl="7" marL="3657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8pPr>
            <a:lvl9pPr indent="-298450" lvl="8" marL="4114800">
              <a:lnSpc>
                <a:spcPct val="150000"/>
              </a:lnSpc>
              <a:spcBef>
                <a:spcPts val="1000"/>
              </a:spcBef>
              <a:spcAft>
                <a:spcPts val="1000"/>
              </a:spcAft>
              <a:buClr>
                <a:schemeClr val="lt1"/>
              </a:buClr>
              <a:buSzPts val="1100"/>
              <a:buFont typeface="Urbanist"/>
              <a:buChar char="■"/>
              <a:defRPr sz="11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83475" y="459250"/>
            <a:ext cx="8575800" cy="655500"/>
          </a:xfrm>
          <a:prstGeom prst="rect">
            <a:avLst/>
          </a:prstGeom>
          <a:noFill/>
          <a:ln>
            <a:noFill/>
          </a:ln>
        </p:spPr>
        <p:txBody>
          <a:bodyPr anchorCtr="0" anchor="t" bIns="0" lIns="0" spcFirstLastPara="1" rIns="91425" wrap="square" tIns="0">
            <a:noAutofit/>
          </a:bodyPr>
          <a:lstStyle>
            <a:lvl1pPr lvl="0">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69" name="Shape 569"/>
        <p:cNvGrpSpPr/>
        <p:nvPr/>
      </p:nvGrpSpPr>
      <p:grpSpPr>
        <a:xfrm>
          <a:off x="0" y="0"/>
          <a:ext cx="0" cy="0"/>
          <a:chOff x="0" y="0"/>
          <a:chExt cx="0" cy="0"/>
        </a:xfrm>
      </p:grpSpPr>
      <p:sp>
        <p:nvSpPr>
          <p:cNvPr id="570" name="Google Shape;570;p54"/>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p:txBody>
      </p:sp>
      <p:sp>
        <p:nvSpPr>
          <p:cNvPr id="571" name="Google Shape;571;p54"/>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indent="-317500" lvl="1" marL="9144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indent="-311150" lvl="2" marL="137160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indent="-304800" lvl="3" marL="1828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indent="-298450" lvl="4" marL="228600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indent="-292100" lvl="5" marL="27432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indent="-285750" lvl="6" marL="320040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indent="-279400" lvl="7" marL="36576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indent="-273050" lvl="8" marL="411480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p:txBody>
      </p:sp>
      <p:sp>
        <p:nvSpPr>
          <p:cNvPr id="572" name="Google Shape;572;p5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6.xml"/><Relationship Id="rId3" Type="http://schemas.openxmlformats.org/officeDocument/2006/relationships/hyperlink" Target="http://www.youtube.com/watch?v=XH7vaXiNQ9s" TargetMode="Externa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8.xml"/><Relationship Id="rId3" Type="http://schemas.openxmlformats.org/officeDocument/2006/relationships/hyperlink" Target="http://www.youtube.com/watch?v=iVVqU0jz4fU" TargetMode="Externa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0.xml"/><Relationship Id="rId3" Type="http://schemas.openxmlformats.org/officeDocument/2006/relationships/hyperlink" Target="http://www.youtube.com/watch?v=PVGLZvULfC4" TargetMode="Externa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2.xml"/><Relationship Id="rId3" Type="http://schemas.openxmlformats.org/officeDocument/2006/relationships/hyperlink" Target="http://www.youtube.com/watch?v=gqNDcqNxJ8o" TargetMode="External"/><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00"/>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a:t>SEL Blueframe Python SDK</a:t>
            </a:r>
            <a:endParaRPr/>
          </a:p>
        </p:txBody>
      </p:sp>
      <p:sp>
        <p:nvSpPr>
          <p:cNvPr id="891" name="Google Shape;891;p100"/>
          <p:cNvSpPr txBox="1"/>
          <p:nvPr>
            <p:ph idx="1" type="body"/>
          </p:nvPr>
        </p:nvSpPr>
        <p:spPr>
          <a:xfrm>
            <a:off x="4046100" y="4236450"/>
            <a:ext cx="1051800" cy="169200"/>
          </a:xfrm>
          <a:prstGeom prst="rect">
            <a:avLst/>
          </a:prstGeom>
          <a:ln>
            <a:noFill/>
          </a:ln>
        </p:spPr>
        <p:txBody>
          <a:bodyPr anchorCtr="0" anchor="ctr" bIns="0" lIns="0" spcFirstLastPara="1" rIns="0" wrap="square" tIns="0">
            <a:normAutofit/>
          </a:bodyPr>
          <a:lstStyle/>
          <a:p>
            <a:pPr indent="0" lvl="0" marL="0" rtl="0" algn="ctr">
              <a:spcBef>
                <a:spcPts val="0"/>
              </a:spcBef>
              <a:spcAft>
                <a:spcPts val="0"/>
              </a:spcAft>
              <a:buNone/>
            </a:pPr>
            <a:r>
              <a:rPr lang="en"/>
              <a:t>CptS 421</a:t>
            </a:r>
            <a:endParaRPr/>
          </a:p>
        </p:txBody>
      </p:sp>
      <p:sp>
        <p:nvSpPr>
          <p:cNvPr id="892" name="Google Shape;892;p100"/>
          <p:cNvSpPr txBox="1"/>
          <p:nvPr>
            <p:ph idx="2" type="subTitle"/>
          </p:nvPr>
        </p:nvSpPr>
        <p:spPr>
          <a:xfrm>
            <a:off x="226975" y="2902000"/>
            <a:ext cx="8709600" cy="93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a:t>Caleb Hansen, Genevieve Kochel, Darron Li, Lucas Phillips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01"/>
          <p:cNvSpPr txBox="1"/>
          <p:nvPr/>
        </p:nvSpPr>
        <p:spPr>
          <a:xfrm>
            <a:off x="480425" y="757375"/>
            <a:ext cx="8358900" cy="40659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Blueframe is a hardened OS suited for real-time monitoring at edge locations</a:t>
            </a:r>
            <a:endParaRPr sz="1600">
              <a:solidFill>
                <a:schemeClr val="lt1"/>
              </a:solidFill>
              <a:latin typeface="Barlow"/>
              <a:ea typeface="Barlow"/>
              <a:cs typeface="Barlow"/>
              <a:sym typeface="Barlow"/>
            </a:endParaRPr>
          </a:p>
          <a:p>
            <a:pPr indent="-330200" lvl="1" marL="9144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Common use cases are power substations, real time automation controllers, etc.</a:t>
            </a:r>
            <a:endParaRPr sz="1600">
              <a:solidFill>
                <a:schemeClr val="lt1"/>
              </a:solidFill>
              <a:latin typeface="Barlow"/>
              <a:ea typeface="Barlow"/>
              <a:cs typeface="Barlow"/>
              <a:sym typeface="Barlow"/>
            </a:endParaRPr>
          </a:p>
          <a:p>
            <a:pPr indent="-330200" lvl="1" marL="9144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Based on stripped-down Linux kernel, everything is containerized</a:t>
            </a:r>
            <a:endParaRPr sz="1600">
              <a:solidFill>
                <a:schemeClr val="lt1"/>
              </a:solidFill>
              <a:latin typeface="Barlow"/>
              <a:ea typeface="Barlow"/>
              <a:cs typeface="Barlow"/>
              <a:sym typeface="Barlow"/>
            </a:endParaRPr>
          </a:p>
          <a:p>
            <a:pPr indent="-330200" lvl="1" marL="9144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Built for security and reliability, not </a:t>
            </a:r>
            <a:r>
              <a:rPr lang="en" sz="1600">
                <a:solidFill>
                  <a:schemeClr val="lt1"/>
                </a:solidFill>
                <a:latin typeface="Barlow"/>
                <a:ea typeface="Barlow"/>
                <a:cs typeface="Barlow"/>
                <a:sym typeface="Barlow"/>
              </a:rPr>
              <a:t>ease of use: our project aims to address this</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To do this, we’ll abstract away low-level Blueframe system API calls written in Go and C via a Python library</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During this sprint, our focus was on identifying and securing the access required to work within the Blueframe ecosystem</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This included determining dependencies such as the Field SDK, internal repositories, and supporting documentation</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In parallel, we developed proof-of-concept features to validate key architectural decisions</a:t>
            </a:r>
            <a:endParaRPr sz="1600">
              <a:solidFill>
                <a:schemeClr val="lt1"/>
              </a:solidFill>
              <a:latin typeface="Barlow"/>
              <a:ea typeface="Barlow"/>
              <a:cs typeface="Barlow"/>
              <a:sym typeface="Barlow"/>
            </a:endParaRPr>
          </a:p>
        </p:txBody>
      </p:sp>
      <p:sp>
        <p:nvSpPr>
          <p:cNvPr id="898" name="Google Shape;898;p101"/>
          <p:cNvSpPr txBox="1"/>
          <p:nvPr/>
        </p:nvSpPr>
        <p:spPr>
          <a:xfrm>
            <a:off x="480420" y="290626"/>
            <a:ext cx="359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INTRODUCTION</a:t>
            </a:r>
            <a:endParaRPr sz="2000">
              <a:solidFill>
                <a:schemeClr val="accent3"/>
              </a:solidFill>
              <a:latin typeface="Hepta Slab Medium"/>
              <a:ea typeface="Hepta Slab Medium"/>
              <a:cs typeface="Hepta Slab Medium"/>
              <a:sym typeface="Hepta Slab Medium"/>
            </a:endParaRPr>
          </a:p>
        </p:txBody>
      </p:sp>
      <p:sp>
        <p:nvSpPr>
          <p:cNvPr id="899" name="Google Shape;899;p10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02"/>
          <p:cNvSpPr txBox="1"/>
          <p:nvPr/>
        </p:nvSpPr>
        <p:spPr>
          <a:xfrm>
            <a:off x="480425" y="757375"/>
            <a:ext cx="8358900" cy="40659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Determine which secure features and resources are </a:t>
            </a:r>
            <a:r>
              <a:rPr lang="en" sz="1600">
                <a:solidFill>
                  <a:schemeClr val="lt1"/>
                </a:solidFill>
                <a:latin typeface="Barlow"/>
                <a:ea typeface="Barlow"/>
                <a:cs typeface="Barlow"/>
                <a:sym typeface="Barlow"/>
              </a:rPr>
              <a:t>required</a:t>
            </a:r>
            <a:r>
              <a:rPr lang="en" sz="1600">
                <a:solidFill>
                  <a:schemeClr val="lt1"/>
                </a:solidFill>
                <a:latin typeface="Barlow"/>
                <a:ea typeface="Barlow"/>
                <a:cs typeface="Barlow"/>
                <a:sym typeface="Barlow"/>
              </a:rPr>
              <a:t> for development</a:t>
            </a:r>
            <a:endParaRPr sz="1600">
              <a:solidFill>
                <a:schemeClr val="lt1"/>
              </a:solidFill>
              <a:latin typeface="Barlow"/>
              <a:ea typeface="Barlow"/>
              <a:cs typeface="Barlow"/>
              <a:sym typeface="Barlow"/>
            </a:endParaRPr>
          </a:p>
          <a:p>
            <a:pPr indent="-330200" lvl="1" marL="9144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This involved researching access requirements for the Go SignalHub repository, Blueframe Field SDK, and internal module documentation, all of which are necessary to build and integrate our Python abstraction layer with Blueframe </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Determine and address blockers related to accessing required systems and resources</a:t>
            </a:r>
            <a:endParaRPr sz="1600">
              <a:solidFill>
                <a:schemeClr val="lt1"/>
              </a:solidFill>
              <a:latin typeface="Barlow"/>
              <a:ea typeface="Barlow"/>
              <a:cs typeface="Barlow"/>
              <a:sym typeface="Barlow"/>
            </a:endParaRPr>
          </a:p>
          <a:p>
            <a:pPr indent="-330200" lvl="1" marL="9144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This involved identifying pain points in the access process, following up with stakeholders, and researching pathways to obtain the Go repositories, Blueframe Field SDK, and internal documentation necessary for development</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Evaluate feasibility of Go backend integrated with Python frontend</a:t>
            </a:r>
            <a:endParaRPr sz="1600">
              <a:solidFill>
                <a:schemeClr val="lt1"/>
              </a:solidFill>
              <a:latin typeface="Barlow"/>
              <a:ea typeface="Barlow"/>
              <a:cs typeface="Barlow"/>
              <a:sym typeface="Barlow"/>
            </a:endParaRPr>
          </a:p>
          <a:p>
            <a:pPr indent="-330200" lvl="1" marL="9144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This involved designing and implementing a proof of concept COMTRADE reader and writer in Go, validating that we can wrap Go functionality with a Python interface as intended</a:t>
            </a:r>
            <a:endParaRPr sz="1600">
              <a:solidFill>
                <a:schemeClr val="lt1"/>
              </a:solidFill>
              <a:latin typeface="Barlow"/>
              <a:ea typeface="Barlow"/>
              <a:cs typeface="Barlow"/>
              <a:sym typeface="Barlow"/>
            </a:endParaRPr>
          </a:p>
        </p:txBody>
      </p:sp>
      <p:sp>
        <p:nvSpPr>
          <p:cNvPr id="905" name="Google Shape;905;p102"/>
          <p:cNvSpPr txBox="1"/>
          <p:nvPr/>
        </p:nvSpPr>
        <p:spPr>
          <a:xfrm>
            <a:off x="480420" y="290626"/>
            <a:ext cx="359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SPRINT 2 OBJECTIVES</a:t>
            </a:r>
            <a:endParaRPr sz="2000">
              <a:solidFill>
                <a:schemeClr val="accent3"/>
              </a:solidFill>
              <a:latin typeface="Hepta Slab Medium"/>
              <a:ea typeface="Hepta Slab Medium"/>
              <a:cs typeface="Hepta Slab Medium"/>
              <a:sym typeface="Hepta Slab Medium"/>
            </a:endParaRPr>
          </a:p>
        </p:txBody>
      </p:sp>
      <p:sp>
        <p:nvSpPr>
          <p:cNvPr id="906" name="Google Shape;906;p10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03"/>
          <p:cNvSpPr txBox="1"/>
          <p:nvPr/>
        </p:nvSpPr>
        <p:spPr>
          <a:xfrm>
            <a:off x="480425" y="680275"/>
            <a:ext cx="8358900" cy="40659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COMTRADE reader module - Lucas</a:t>
            </a:r>
            <a:endParaRPr sz="1500">
              <a:solidFill>
                <a:schemeClr val="lt1"/>
              </a:solidFill>
              <a:latin typeface="Barlow"/>
              <a:ea typeface="Barlow"/>
              <a:cs typeface="Barlow"/>
              <a:sym typeface="Barlow"/>
            </a:endParaRPr>
          </a:p>
          <a:p>
            <a:pPr indent="-323850" lvl="1" marL="9144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Parses CFG and DAT files written in the COMTRADE format</a:t>
            </a:r>
            <a:endParaRPr sz="1500">
              <a:solidFill>
                <a:schemeClr val="lt1"/>
              </a:solidFill>
              <a:latin typeface="Barlow"/>
              <a:ea typeface="Barlow"/>
              <a:cs typeface="Barlow"/>
              <a:sym typeface="Barlow"/>
            </a:endParaRPr>
          </a:p>
          <a:p>
            <a:pPr indent="-323850" lvl="1" marL="9144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Reads the files into Python objects and structs for improved usability vs raw input</a:t>
            </a:r>
            <a:endParaRPr sz="1500">
              <a:solidFill>
                <a:schemeClr val="lt1"/>
              </a:solidFill>
              <a:latin typeface="Barlow"/>
              <a:ea typeface="Barlow"/>
              <a:cs typeface="Barlow"/>
              <a:sym typeface="Barlow"/>
            </a:endParaRPr>
          </a:p>
          <a:p>
            <a:pPr indent="-323850" lvl="0" marL="4572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COMTRADE writer module - Genevieve</a:t>
            </a:r>
            <a:endParaRPr sz="1500">
              <a:solidFill>
                <a:schemeClr val="lt1"/>
              </a:solidFill>
              <a:latin typeface="Barlow"/>
              <a:ea typeface="Barlow"/>
              <a:cs typeface="Barlow"/>
              <a:sym typeface="Barlow"/>
            </a:endParaRPr>
          </a:p>
          <a:p>
            <a:pPr indent="-323850" lvl="1" marL="9144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Converts Python objects of support formats into COMTRADE signals</a:t>
            </a:r>
            <a:endParaRPr sz="1500">
              <a:solidFill>
                <a:schemeClr val="lt1"/>
              </a:solidFill>
              <a:latin typeface="Barlow"/>
              <a:ea typeface="Barlow"/>
              <a:cs typeface="Barlow"/>
              <a:sym typeface="Barlow"/>
            </a:endParaRPr>
          </a:p>
          <a:p>
            <a:pPr indent="-323850" lvl="1" marL="9144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Handles timestamps, station monitoring, and signal channeling</a:t>
            </a:r>
            <a:endParaRPr sz="1500">
              <a:solidFill>
                <a:schemeClr val="lt1"/>
              </a:solidFill>
              <a:latin typeface="Barlow"/>
              <a:ea typeface="Barlow"/>
              <a:cs typeface="Barlow"/>
              <a:sym typeface="Barlow"/>
            </a:endParaRPr>
          </a:p>
          <a:p>
            <a:pPr indent="-323850" lvl="0" marL="4572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COMTRADE system testing harness - Darron</a:t>
            </a:r>
            <a:endParaRPr sz="1500">
              <a:solidFill>
                <a:schemeClr val="lt1"/>
              </a:solidFill>
              <a:latin typeface="Barlow"/>
              <a:ea typeface="Barlow"/>
              <a:cs typeface="Barlow"/>
              <a:sym typeface="Barlow"/>
            </a:endParaRPr>
          </a:p>
          <a:p>
            <a:pPr indent="-323850" lvl="1" marL="9144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Validates our custom Go implementation </a:t>
            </a:r>
            <a:r>
              <a:rPr lang="en" sz="1500">
                <a:solidFill>
                  <a:schemeClr val="lt1"/>
                </a:solidFill>
                <a:latin typeface="Barlow"/>
                <a:ea typeface="Barlow"/>
                <a:cs typeface="Barlow"/>
                <a:sym typeface="Barlow"/>
              </a:rPr>
              <a:t>using</a:t>
            </a:r>
            <a:r>
              <a:rPr lang="en" sz="1500">
                <a:solidFill>
                  <a:schemeClr val="lt1"/>
                </a:solidFill>
                <a:latin typeface="Barlow"/>
                <a:ea typeface="Barlow"/>
                <a:cs typeface="Barlow"/>
                <a:sym typeface="Barlow"/>
              </a:rPr>
              <a:t> open-source alternatives to build collective validation</a:t>
            </a:r>
            <a:endParaRPr sz="1500">
              <a:solidFill>
                <a:schemeClr val="lt1"/>
              </a:solidFill>
              <a:latin typeface="Barlow"/>
              <a:ea typeface="Barlow"/>
              <a:cs typeface="Barlow"/>
              <a:sym typeface="Barlow"/>
            </a:endParaRPr>
          </a:p>
          <a:p>
            <a:pPr indent="-323850" lvl="0" marL="4572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Field SDK Setup - Caleb</a:t>
            </a:r>
            <a:endParaRPr sz="1500">
              <a:solidFill>
                <a:schemeClr val="lt1"/>
              </a:solidFill>
              <a:latin typeface="Barlow"/>
              <a:ea typeface="Barlow"/>
              <a:cs typeface="Barlow"/>
              <a:sym typeface="Barlow"/>
            </a:endParaRPr>
          </a:p>
          <a:p>
            <a:pPr indent="-323850" lvl="1" marL="9144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Set up public-facing Blueframe container using Kubernetes, Tilt, and Docker</a:t>
            </a:r>
            <a:endParaRPr sz="1500">
              <a:solidFill>
                <a:schemeClr val="lt1"/>
              </a:solidFill>
              <a:latin typeface="Barlow"/>
              <a:ea typeface="Barlow"/>
              <a:cs typeface="Barlow"/>
              <a:sym typeface="Barlow"/>
            </a:endParaRPr>
          </a:p>
          <a:p>
            <a:pPr indent="-323850" lvl="1" marL="914400" rtl="0" algn="l">
              <a:lnSpc>
                <a:spcPct val="150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Worked with SEL stakeholders to produce and export an externally secure Blueframe SDK … still in progress.</a:t>
            </a:r>
            <a:endParaRPr sz="1500">
              <a:solidFill>
                <a:schemeClr val="lt1"/>
              </a:solidFill>
              <a:latin typeface="Barlow"/>
              <a:ea typeface="Barlow"/>
              <a:cs typeface="Barlow"/>
              <a:sym typeface="Barlow"/>
            </a:endParaRPr>
          </a:p>
        </p:txBody>
      </p:sp>
      <p:sp>
        <p:nvSpPr>
          <p:cNvPr id="912" name="Google Shape;912;p103"/>
          <p:cNvSpPr txBox="1"/>
          <p:nvPr/>
        </p:nvSpPr>
        <p:spPr>
          <a:xfrm>
            <a:off x="452379" y="250825"/>
            <a:ext cx="64968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FEATURE IMPLEMENTATION</a:t>
            </a:r>
            <a:endParaRPr sz="2000">
              <a:solidFill>
                <a:schemeClr val="accent3"/>
              </a:solidFill>
              <a:latin typeface="Hepta Slab Medium"/>
              <a:ea typeface="Hepta Slab Medium"/>
              <a:cs typeface="Hepta Slab Medium"/>
              <a:sym typeface="Hepta Slab Medium"/>
            </a:endParaRPr>
          </a:p>
        </p:txBody>
      </p:sp>
      <p:sp>
        <p:nvSpPr>
          <p:cNvPr id="913" name="Google Shape;913;p10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04"/>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9" name="Google Shape;919;p104"/>
          <p:cNvSpPr txBox="1"/>
          <p:nvPr>
            <p:ph idx="2" type="subTitle"/>
          </p:nvPr>
        </p:nvSpPr>
        <p:spPr>
          <a:xfrm>
            <a:off x="286600" y="249325"/>
            <a:ext cx="78345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Feature 1: COMTRADE Reading Module - Lucas</a:t>
            </a:r>
            <a:endParaRPr sz="2000"/>
          </a:p>
        </p:txBody>
      </p:sp>
      <p:pic>
        <p:nvPicPr>
          <p:cNvPr id="920" name="Google Shape;920;p104"/>
          <p:cNvPicPr preferRelativeResize="0"/>
          <p:nvPr/>
        </p:nvPicPr>
        <p:blipFill>
          <a:blip r:embed="rId3">
            <a:alphaModFix/>
          </a:blip>
          <a:stretch>
            <a:fillRect/>
          </a:stretch>
        </p:blipFill>
        <p:spPr>
          <a:xfrm>
            <a:off x="6248925" y="1524250"/>
            <a:ext cx="2305050" cy="3048000"/>
          </a:xfrm>
          <a:prstGeom prst="rect">
            <a:avLst/>
          </a:prstGeom>
          <a:noFill/>
          <a:ln>
            <a:noFill/>
          </a:ln>
        </p:spPr>
      </p:pic>
      <p:sp>
        <p:nvSpPr>
          <p:cNvPr id="921" name="Google Shape;921;p104"/>
          <p:cNvSpPr txBox="1"/>
          <p:nvPr/>
        </p:nvSpPr>
        <p:spPr>
          <a:xfrm>
            <a:off x="791150" y="738025"/>
            <a:ext cx="5943000" cy="453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Feature Overview</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Developed a Go-based COMTRADE reader that parses .CFG and .DAT files into digital and analog components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Before</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No reliable COMTRADE parsing solution within scope</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Existing tools were proprietary or inconsistent</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No proof of concept for calling Go from Python</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After</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Functional COMTRADE reader implemented in Go</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Parses industry-standard files into structured datasets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Testing &amp; Validation</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Tested across multiple COMTRADE formats</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Validated data integrity through test cases and manual checks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Relevance to Project Objectives</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Supports Python SDK development through validated Go integration</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Provides reliable, programmatic access to industry-standard data</a:t>
            </a:r>
            <a:endParaRPr sz="1200">
              <a:solidFill>
                <a:schemeClr val="lt1"/>
              </a:solidFill>
              <a:latin typeface="Barlow"/>
              <a:ea typeface="Barlow"/>
              <a:cs typeface="Barlow"/>
              <a:sym typeface="Barlow"/>
            </a:endParaRPr>
          </a:p>
          <a:p>
            <a:pPr indent="0" lvl="0" marL="0" rtl="0" algn="l">
              <a:lnSpc>
                <a:spcPct val="150000"/>
              </a:lnSpc>
              <a:spcBef>
                <a:spcPts val="1200"/>
              </a:spcBef>
              <a:spcAft>
                <a:spcPts val="0"/>
              </a:spcAft>
              <a:buNone/>
            </a:pPr>
            <a:r>
              <a:t/>
            </a:r>
            <a:endParaRPr b="1" sz="1200">
              <a:solidFill>
                <a:schemeClr val="lt1"/>
              </a:solidFill>
              <a:latin typeface="Barlow"/>
              <a:ea typeface="Barlow"/>
              <a:cs typeface="Barlow"/>
              <a:sym typeface="Barlo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05"/>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27" name="Google Shape;927;p105"/>
          <p:cNvSpPr txBox="1"/>
          <p:nvPr>
            <p:ph idx="2" type="subTitle"/>
          </p:nvPr>
        </p:nvSpPr>
        <p:spPr>
          <a:xfrm>
            <a:off x="586525" y="240425"/>
            <a:ext cx="68148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Feature 1 COMTRADE Reading Module Demo</a:t>
            </a:r>
            <a:endParaRPr sz="2000"/>
          </a:p>
        </p:txBody>
      </p:sp>
      <p:pic>
        <p:nvPicPr>
          <p:cNvPr id="928" name="Google Shape;928;p105" title="reading cut">
            <a:hlinkClick r:id="rId3"/>
          </p:cNvPr>
          <p:cNvPicPr preferRelativeResize="0"/>
          <p:nvPr/>
        </p:nvPicPr>
        <p:blipFill>
          <a:blip r:embed="rId4">
            <a:alphaModFix/>
          </a:blip>
          <a:stretch>
            <a:fillRect/>
          </a:stretch>
        </p:blipFill>
        <p:spPr>
          <a:xfrm>
            <a:off x="1484575" y="1036550"/>
            <a:ext cx="6174850" cy="3473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06"/>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4" name="Google Shape;934;p106"/>
          <p:cNvSpPr txBox="1"/>
          <p:nvPr>
            <p:ph idx="2" type="subTitle"/>
          </p:nvPr>
        </p:nvSpPr>
        <p:spPr>
          <a:xfrm>
            <a:off x="286600" y="249325"/>
            <a:ext cx="71007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Feature 2: COMTRADE Writing Module - Genevieve</a:t>
            </a:r>
            <a:endParaRPr sz="2000"/>
          </a:p>
        </p:txBody>
      </p:sp>
      <p:sp>
        <p:nvSpPr>
          <p:cNvPr id="935" name="Google Shape;935;p106"/>
          <p:cNvSpPr txBox="1"/>
          <p:nvPr/>
        </p:nvSpPr>
        <p:spPr>
          <a:xfrm>
            <a:off x="791150" y="738025"/>
            <a:ext cx="6718500" cy="432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Feature Overview</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Developed a Go-based COMTRADE writer that converts Python objects into COMTRADE-formatted signals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Before</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No capability to generate COMTRADE files from internal data structures</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Limited ability to simulate or test workflows using COMTRADE data</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After</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Functional COMTRADE writer implemented in Go</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Converts structured data into valid COMTRADE .CFG and .DAT files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Testing &amp; Validation</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Validated output format against COMTRADE standards</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Tested with generated data to ensure correct timestamps and channel mapping</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Relevance to Project Objectives</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Supports end-to-end COMTRADE workflow alongside reader module</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Enables testing, simulation, and future integration with Python SDK</a:t>
            </a:r>
            <a:endParaRPr sz="1200">
              <a:solidFill>
                <a:schemeClr val="lt1"/>
              </a:solidFill>
              <a:latin typeface="Barlow"/>
              <a:ea typeface="Barlow"/>
              <a:cs typeface="Barlow"/>
              <a:sym typeface="Barlow"/>
            </a:endParaRPr>
          </a:p>
          <a:p>
            <a:pPr indent="0" lvl="0" marL="0" rtl="0" algn="l">
              <a:lnSpc>
                <a:spcPct val="150000"/>
              </a:lnSpc>
              <a:spcBef>
                <a:spcPts val="1200"/>
              </a:spcBef>
              <a:spcAft>
                <a:spcPts val="0"/>
              </a:spcAft>
              <a:buNone/>
            </a:pPr>
            <a:r>
              <a:t/>
            </a:r>
            <a:endParaRPr b="1" sz="1200">
              <a:solidFill>
                <a:schemeClr val="lt1"/>
              </a:solidFill>
              <a:latin typeface="Barlow"/>
              <a:ea typeface="Barlow"/>
              <a:cs typeface="Barlow"/>
              <a:sym typeface="Barlo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07"/>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1" name="Google Shape;941;p107"/>
          <p:cNvSpPr txBox="1"/>
          <p:nvPr>
            <p:ph idx="2" type="subTitle"/>
          </p:nvPr>
        </p:nvSpPr>
        <p:spPr>
          <a:xfrm>
            <a:off x="791150" y="522625"/>
            <a:ext cx="72816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Feature 2 COMTRADE Writing Module Demo</a:t>
            </a:r>
            <a:endParaRPr sz="2000"/>
          </a:p>
        </p:txBody>
      </p:sp>
      <p:pic>
        <p:nvPicPr>
          <p:cNvPr id="942" name="Google Shape;942;p107" title="writing cut">
            <a:hlinkClick r:id="rId3"/>
          </p:cNvPr>
          <p:cNvPicPr preferRelativeResize="0"/>
          <p:nvPr/>
        </p:nvPicPr>
        <p:blipFill>
          <a:blip r:embed="rId4">
            <a:alphaModFix/>
          </a:blip>
          <a:stretch>
            <a:fillRect/>
          </a:stretch>
        </p:blipFill>
        <p:spPr>
          <a:xfrm>
            <a:off x="1513089" y="1099575"/>
            <a:ext cx="6117825" cy="3441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08"/>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8" name="Google Shape;948;p108"/>
          <p:cNvSpPr txBox="1"/>
          <p:nvPr>
            <p:ph idx="2" type="subTitle"/>
          </p:nvPr>
        </p:nvSpPr>
        <p:spPr>
          <a:xfrm>
            <a:off x="286600" y="249325"/>
            <a:ext cx="53895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Feature 3: COMTRADE </a:t>
            </a:r>
            <a:r>
              <a:rPr lang="en" sz="2000"/>
              <a:t>Validation</a:t>
            </a:r>
            <a:r>
              <a:rPr lang="en" sz="2000"/>
              <a:t> and Testing Module - Darron</a:t>
            </a:r>
            <a:endParaRPr sz="2000"/>
          </a:p>
        </p:txBody>
      </p:sp>
      <p:sp>
        <p:nvSpPr>
          <p:cNvPr id="949" name="Google Shape;949;p108"/>
          <p:cNvSpPr txBox="1"/>
          <p:nvPr/>
        </p:nvSpPr>
        <p:spPr>
          <a:xfrm>
            <a:off x="791150" y="961225"/>
            <a:ext cx="6545700" cy="395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Feature Overview</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Developed a COMTRADE validation and testing module to verify correctness of the Go-based reader and writer</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Before</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No structured way to validate COMTRADE parsing or generation</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No benchmarking against existing implementations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After</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Testing harness implemented to validate reader and writer outputs</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Leverages open-source tools for cross-validation and consistency checks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Testing &amp; Validation</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Compared outputs against open-source COMTRADE implementations</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Validated correctness across multiple file types and scenarios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1200"/>
              </a:spcAft>
              <a:buNone/>
            </a:pPr>
            <a:r>
              <a:rPr b="1" lang="en" sz="1200">
                <a:solidFill>
                  <a:schemeClr val="lt1"/>
                </a:solidFill>
                <a:latin typeface="Barlow"/>
                <a:ea typeface="Barlow"/>
                <a:cs typeface="Barlow"/>
                <a:sym typeface="Barlow"/>
              </a:rPr>
              <a:t>Relevance to Project Objectives</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Ensures reliability and correctness of COMTRADE tooling</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Builds confidence in Go-based implementation for future SDK integration</a:t>
            </a:r>
            <a:endParaRPr sz="1500">
              <a:solidFill>
                <a:schemeClr val="accent3"/>
              </a:solidFill>
              <a:latin typeface="Barlow Medium"/>
              <a:ea typeface="Barlow Medium"/>
              <a:cs typeface="Barlow Medium"/>
              <a:sym typeface="Barlow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09"/>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55" name="Google Shape;955;p109"/>
          <p:cNvSpPr txBox="1"/>
          <p:nvPr>
            <p:ph idx="2" type="subTitle"/>
          </p:nvPr>
        </p:nvSpPr>
        <p:spPr>
          <a:xfrm>
            <a:off x="395550" y="376450"/>
            <a:ext cx="8352900" cy="223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2000"/>
              <a:t>Feature 3: COMTRADE Validation and Testing Module Demo</a:t>
            </a:r>
            <a:endParaRPr sz="2000"/>
          </a:p>
          <a:p>
            <a:pPr indent="0" lvl="0" marL="0" rtl="0" algn="l">
              <a:spcBef>
                <a:spcPts val="0"/>
              </a:spcBef>
              <a:spcAft>
                <a:spcPts val="0"/>
              </a:spcAft>
              <a:buNone/>
            </a:pPr>
            <a:r>
              <a:t/>
            </a:r>
            <a:endParaRPr sz="2000"/>
          </a:p>
        </p:txBody>
      </p:sp>
      <p:pic>
        <p:nvPicPr>
          <p:cNvPr id="956" name="Google Shape;956;p109" title="testing cut">
            <a:hlinkClick r:id="rId3"/>
          </p:cNvPr>
          <p:cNvPicPr preferRelativeResize="0"/>
          <p:nvPr/>
        </p:nvPicPr>
        <p:blipFill>
          <a:blip r:embed="rId4">
            <a:alphaModFix/>
          </a:blip>
          <a:stretch>
            <a:fillRect/>
          </a:stretch>
        </p:blipFill>
        <p:spPr>
          <a:xfrm>
            <a:off x="1038313" y="1099600"/>
            <a:ext cx="6018075" cy="3385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110"/>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62" name="Google Shape;962;p110"/>
          <p:cNvSpPr txBox="1"/>
          <p:nvPr>
            <p:ph idx="2" type="subTitle"/>
          </p:nvPr>
        </p:nvSpPr>
        <p:spPr>
          <a:xfrm>
            <a:off x="286600" y="249325"/>
            <a:ext cx="59781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Feature 4: Field SDK Setup - Caleb</a:t>
            </a:r>
            <a:endParaRPr sz="2000"/>
          </a:p>
          <a:p>
            <a:pPr indent="0" lvl="0" marL="0" rtl="0" algn="l">
              <a:spcBef>
                <a:spcPts val="0"/>
              </a:spcBef>
              <a:spcAft>
                <a:spcPts val="0"/>
              </a:spcAft>
              <a:buNone/>
            </a:pPr>
            <a:r>
              <a:t/>
            </a:r>
            <a:endParaRPr sz="2000"/>
          </a:p>
        </p:txBody>
      </p:sp>
      <p:sp>
        <p:nvSpPr>
          <p:cNvPr id="963" name="Google Shape;963;p110"/>
          <p:cNvSpPr txBox="1"/>
          <p:nvPr/>
        </p:nvSpPr>
        <p:spPr>
          <a:xfrm>
            <a:off x="791150" y="631875"/>
            <a:ext cx="8185500" cy="459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Feature Overview</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Set up a public-facing Blueframe container using Kubernetes, Tilt, and Docker, and began work on exporting a secure, externally accessible Field SDK</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Before</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No ability to interact with the Blueframe SDK or deploy code to Blueframe devices</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No development environment available for non-SEL contributors</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Blocked from building or testing any Blueframe-integrated features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After</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Partial setup of a containerized Blueframe development environment</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Progress toward a secure, externally accessible SDK for non-SEL users </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Learnings around the setup, </a:t>
            </a:r>
            <a:r>
              <a:rPr lang="en" sz="1200">
                <a:solidFill>
                  <a:schemeClr val="lt1"/>
                </a:solidFill>
                <a:latin typeface="Barlow"/>
                <a:ea typeface="Barlow"/>
                <a:cs typeface="Barlow"/>
                <a:sym typeface="Barlow"/>
              </a:rPr>
              <a:t>architecture</a:t>
            </a:r>
            <a:r>
              <a:rPr lang="en" sz="1200">
                <a:solidFill>
                  <a:schemeClr val="lt1"/>
                </a:solidFill>
                <a:latin typeface="Barlow"/>
                <a:ea typeface="Barlow"/>
                <a:cs typeface="Barlow"/>
                <a:sym typeface="Barlow"/>
              </a:rPr>
              <a:t>, and infrastructure for Blueframe, putting us in a strong position to begin working once access is established</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None/>
            </a:pPr>
            <a:r>
              <a:rPr b="1" lang="en" sz="1200">
                <a:solidFill>
                  <a:schemeClr val="lt1"/>
                </a:solidFill>
                <a:latin typeface="Barlow"/>
                <a:ea typeface="Barlow"/>
                <a:cs typeface="Barlow"/>
                <a:sym typeface="Barlow"/>
              </a:rPr>
              <a:t>Testing &amp; Validation</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Planned use of Vanguard (SEL internal Blueframe testing tool) for validation once access is granted</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1200"/>
              </a:spcAft>
              <a:buNone/>
            </a:pPr>
            <a:r>
              <a:rPr b="1" lang="en" sz="1200">
                <a:solidFill>
                  <a:schemeClr val="lt1"/>
                </a:solidFill>
                <a:latin typeface="Barlow"/>
                <a:ea typeface="Barlow"/>
                <a:cs typeface="Barlow"/>
                <a:sym typeface="Barlow"/>
              </a:rPr>
              <a:t>Relevance to Project Objectives</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Critical enabler for all future Blueframe development and integration work</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Improved understanding of Blueframe architecture and strengthened internal communication channels despite access limitations</a:t>
            </a:r>
            <a:endParaRPr sz="1200">
              <a:solidFill>
                <a:schemeClr val="lt1"/>
              </a:solidFill>
              <a:latin typeface="Barlow"/>
              <a:ea typeface="Barlow"/>
              <a:cs typeface="Barlow"/>
              <a:sym typeface="Barlo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11"/>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69" name="Google Shape;969;p111"/>
          <p:cNvSpPr txBox="1"/>
          <p:nvPr>
            <p:ph idx="2" type="subTitle"/>
          </p:nvPr>
        </p:nvSpPr>
        <p:spPr>
          <a:xfrm>
            <a:off x="447800" y="298375"/>
            <a:ext cx="6512400" cy="223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2000"/>
              <a:t>Feature 4: Field  SDK Setup Blockers Demo</a:t>
            </a:r>
            <a:endParaRPr sz="2000"/>
          </a:p>
          <a:p>
            <a:pPr indent="0" lvl="0" marL="0" rtl="0" algn="l">
              <a:spcBef>
                <a:spcPts val="0"/>
              </a:spcBef>
              <a:spcAft>
                <a:spcPts val="0"/>
              </a:spcAft>
              <a:buNone/>
            </a:pPr>
            <a:r>
              <a:t/>
            </a:r>
            <a:endParaRPr/>
          </a:p>
        </p:txBody>
      </p:sp>
      <p:pic>
        <p:nvPicPr>
          <p:cNvPr id="970" name="Google Shape;970;p111" title="Field SDK demo">
            <a:hlinkClick r:id="rId3"/>
          </p:cNvPr>
          <p:cNvPicPr preferRelativeResize="0"/>
          <p:nvPr/>
        </p:nvPicPr>
        <p:blipFill>
          <a:blip r:embed="rId4">
            <a:alphaModFix/>
          </a:blip>
          <a:stretch>
            <a:fillRect/>
          </a:stretch>
        </p:blipFill>
        <p:spPr>
          <a:xfrm>
            <a:off x="838325" y="620725"/>
            <a:ext cx="7467350" cy="4200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12"/>
          <p:cNvSpPr txBox="1"/>
          <p:nvPr/>
        </p:nvSpPr>
        <p:spPr>
          <a:xfrm>
            <a:off x="480425" y="806425"/>
            <a:ext cx="8358900" cy="40659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Our project is an SDK API, and is not intended for end-users other than developers.</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As such, a Figma prototype was not applicable - we will not be constructing a UI nor does this project involve Figma.</a:t>
            </a:r>
            <a:endParaRPr sz="1600">
              <a:solidFill>
                <a:schemeClr val="lt1"/>
              </a:solidFill>
              <a:latin typeface="Barlow"/>
              <a:ea typeface="Barlow"/>
              <a:cs typeface="Barlow"/>
              <a:sym typeface="Barlow"/>
            </a:endParaRPr>
          </a:p>
        </p:txBody>
      </p:sp>
      <p:sp>
        <p:nvSpPr>
          <p:cNvPr id="976" name="Google Shape;976;p112"/>
          <p:cNvSpPr txBox="1"/>
          <p:nvPr/>
        </p:nvSpPr>
        <p:spPr>
          <a:xfrm>
            <a:off x="480429" y="290625"/>
            <a:ext cx="64968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Figma Prototype and Client Feedback</a:t>
            </a:r>
            <a:endParaRPr sz="2000">
              <a:solidFill>
                <a:schemeClr val="accent3"/>
              </a:solidFill>
              <a:latin typeface="Hepta Slab Medium"/>
              <a:ea typeface="Hepta Slab Medium"/>
              <a:cs typeface="Hepta Slab Medium"/>
              <a:sym typeface="Hepta Slab Medium"/>
            </a:endParaRPr>
          </a:p>
          <a:p>
            <a:pPr indent="0" lvl="0" marL="0" rtl="0" algn="l">
              <a:spcBef>
                <a:spcPts val="0"/>
              </a:spcBef>
              <a:spcAft>
                <a:spcPts val="0"/>
              </a:spcAft>
              <a:buNone/>
            </a:pPr>
            <a:r>
              <a:t/>
            </a:r>
            <a:endParaRPr sz="2000">
              <a:solidFill>
                <a:schemeClr val="accent3"/>
              </a:solidFill>
              <a:latin typeface="Hepta Slab Medium"/>
              <a:ea typeface="Hepta Slab Medium"/>
              <a:cs typeface="Hepta Slab Medium"/>
              <a:sym typeface="Hepta Slab Medium"/>
            </a:endParaRPr>
          </a:p>
        </p:txBody>
      </p:sp>
      <p:sp>
        <p:nvSpPr>
          <p:cNvPr id="977" name="Google Shape;977;p11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13"/>
          <p:cNvSpPr txBox="1"/>
          <p:nvPr/>
        </p:nvSpPr>
        <p:spPr>
          <a:xfrm>
            <a:off x="480429" y="290625"/>
            <a:ext cx="64968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KANBAN BOARD OVERVIEW AND TEAM CONTRIBUTIONS</a:t>
            </a:r>
            <a:endParaRPr sz="2000">
              <a:solidFill>
                <a:schemeClr val="accent3"/>
              </a:solidFill>
              <a:latin typeface="Hepta Slab Medium"/>
              <a:ea typeface="Hepta Slab Medium"/>
              <a:cs typeface="Hepta Slab Medium"/>
              <a:sym typeface="Hepta Slab Medium"/>
            </a:endParaRPr>
          </a:p>
        </p:txBody>
      </p:sp>
      <p:sp>
        <p:nvSpPr>
          <p:cNvPr id="983" name="Google Shape;983;p11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84" name="Google Shape;984;p113"/>
          <p:cNvPicPr preferRelativeResize="0"/>
          <p:nvPr/>
        </p:nvPicPr>
        <p:blipFill>
          <a:blip r:embed="rId3">
            <a:alphaModFix/>
          </a:blip>
          <a:stretch>
            <a:fillRect/>
          </a:stretch>
        </p:blipFill>
        <p:spPr>
          <a:xfrm>
            <a:off x="152400" y="1058975"/>
            <a:ext cx="8839199" cy="344263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114"/>
          <p:cNvSpPr txBox="1"/>
          <p:nvPr/>
        </p:nvSpPr>
        <p:spPr>
          <a:xfrm>
            <a:off x="315000" y="851550"/>
            <a:ext cx="8358900" cy="40659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Our project is a backend API and does not involve a website</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As a result, we do not have static or dynamic elements to present</a:t>
            </a:r>
            <a:endParaRPr sz="1600">
              <a:solidFill>
                <a:schemeClr val="lt1"/>
              </a:solidFill>
              <a:latin typeface="Barlow"/>
              <a:ea typeface="Barlow"/>
              <a:cs typeface="Barlow"/>
              <a:sym typeface="Barlow"/>
            </a:endParaRPr>
          </a:p>
        </p:txBody>
      </p:sp>
      <p:sp>
        <p:nvSpPr>
          <p:cNvPr id="990" name="Google Shape;990;p114"/>
          <p:cNvSpPr txBox="1"/>
          <p:nvPr/>
        </p:nvSpPr>
        <p:spPr>
          <a:xfrm>
            <a:off x="480429" y="290625"/>
            <a:ext cx="64968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WEBSITE DEVELOPMENT</a:t>
            </a:r>
            <a:endParaRPr sz="2000">
              <a:solidFill>
                <a:schemeClr val="accent3"/>
              </a:solidFill>
              <a:latin typeface="Hepta Slab Medium"/>
              <a:ea typeface="Hepta Slab Medium"/>
              <a:cs typeface="Hepta Slab Medium"/>
              <a:sym typeface="Hepta Slab Medium"/>
            </a:endParaRPr>
          </a:p>
        </p:txBody>
      </p:sp>
      <p:sp>
        <p:nvSpPr>
          <p:cNvPr id="991" name="Google Shape;991;p11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15"/>
          <p:cNvSpPr txBox="1"/>
          <p:nvPr/>
        </p:nvSpPr>
        <p:spPr>
          <a:xfrm>
            <a:off x="480429" y="290625"/>
            <a:ext cx="64968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PROPSED SYSTEM ARCHITECTURE DESIGN</a:t>
            </a:r>
            <a:endParaRPr sz="2000">
              <a:solidFill>
                <a:schemeClr val="accent3"/>
              </a:solidFill>
              <a:latin typeface="Hepta Slab Medium"/>
              <a:ea typeface="Hepta Slab Medium"/>
              <a:cs typeface="Hepta Slab Medium"/>
              <a:sym typeface="Hepta Slab Medium"/>
            </a:endParaRPr>
          </a:p>
        </p:txBody>
      </p:sp>
      <p:sp>
        <p:nvSpPr>
          <p:cNvPr id="997" name="Google Shape;997;p11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98" name="Google Shape;998;p115"/>
          <p:cNvPicPr preferRelativeResize="0"/>
          <p:nvPr/>
        </p:nvPicPr>
        <p:blipFill>
          <a:blip r:embed="rId3">
            <a:alphaModFix/>
          </a:blip>
          <a:stretch>
            <a:fillRect/>
          </a:stretch>
        </p:blipFill>
        <p:spPr>
          <a:xfrm>
            <a:off x="1600200" y="949675"/>
            <a:ext cx="5943600" cy="3800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116"/>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4" name="Google Shape;1004;p116"/>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GO COMTRADE ARCHITECTURE</a:t>
            </a:r>
            <a:endParaRPr/>
          </a:p>
        </p:txBody>
      </p:sp>
      <p:pic>
        <p:nvPicPr>
          <p:cNvPr id="1005" name="Google Shape;1005;p116"/>
          <p:cNvPicPr preferRelativeResize="0"/>
          <p:nvPr/>
        </p:nvPicPr>
        <p:blipFill>
          <a:blip r:embed="rId3">
            <a:alphaModFix/>
          </a:blip>
          <a:stretch>
            <a:fillRect/>
          </a:stretch>
        </p:blipFill>
        <p:spPr>
          <a:xfrm>
            <a:off x="152400" y="1113625"/>
            <a:ext cx="8839202" cy="29619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17"/>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1" name="Google Shape;1011;p117"/>
          <p:cNvSpPr txBox="1"/>
          <p:nvPr>
            <p:ph idx="2" type="subTitle"/>
          </p:nvPr>
        </p:nvSpPr>
        <p:spPr>
          <a:xfrm>
            <a:off x="489825" y="368450"/>
            <a:ext cx="39183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DATABASE DESIGN</a:t>
            </a:r>
            <a:endParaRPr sz="2000"/>
          </a:p>
        </p:txBody>
      </p:sp>
      <p:sp>
        <p:nvSpPr>
          <p:cNvPr id="1012" name="Google Shape;1012;p117"/>
          <p:cNvSpPr txBox="1"/>
          <p:nvPr/>
        </p:nvSpPr>
        <p:spPr>
          <a:xfrm>
            <a:off x="791150" y="961225"/>
            <a:ext cx="4036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Barlow Light"/>
                <a:ea typeface="Barlow Light"/>
                <a:cs typeface="Barlow Light"/>
                <a:sym typeface="Barlow Light"/>
              </a:rPr>
              <a:t>Our project is a backend SDK for an embedded operating system, and thus does not have a database component.</a:t>
            </a:r>
            <a:endParaRPr sz="1600">
              <a:solidFill>
                <a:schemeClr val="lt1"/>
              </a:solidFill>
              <a:latin typeface="Barlow Light"/>
              <a:ea typeface="Barlow Light"/>
              <a:cs typeface="Barlow Light"/>
              <a:sym typeface="Barlow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18"/>
          <p:cNvSpPr txBox="1"/>
          <p:nvPr>
            <p:ph idx="1" type="body"/>
          </p:nvPr>
        </p:nvSpPr>
        <p:spPr>
          <a:xfrm>
            <a:off x="791150" y="7380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8" name="Google Shape;1018;p118"/>
          <p:cNvSpPr txBox="1"/>
          <p:nvPr>
            <p:ph idx="2" type="subTitle"/>
          </p:nvPr>
        </p:nvSpPr>
        <p:spPr>
          <a:xfrm>
            <a:off x="461800" y="333425"/>
            <a:ext cx="39183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100"/>
              <a:t>UI DESIGN</a:t>
            </a:r>
            <a:endParaRPr sz="2100"/>
          </a:p>
        </p:txBody>
      </p:sp>
      <p:sp>
        <p:nvSpPr>
          <p:cNvPr id="1019" name="Google Shape;1019;p118"/>
          <p:cNvSpPr txBox="1"/>
          <p:nvPr/>
        </p:nvSpPr>
        <p:spPr>
          <a:xfrm>
            <a:off x="791150" y="961225"/>
            <a:ext cx="4036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Barlow Light"/>
                <a:ea typeface="Barlow Light"/>
                <a:cs typeface="Barlow Light"/>
                <a:sym typeface="Barlow Light"/>
              </a:rPr>
              <a:t>Our project is a backend SDK for an embedded operating system, and thus does not have any graphical user interface. The extent of the user interface is written documentation for the code, which fully maps to our client’s expectations and requirements.</a:t>
            </a:r>
            <a:endParaRPr sz="1600">
              <a:solidFill>
                <a:schemeClr val="lt1"/>
              </a:solidFill>
              <a:latin typeface="Barlow Light"/>
              <a:ea typeface="Barlow Light"/>
              <a:cs typeface="Barlow Light"/>
              <a:sym typeface="Barlow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19"/>
          <p:cNvSpPr txBox="1"/>
          <p:nvPr>
            <p:ph idx="1" type="body"/>
          </p:nvPr>
        </p:nvSpPr>
        <p:spPr>
          <a:xfrm>
            <a:off x="791150" y="674525"/>
            <a:ext cx="3918300" cy="2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25" name="Google Shape;1025;p119"/>
          <p:cNvSpPr txBox="1"/>
          <p:nvPr>
            <p:ph idx="2" type="subTitle"/>
          </p:nvPr>
        </p:nvSpPr>
        <p:spPr>
          <a:xfrm>
            <a:off x="297250" y="212200"/>
            <a:ext cx="39183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TESTING PLAN</a:t>
            </a:r>
            <a:endParaRPr sz="2000"/>
          </a:p>
        </p:txBody>
      </p:sp>
      <p:sp>
        <p:nvSpPr>
          <p:cNvPr id="1026" name="Google Shape;1026;p119"/>
          <p:cNvSpPr txBox="1"/>
          <p:nvPr/>
        </p:nvSpPr>
        <p:spPr>
          <a:xfrm>
            <a:off x="403075" y="526350"/>
            <a:ext cx="7611900" cy="50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Unit Testing</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Implemented unit tests for each function in the COMTRADE reader and writer as part of our testing harness written in Go.</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Tested edge cases such as malformed formatting, corrupted data, and crash handling to ensure reliability in embedded scenarios.</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Integration Testing</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We combined the reader, writer, and validation modules into a unified workflow</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Tested end-to-end functionality on simulated workflows to validate the components’ interactivity</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System Testing</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We integrated our Go modules with existing SEL signaling devices to test whether these devices could </a:t>
            </a:r>
            <a:r>
              <a:rPr lang="en" sz="1200">
                <a:solidFill>
                  <a:schemeClr val="lt1"/>
                </a:solidFill>
                <a:latin typeface="Barlow"/>
                <a:ea typeface="Barlow"/>
                <a:cs typeface="Barlow"/>
                <a:sym typeface="Barlow"/>
              </a:rPr>
              <a:t>correctly</a:t>
            </a:r>
            <a:r>
              <a:rPr lang="en" sz="1200">
                <a:solidFill>
                  <a:schemeClr val="lt1"/>
                </a:solidFill>
                <a:latin typeface="Barlow"/>
                <a:ea typeface="Barlow"/>
                <a:cs typeface="Barlow"/>
                <a:sym typeface="Barlow"/>
              </a:rPr>
              <a:t> produce and interpret COMTRADE data in a realistic environment</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Tools &amp; Methods</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Used JUnit, Selenium, and Jest for structured and automated testing</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 Applied standard testing practices including edge case validation, regression checks, and manual verification</a:t>
            </a:r>
            <a:endParaRPr sz="1200">
              <a:solidFill>
                <a:schemeClr val="lt1"/>
              </a:solidFill>
              <a:latin typeface="Barlow"/>
              <a:ea typeface="Barlow"/>
              <a:cs typeface="Barlow"/>
              <a:sym typeface="Barlow"/>
            </a:endParaRPr>
          </a:p>
          <a:p>
            <a:pPr indent="0" lvl="0" marL="0" rtl="0" algn="l">
              <a:lnSpc>
                <a:spcPct val="115000"/>
              </a:lnSpc>
              <a:spcBef>
                <a:spcPts val="1200"/>
              </a:spcBef>
              <a:spcAft>
                <a:spcPts val="0"/>
              </a:spcAft>
              <a:buClr>
                <a:schemeClr val="lt1"/>
              </a:buClr>
              <a:buSzPts val="1100"/>
              <a:buFont typeface="Arial"/>
              <a:buNone/>
            </a:pPr>
            <a:r>
              <a:rPr b="1" lang="en" sz="1200">
                <a:solidFill>
                  <a:schemeClr val="lt1"/>
                </a:solidFill>
                <a:latin typeface="Barlow"/>
                <a:ea typeface="Barlow"/>
                <a:cs typeface="Barlow"/>
                <a:sym typeface="Barlow"/>
              </a:rPr>
              <a:t>Key Issue &amp; Resolution</a:t>
            </a:r>
            <a:br>
              <a:rPr b="1"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We identified an issue with floating point rounding </a:t>
            </a:r>
            <a:r>
              <a:rPr lang="en" sz="1200">
                <a:solidFill>
                  <a:schemeClr val="lt1"/>
                </a:solidFill>
                <a:latin typeface="Barlow"/>
                <a:ea typeface="Barlow"/>
                <a:cs typeface="Barlow"/>
                <a:sym typeface="Barlow"/>
              </a:rPr>
              <a:t>errors when handling very precise timestamps, leading to invalid sample timing. </a:t>
            </a:r>
            <a:br>
              <a:rPr lang="en" sz="1200">
                <a:solidFill>
                  <a:schemeClr val="lt1"/>
                </a:solidFill>
                <a:latin typeface="Barlow"/>
                <a:ea typeface="Barlow"/>
                <a:cs typeface="Barlow"/>
                <a:sym typeface="Barlow"/>
              </a:rPr>
            </a:br>
            <a:r>
              <a:rPr lang="en" sz="1200">
                <a:solidFill>
                  <a:schemeClr val="lt1"/>
                </a:solidFill>
                <a:latin typeface="Barlow"/>
                <a:ea typeface="Barlow"/>
                <a:cs typeface="Barlow"/>
                <a:sym typeface="Barlow"/>
              </a:rPr>
              <a:t>We were able to resolve this by switching to integer-based microsecond timestamps instead of floats</a:t>
            </a:r>
            <a:endParaRPr sz="1200">
              <a:solidFill>
                <a:schemeClr val="lt1"/>
              </a:solidFill>
              <a:latin typeface="Barlow"/>
              <a:ea typeface="Barlow"/>
              <a:cs typeface="Barlow"/>
              <a:sym typeface="Barlow"/>
            </a:endParaRPr>
          </a:p>
          <a:p>
            <a:pPr indent="0" lvl="0" marL="0" rtl="0" algn="l">
              <a:spcBef>
                <a:spcPts val="1200"/>
              </a:spcBef>
              <a:spcAft>
                <a:spcPts val="0"/>
              </a:spcAft>
              <a:buNone/>
            </a:pPr>
            <a:r>
              <a:t/>
            </a:r>
            <a:endParaRPr sz="1700">
              <a:solidFill>
                <a:schemeClr val="lt1"/>
              </a:solidFill>
              <a:latin typeface="Barlow Light"/>
              <a:ea typeface="Barlow Light"/>
              <a:cs typeface="Barlow Light"/>
              <a:sym typeface="Barlow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20"/>
          <p:cNvSpPr txBox="1"/>
          <p:nvPr/>
        </p:nvSpPr>
        <p:spPr>
          <a:xfrm>
            <a:off x="480424" y="290625"/>
            <a:ext cx="74667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SPRINT ACHIEVEMENTS AND CHALLENGES</a:t>
            </a:r>
            <a:endParaRPr sz="2000">
              <a:solidFill>
                <a:schemeClr val="accent3"/>
              </a:solidFill>
              <a:latin typeface="Hepta Slab Medium"/>
              <a:ea typeface="Hepta Slab Medium"/>
              <a:cs typeface="Hepta Slab Medium"/>
              <a:sym typeface="Hepta Slab Medium"/>
            </a:endParaRPr>
          </a:p>
        </p:txBody>
      </p:sp>
      <p:sp>
        <p:nvSpPr>
          <p:cNvPr id="1032" name="Google Shape;1032;p12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3" name="Google Shape;1033;p120"/>
          <p:cNvSpPr txBox="1"/>
          <p:nvPr/>
        </p:nvSpPr>
        <p:spPr>
          <a:xfrm>
            <a:off x="480425" y="682900"/>
            <a:ext cx="8358900" cy="4065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Achievements:</a:t>
            </a:r>
            <a:endParaRPr b="1">
              <a:solidFill>
                <a:schemeClr val="lt1"/>
              </a:solidFill>
              <a:latin typeface="Barlow"/>
              <a:ea typeface="Barlow"/>
              <a:cs typeface="Barlow"/>
              <a:sym typeface="Barlow"/>
            </a:endParaRPr>
          </a:p>
          <a:p>
            <a:pPr indent="-317500" lvl="1" marL="914400" rtl="0" algn="l">
              <a:lnSpc>
                <a:spcPct val="115000"/>
              </a:lnSpc>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We delivered a </a:t>
            </a:r>
            <a:r>
              <a:rPr lang="en">
                <a:solidFill>
                  <a:schemeClr val="lt1"/>
                </a:solidFill>
                <a:latin typeface="Barlow"/>
                <a:ea typeface="Barlow"/>
                <a:cs typeface="Barlow"/>
                <a:sym typeface="Barlow"/>
              </a:rPr>
              <a:t>solid proof of concept Go COMTRADE encoder and decoder while working with a language and tools completely new to us.</a:t>
            </a:r>
            <a:endParaRPr>
              <a:solidFill>
                <a:schemeClr val="lt1"/>
              </a:solidFill>
              <a:latin typeface="Barlow"/>
              <a:ea typeface="Barlow"/>
              <a:cs typeface="Barlow"/>
              <a:sym typeface="Barlow"/>
            </a:endParaRPr>
          </a:p>
          <a:p>
            <a:pPr indent="-317500" lvl="1" marL="914400" rtl="0" algn="l">
              <a:lnSpc>
                <a:spcPct val="115000"/>
              </a:lnSpc>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We maintained clear and consistent communication during a challenging situation involving multiple stakeholders in order to coordinate the resolution of blockers</a:t>
            </a:r>
            <a:endParaRPr>
              <a:solidFill>
                <a:schemeClr val="lt1"/>
              </a:solidFill>
              <a:latin typeface="Barlow"/>
              <a:ea typeface="Barlow"/>
              <a:cs typeface="Barlow"/>
              <a:sym typeface="Barlow"/>
            </a:endParaRPr>
          </a:p>
          <a:p>
            <a:pPr indent="-317500" lvl="1" marL="914400" rtl="0" algn="l">
              <a:lnSpc>
                <a:spcPct val="115000"/>
              </a:lnSpc>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We showed strong adaptability and teamwork, especially when working through tight timelines and unexpected delays</a:t>
            </a:r>
            <a:endParaRPr>
              <a:solidFill>
                <a:schemeClr val="lt1"/>
              </a:solidFill>
              <a:latin typeface="Barlow"/>
              <a:ea typeface="Barlow"/>
              <a:cs typeface="Barlow"/>
              <a:sym typeface="Barlow"/>
            </a:endParaRPr>
          </a:p>
          <a:p>
            <a:pPr indent="-317500" lvl="0" marL="457200" rtl="0" algn="l">
              <a:lnSpc>
                <a:spcPct val="115000"/>
              </a:lnSpc>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Challenges:</a:t>
            </a:r>
            <a:endParaRPr b="1">
              <a:solidFill>
                <a:schemeClr val="lt1"/>
              </a:solidFill>
              <a:latin typeface="Barlow"/>
              <a:ea typeface="Barlow"/>
              <a:cs typeface="Barlow"/>
              <a:sym typeface="Barlow"/>
            </a:endParaRPr>
          </a:p>
          <a:p>
            <a:pPr indent="-317500" lvl="1" marL="914400" rtl="0" algn="l">
              <a:lnSpc>
                <a:spcPct val="115000"/>
              </a:lnSpc>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We were unable to access critical files, which completely blocked development and pushed much of our work behind schedule. We addressed this by pivoting our project towards a smaller, relatively independent sub-component that will be useful later.</a:t>
            </a:r>
            <a:endParaRPr>
              <a:solidFill>
                <a:schemeClr val="lt1"/>
              </a:solidFill>
              <a:latin typeface="Barlow"/>
              <a:ea typeface="Barlow"/>
              <a:cs typeface="Barlow"/>
              <a:sym typeface="Barlow"/>
            </a:endParaRPr>
          </a:p>
          <a:p>
            <a:pPr indent="-317500" lvl="0" marL="457200" rtl="0" algn="l">
              <a:lnSpc>
                <a:spcPct val="115000"/>
              </a:lnSpc>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Progress From Sprint 1:</a:t>
            </a:r>
            <a:endParaRPr b="1">
              <a:solidFill>
                <a:schemeClr val="lt1"/>
              </a:solidFill>
              <a:latin typeface="Barlow"/>
              <a:ea typeface="Barlow"/>
              <a:cs typeface="Barlow"/>
              <a:sym typeface="Barlow"/>
            </a:endParaRPr>
          </a:p>
          <a:p>
            <a:pPr indent="-317500" lvl="1" marL="914400" rtl="0" algn="l">
              <a:lnSpc>
                <a:spcPct val="115000"/>
              </a:lnSpc>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Sprint 1 was focused around planning architecture and developing contacts that we could use within SEL and for our project</a:t>
            </a:r>
            <a:endParaRPr>
              <a:solidFill>
                <a:schemeClr val="lt1"/>
              </a:solidFill>
              <a:latin typeface="Barlow"/>
              <a:ea typeface="Barlow"/>
              <a:cs typeface="Barlow"/>
              <a:sym typeface="Barlow"/>
            </a:endParaRPr>
          </a:p>
          <a:p>
            <a:pPr indent="-317500" lvl="1" marL="914400" rtl="0" algn="l">
              <a:lnSpc>
                <a:spcPct val="115000"/>
              </a:lnSpc>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Sprint 2 built on this work by making use of our contacts and following up on the research we did in Sprint 1, discovering that a lot of our </a:t>
            </a:r>
            <a:r>
              <a:rPr lang="en">
                <a:solidFill>
                  <a:schemeClr val="lt1"/>
                </a:solidFill>
                <a:latin typeface="Barlow"/>
                <a:ea typeface="Barlow"/>
                <a:cs typeface="Barlow"/>
                <a:sym typeface="Barlow"/>
              </a:rPr>
              <a:t>initial</a:t>
            </a:r>
            <a:r>
              <a:rPr lang="en">
                <a:solidFill>
                  <a:schemeClr val="lt1"/>
                </a:solidFill>
                <a:latin typeface="Barlow"/>
                <a:ea typeface="Barlow"/>
                <a:cs typeface="Barlow"/>
                <a:sym typeface="Barlow"/>
              </a:rPr>
              <a:t> </a:t>
            </a:r>
            <a:r>
              <a:rPr lang="en">
                <a:solidFill>
                  <a:schemeClr val="lt1"/>
                </a:solidFill>
                <a:latin typeface="Barlow"/>
                <a:ea typeface="Barlow"/>
                <a:cs typeface="Barlow"/>
                <a:sym typeface="Barlow"/>
              </a:rPr>
              <a:t>assumptions</a:t>
            </a:r>
            <a:r>
              <a:rPr lang="en">
                <a:solidFill>
                  <a:schemeClr val="lt1"/>
                </a:solidFill>
                <a:latin typeface="Barlow"/>
                <a:ea typeface="Barlow"/>
                <a:cs typeface="Barlow"/>
                <a:sym typeface="Barlow"/>
              </a:rPr>
              <a:t> about </a:t>
            </a:r>
            <a:r>
              <a:rPr lang="en">
                <a:solidFill>
                  <a:schemeClr val="lt1"/>
                </a:solidFill>
                <a:latin typeface="Barlow"/>
                <a:ea typeface="Barlow"/>
                <a:cs typeface="Barlow"/>
                <a:sym typeface="Barlow"/>
              </a:rPr>
              <a:t>resource availability were wrong.</a:t>
            </a:r>
            <a:endParaRPr>
              <a:solidFill>
                <a:schemeClr val="lt1"/>
              </a:solidFill>
              <a:latin typeface="Barlow"/>
              <a:ea typeface="Barlow"/>
              <a:cs typeface="Barlow"/>
              <a:sym typeface="Barlo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21"/>
          <p:cNvSpPr txBox="1"/>
          <p:nvPr/>
        </p:nvSpPr>
        <p:spPr>
          <a:xfrm>
            <a:off x="480425" y="709375"/>
            <a:ext cx="8358900" cy="40659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lt1"/>
              </a:buClr>
              <a:buSzPts val="1500"/>
              <a:buFont typeface="Barlow"/>
              <a:buChar char="●"/>
            </a:pPr>
            <a:r>
              <a:rPr lang="en" sz="1500">
                <a:solidFill>
                  <a:schemeClr val="lt1"/>
                </a:solidFill>
                <a:latin typeface="Barlow"/>
                <a:ea typeface="Barlow"/>
                <a:cs typeface="Barlow"/>
                <a:sym typeface="Barlow"/>
              </a:rPr>
              <a:t>This sprint had some significant blockers related to security clearances and resource access. Without access to the existing Go repo or the Blueframe SDK, no code, tests, or prototypes could be created, which limited our ability to complete planned work.</a:t>
            </a:r>
            <a:endParaRPr sz="1500">
              <a:solidFill>
                <a:schemeClr val="lt1"/>
              </a:solidFill>
              <a:latin typeface="Barlow"/>
              <a:ea typeface="Barlow"/>
              <a:cs typeface="Barlow"/>
              <a:sym typeface="Barlow"/>
            </a:endParaRPr>
          </a:p>
          <a:p>
            <a:pPr indent="-323850" lvl="0" marL="457200" rtl="0" algn="l">
              <a:lnSpc>
                <a:spcPct val="115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Amidst these blockers, we received feedback from the client suggesting we pivot to public facing projects to continue research and proof of concept development. We acted on this feedback by redirecting our efforts and were able to successfully deliver a proof of concept for a Go Python wrapper.</a:t>
            </a:r>
            <a:endParaRPr sz="1500">
              <a:solidFill>
                <a:schemeClr val="lt1"/>
              </a:solidFill>
              <a:latin typeface="Barlow"/>
              <a:ea typeface="Barlow"/>
              <a:cs typeface="Barlow"/>
              <a:sym typeface="Barlow"/>
            </a:endParaRPr>
          </a:p>
          <a:p>
            <a:pPr indent="-323850" lvl="0" marL="457200" rtl="0" algn="l">
              <a:lnSpc>
                <a:spcPct val="115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Overall, while access challenges impacted progress, we strengthened our communication channels within SEL and improved our ability to navigate internal processes, which will help reduce friction in future sprints.</a:t>
            </a:r>
            <a:endParaRPr sz="1500">
              <a:solidFill>
                <a:schemeClr val="lt1"/>
              </a:solidFill>
              <a:latin typeface="Barlow"/>
              <a:ea typeface="Barlow"/>
              <a:cs typeface="Barlow"/>
              <a:sym typeface="Barlow"/>
            </a:endParaRPr>
          </a:p>
          <a:p>
            <a:pPr indent="-323850" lvl="0" marL="457200" rtl="0" algn="l">
              <a:lnSpc>
                <a:spcPct val="115000"/>
              </a:lnSpc>
              <a:spcBef>
                <a:spcPts val="0"/>
              </a:spcBef>
              <a:spcAft>
                <a:spcPts val="0"/>
              </a:spcAft>
              <a:buClr>
                <a:schemeClr val="lt1"/>
              </a:buClr>
              <a:buSzPts val="1500"/>
              <a:buFont typeface="Barlow"/>
              <a:buChar char="●"/>
            </a:pPr>
            <a:r>
              <a:rPr lang="en" sz="1500">
                <a:solidFill>
                  <a:schemeClr val="lt1"/>
                </a:solidFill>
                <a:latin typeface="Barlow"/>
                <a:ea typeface="Barlow"/>
                <a:cs typeface="Barlow"/>
                <a:sym typeface="Barlow"/>
              </a:rPr>
              <a:t>Our next sprint will focus on building on this proof of concept and developing it into a full prototype, including support for additional file types, compression, and error correction, while continuing to pursue access to required internal resources.</a:t>
            </a:r>
            <a:endParaRPr sz="1500">
              <a:solidFill>
                <a:schemeClr val="lt1"/>
              </a:solidFill>
              <a:latin typeface="Barlow"/>
              <a:ea typeface="Barlow"/>
              <a:cs typeface="Barlow"/>
              <a:sym typeface="Barlow"/>
            </a:endParaRPr>
          </a:p>
        </p:txBody>
      </p:sp>
      <p:sp>
        <p:nvSpPr>
          <p:cNvPr id="1039" name="Google Shape;1039;p121"/>
          <p:cNvSpPr txBox="1"/>
          <p:nvPr/>
        </p:nvSpPr>
        <p:spPr>
          <a:xfrm>
            <a:off x="480424" y="290625"/>
            <a:ext cx="74667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NEXT STEPS AND SPRINT RETROSPECTIVE</a:t>
            </a:r>
            <a:endParaRPr sz="2000">
              <a:solidFill>
                <a:schemeClr val="accent3"/>
              </a:solidFill>
              <a:latin typeface="Hepta Slab Medium"/>
              <a:ea typeface="Hepta Slab Medium"/>
              <a:cs typeface="Hepta Slab Medium"/>
              <a:sym typeface="Hepta Slab Medium"/>
            </a:endParaRPr>
          </a:p>
        </p:txBody>
      </p:sp>
      <p:sp>
        <p:nvSpPr>
          <p:cNvPr id="1040" name="Google Shape;1040;p12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22"/>
          <p:cNvSpPr txBox="1"/>
          <p:nvPr/>
        </p:nvSpPr>
        <p:spPr>
          <a:xfrm>
            <a:off x="480425" y="806425"/>
            <a:ext cx="8358900" cy="40659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We used AI for summarizing/understanding meetings, drafting some documents, and identifying potential use cases to propose to our stakeholders</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Limitations: </a:t>
            </a:r>
            <a:endParaRPr sz="1600">
              <a:solidFill>
                <a:schemeClr val="lt1"/>
              </a:solidFill>
              <a:latin typeface="Barlow"/>
              <a:ea typeface="Barlow"/>
              <a:cs typeface="Barlow"/>
              <a:sym typeface="Barlow"/>
            </a:endParaRPr>
          </a:p>
          <a:p>
            <a:pPr indent="-330200" lvl="1" marL="9144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Since our project contains SEL specific information, AI is often not able to answer questions about the specific technologies and implementations. Thus , we </a:t>
            </a:r>
            <a:r>
              <a:rPr lang="en" sz="1600">
                <a:solidFill>
                  <a:schemeClr val="lt1"/>
                </a:solidFill>
                <a:latin typeface="Barlow"/>
                <a:ea typeface="Barlow"/>
                <a:cs typeface="Barlow"/>
                <a:sym typeface="Barlow"/>
              </a:rPr>
              <a:t>sought</a:t>
            </a:r>
            <a:r>
              <a:rPr lang="en" sz="1600">
                <a:solidFill>
                  <a:schemeClr val="lt1"/>
                </a:solidFill>
                <a:latin typeface="Barlow"/>
                <a:ea typeface="Barlow"/>
                <a:cs typeface="Barlow"/>
                <a:sym typeface="Barlow"/>
              </a:rPr>
              <a:t> out other </a:t>
            </a:r>
            <a:r>
              <a:rPr lang="en" sz="1600">
                <a:solidFill>
                  <a:schemeClr val="lt1"/>
                </a:solidFill>
                <a:latin typeface="Barlow"/>
                <a:ea typeface="Barlow"/>
                <a:cs typeface="Barlow"/>
                <a:sym typeface="Barlow"/>
              </a:rPr>
              <a:t>documentation</a:t>
            </a:r>
            <a:r>
              <a:rPr lang="en" sz="1600">
                <a:solidFill>
                  <a:schemeClr val="lt1"/>
                </a:solidFill>
                <a:latin typeface="Barlow"/>
                <a:ea typeface="Barlow"/>
                <a:cs typeface="Barlow"/>
                <a:sym typeface="Barlow"/>
              </a:rPr>
              <a:t> to </a:t>
            </a:r>
            <a:r>
              <a:rPr lang="en" sz="1600">
                <a:solidFill>
                  <a:schemeClr val="lt1"/>
                </a:solidFill>
                <a:latin typeface="Barlow"/>
                <a:ea typeface="Barlow"/>
                <a:cs typeface="Barlow"/>
                <a:sym typeface="Barlow"/>
              </a:rPr>
              <a:t>answer</a:t>
            </a:r>
            <a:r>
              <a:rPr lang="en" sz="1600">
                <a:solidFill>
                  <a:schemeClr val="lt1"/>
                </a:solidFill>
                <a:latin typeface="Barlow"/>
                <a:ea typeface="Barlow"/>
                <a:cs typeface="Barlow"/>
                <a:sym typeface="Barlow"/>
              </a:rPr>
              <a:t> more specific </a:t>
            </a:r>
            <a:r>
              <a:rPr lang="en" sz="1600">
                <a:solidFill>
                  <a:schemeClr val="lt1"/>
                </a:solidFill>
                <a:latin typeface="Barlow"/>
                <a:ea typeface="Barlow"/>
                <a:cs typeface="Barlow"/>
                <a:sym typeface="Barlow"/>
              </a:rPr>
              <a:t>technical</a:t>
            </a:r>
            <a:r>
              <a:rPr lang="en" sz="1600">
                <a:solidFill>
                  <a:schemeClr val="lt1"/>
                </a:solidFill>
                <a:latin typeface="Barlow"/>
                <a:ea typeface="Barlow"/>
                <a:cs typeface="Barlow"/>
                <a:sym typeface="Barlow"/>
              </a:rPr>
              <a:t> questions.</a:t>
            </a:r>
            <a:endParaRPr sz="1600">
              <a:solidFill>
                <a:schemeClr val="lt1"/>
              </a:solidFill>
              <a:latin typeface="Barlow"/>
              <a:ea typeface="Barlow"/>
              <a:cs typeface="Barlow"/>
              <a:sym typeface="Barlow"/>
            </a:endParaRPr>
          </a:p>
          <a:p>
            <a:pPr indent="-330200" lvl="1" marL="9144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We used the SEL specific GitHub Copilot to process SEL-confidential information to ensure security of SEL information. This is necessary because typical non-company AI tools do not fit within </a:t>
            </a:r>
            <a:r>
              <a:rPr lang="en" sz="1600">
                <a:solidFill>
                  <a:schemeClr val="lt1"/>
                </a:solidFill>
                <a:latin typeface="Barlow"/>
                <a:ea typeface="Barlow"/>
                <a:cs typeface="Barlow"/>
                <a:sym typeface="Barlow"/>
              </a:rPr>
              <a:t>security</a:t>
            </a:r>
            <a:r>
              <a:rPr lang="en" sz="1600">
                <a:solidFill>
                  <a:schemeClr val="lt1"/>
                </a:solidFill>
                <a:latin typeface="Barlow"/>
                <a:ea typeface="Barlow"/>
                <a:cs typeface="Barlow"/>
                <a:sym typeface="Barlow"/>
              </a:rPr>
              <a:t> regulations </a:t>
            </a:r>
            <a:r>
              <a:rPr lang="en" sz="1600">
                <a:solidFill>
                  <a:schemeClr val="lt1"/>
                </a:solidFill>
                <a:latin typeface="Barlow"/>
                <a:ea typeface="Barlow"/>
                <a:cs typeface="Barlow"/>
                <a:sym typeface="Barlow"/>
              </a:rPr>
              <a:t>for</a:t>
            </a:r>
            <a:r>
              <a:rPr lang="en" sz="1600">
                <a:solidFill>
                  <a:schemeClr val="lt1"/>
                </a:solidFill>
                <a:latin typeface="Barlow"/>
                <a:ea typeface="Barlow"/>
                <a:cs typeface="Barlow"/>
                <a:sym typeface="Barlow"/>
              </a:rPr>
              <a:t> SEL. </a:t>
            </a:r>
            <a:endParaRPr sz="1600">
              <a:solidFill>
                <a:schemeClr val="lt1"/>
              </a:solidFill>
              <a:latin typeface="Barlow"/>
              <a:ea typeface="Barlow"/>
              <a:cs typeface="Barlow"/>
              <a:sym typeface="Barlow"/>
            </a:endParaRPr>
          </a:p>
        </p:txBody>
      </p:sp>
      <p:sp>
        <p:nvSpPr>
          <p:cNvPr id="1046" name="Google Shape;1046;p122"/>
          <p:cNvSpPr txBox="1"/>
          <p:nvPr/>
        </p:nvSpPr>
        <p:spPr>
          <a:xfrm>
            <a:off x="480424" y="290625"/>
            <a:ext cx="74667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RESPONSIBLE USE OF AI</a:t>
            </a:r>
            <a:endParaRPr sz="2000">
              <a:solidFill>
                <a:schemeClr val="accent3"/>
              </a:solidFill>
              <a:latin typeface="Hepta Slab Medium"/>
              <a:ea typeface="Hepta Slab Medium"/>
              <a:cs typeface="Hepta Slab Medium"/>
              <a:sym typeface="Hepta Slab Medium"/>
            </a:endParaRPr>
          </a:p>
        </p:txBody>
      </p:sp>
      <p:sp>
        <p:nvSpPr>
          <p:cNvPr id="1047" name="Google Shape;1047;p12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23"/>
          <p:cNvSpPr txBox="1"/>
          <p:nvPr/>
        </p:nvSpPr>
        <p:spPr>
          <a:xfrm>
            <a:off x="392550" y="729350"/>
            <a:ext cx="8358900" cy="40659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This sprint was impacted by delays in obtaining key resources, including the Blueframe SDK and internal repositories, which limited our ability to fully execute planned work.</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Despite these challenges, we made meaningful progress by deepening our understanding of the Blueframe system and developing valuable proof of concept tools, progressing both on the field  SDK and the go COMTRADE proof of concept.</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We appreciate the continued support from our client, mentors, and faculty, along with SEL employees outside of our team who offered help.</a:t>
            </a:r>
            <a:endParaRPr sz="1600">
              <a:solidFill>
                <a:schemeClr val="lt1"/>
              </a:solidFill>
              <a:latin typeface="Barlow"/>
              <a:ea typeface="Barlow"/>
              <a:cs typeface="Barlow"/>
              <a:sym typeface="Barlow"/>
            </a:endParaRPr>
          </a:p>
          <a:p>
            <a:pPr indent="-330200" lvl="0" marL="457200" rtl="0" algn="l">
              <a:lnSpc>
                <a:spcPct val="150000"/>
              </a:lnSpc>
              <a:spcBef>
                <a:spcPts val="0"/>
              </a:spcBef>
              <a:spcAft>
                <a:spcPts val="0"/>
              </a:spcAft>
              <a:buClr>
                <a:schemeClr val="lt1"/>
              </a:buClr>
              <a:buSzPts val="1600"/>
              <a:buFont typeface="Barlow"/>
              <a:buChar char="●"/>
            </a:pPr>
            <a:r>
              <a:rPr lang="en" sz="1600">
                <a:solidFill>
                  <a:schemeClr val="lt1"/>
                </a:solidFill>
                <a:latin typeface="Barlow"/>
                <a:ea typeface="Barlow"/>
                <a:cs typeface="Barlow"/>
                <a:sym typeface="Barlow"/>
              </a:rPr>
              <a:t>Looking ahead, we are in a good place to move quickly as soon as access we </a:t>
            </a:r>
            <a:r>
              <a:rPr lang="en" sz="1600">
                <a:solidFill>
                  <a:schemeClr val="lt1"/>
                </a:solidFill>
                <a:latin typeface="Barlow"/>
                <a:ea typeface="Barlow"/>
                <a:cs typeface="Barlow"/>
                <a:sym typeface="Barlow"/>
              </a:rPr>
              <a:t>receive</a:t>
            </a:r>
            <a:r>
              <a:rPr lang="en" sz="1600">
                <a:solidFill>
                  <a:schemeClr val="lt1"/>
                </a:solidFill>
                <a:latin typeface="Barlow"/>
                <a:ea typeface="Barlow"/>
                <a:cs typeface="Barlow"/>
                <a:sym typeface="Barlow"/>
              </a:rPr>
              <a:t> access to our critical resources. With a stronger technical foundation and improved alignment, we are confident in our ability to deliver impactful results in the upcoming sprints.</a:t>
            </a:r>
            <a:endParaRPr sz="1600">
              <a:solidFill>
                <a:schemeClr val="lt1"/>
              </a:solidFill>
              <a:latin typeface="Barlow"/>
              <a:ea typeface="Barlow"/>
              <a:cs typeface="Barlow"/>
              <a:sym typeface="Barlow"/>
            </a:endParaRPr>
          </a:p>
        </p:txBody>
      </p:sp>
      <p:sp>
        <p:nvSpPr>
          <p:cNvPr id="1053" name="Google Shape;1053;p123"/>
          <p:cNvSpPr txBox="1"/>
          <p:nvPr/>
        </p:nvSpPr>
        <p:spPr>
          <a:xfrm>
            <a:off x="480424" y="290625"/>
            <a:ext cx="74667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Hepta Slab Medium"/>
                <a:ea typeface="Hepta Slab Medium"/>
                <a:cs typeface="Hepta Slab Medium"/>
                <a:sym typeface="Hepta Slab Medium"/>
              </a:rPr>
              <a:t>CONCLUSION</a:t>
            </a:r>
            <a:endParaRPr sz="2000">
              <a:solidFill>
                <a:schemeClr val="accent3"/>
              </a:solidFill>
              <a:latin typeface="Hepta Slab Medium"/>
              <a:ea typeface="Hepta Slab Medium"/>
              <a:cs typeface="Hepta Slab Medium"/>
              <a:sym typeface="Hepta Slab Medium"/>
            </a:endParaRPr>
          </a:p>
        </p:txBody>
      </p:sp>
      <p:sp>
        <p:nvSpPr>
          <p:cNvPr id="1054" name="Google Shape;1054;p12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24"/>
          <p:cNvSpPr txBox="1"/>
          <p:nvPr>
            <p:ph type="title"/>
          </p:nvPr>
        </p:nvSpPr>
        <p:spPr>
          <a:xfrm>
            <a:off x="455221" y="1321125"/>
            <a:ext cx="5094600" cy="17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T] Project timeline/workflow presentation [Style 1] ">
  <a:themeElements>
    <a:clrScheme name="Google Colours">
      <a:dk1>
        <a:srgbClr val="292D3E"/>
      </a:dk1>
      <a:lt1>
        <a:srgbClr val="FFFFFF"/>
      </a:lt1>
      <a:dk2>
        <a:srgbClr val="F1F2DF"/>
      </a:dk2>
      <a:lt2>
        <a:srgbClr val="666666"/>
      </a:lt2>
      <a:accent1>
        <a:srgbClr val="6D31FD"/>
      </a:accent1>
      <a:accent2>
        <a:srgbClr val="066B6B"/>
      </a:accent2>
      <a:accent3>
        <a:srgbClr val="FFDF5F"/>
      </a:accent3>
      <a:accent4>
        <a:srgbClr val="8289FF"/>
      </a:accent4>
      <a:accent5>
        <a:srgbClr val="FF8127"/>
      </a:accent5>
      <a:accent6>
        <a:srgbClr val="CAF38D"/>
      </a:accent6>
      <a:hlink>
        <a:srgbClr val="8289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