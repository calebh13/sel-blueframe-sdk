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4152" r:id="rId1"/>
  </p:sldMasterIdLst>
  <p:notesMasterIdLst>
    <p:notesMasterId r:id="rId33"/>
  </p:notesMasterIdLst>
  <p:handoutMasterIdLst>
    <p:handoutMasterId r:id="rId34"/>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annon Dryden" initials="SD" lastIdx="2" clrIdx="0">
    <p:extLst>
      <p:ext uri="{19B8F6BF-5375-455C-9EA6-DF929625EA0E}">
        <p15:presenceInfo xmlns:p15="http://schemas.microsoft.com/office/powerpoint/2012/main" userId="Shannon Dryden" providerId="None"/>
      </p:ext>
    </p:extLst>
  </p:cmAuthor>
  <p:cmAuthor id="2" name="Rex Pieper" initials="RP" lastIdx="1" clrIdx="1">
    <p:extLst>
      <p:ext uri="{19B8F6BF-5375-455C-9EA6-DF929625EA0E}">
        <p15:presenceInfo xmlns:p15="http://schemas.microsoft.com/office/powerpoint/2012/main" userId="S::rex_pieper@selinc.com::0ea2b8a6-5bb7-4d6c-83db-5204e28f43f6" providerId="AD"/>
      </p:ext>
    </p:extLst>
  </p:cmAuthor>
  <p:cmAuthor id="3" name="Chelsea Rash" initials="CR" lastIdx="20" clrIdx="2">
    <p:extLst>
      <p:ext uri="{19B8F6BF-5375-455C-9EA6-DF929625EA0E}">
        <p15:presenceInfo xmlns:p15="http://schemas.microsoft.com/office/powerpoint/2012/main" userId="Chelsea Ras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A5D"/>
    <a:srgbClr val="292929"/>
    <a:srgbClr val="32312F"/>
    <a:srgbClr val="000000"/>
    <a:srgbClr val="FDE4E0"/>
    <a:srgbClr val="808000"/>
    <a:srgbClr val="FEECEA"/>
    <a:srgbClr val="EEEFF8"/>
    <a:srgbClr val="F4F5FB"/>
    <a:srgbClr val="F6F7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A595BEA2-BAFE-4881-9EE8-3C99054D1657}">
  <a:tblStyle styleId="{A595BEA2-BAFE-4881-9EE8-3C99054D1657}" styleName="SEL 2021 Table">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12700" cmpd="sng">
              <a:solidFill>
                <a:schemeClr val="dk1"/>
              </a:solidFill>
            </a:ln>
          </a:insideH>
          <a:insideV>
            <a:ln w="12700" cmpd="sng">
              <a:solidFill>
                <a:schemeClr val="dk1"/>
              </a:solidFill>
            </a:ln>
          </a:insideV>
        </a:tcBdr>
        <a:fill>
          <a:noFill/>
        </a:fill>
      </a:tcStyle>
    </a:wholeTbl>
    <a:band1H>
      <a:tcStyle>
        <a:tcBdr/>
      </a:tcStyle>
    </a:band1H>
    <a:band2H>
      <a:tcStyle>
        <a:tcBdr/>
      </a:tcStyle>
    </a:band2H>
    <a:band1V>
      <a:tcStyle>
        <a:tcBdr/>
      </a:tcStyle>
    </a:band1V>
    <a:band2V>
      <a:tcStyle>
        <a:tcBdr/>
      </a:tcStyle>
    </a:band2V>
    <a:lastCol>
      <a:tcTxStyle b="on">
        <a:fontRef idx="minor">
          <a:prstClr val="black"/>
        </a:fontRef>
        <a:schemeClr val="dk1"/>
      </a:tcTxStyle>
      <a:tcStyle>
        <a:tcBdr>
          <a:left>
            <a:ln w="12700" cmpd="sng">
              <a:solidFill>
                <a:srgbClr val="003A5D"/>
              </a:solidFill>
            </a:ln>
          </a:left>
        </a:tcBdr>
        <a:fill>
          <a:noFill/>
        </a:fill>
      </a:tcStyle>
    </a:lastCol>
    <a:firstCol>
      <a:tcTxStyle b="on">
        <a:fontRef idx="minor">
          <a:prstClr val="black"/>
        </a:fontRef>
        <a:schemeClr val="dk1"/>
      </a:tcTxStyle>
      <a:tcStyle>
        <a:tcBdr>
          <a:right>
            <a:ln w="12700" cmpd="sng">
              <a:solidFill>
                <a:srgbClr val="003A5D"/>
              </a:solidFill>
            </a:ln>
          </a:right>
        </a:tcBdr>
        <a:fill>
          <a:noFill/>
        </a:fill>
      </a:tcStyle>
    </a:firstCol>
    <a:lastRow>
      <a:tcTxStyle b="on">
        <a:fontRef idx="minor">
          <a:prstClr val="black"/>
        </a:fontRef>
        <a:schemeClr val="dk1"/>
      </a:tcTxStyle>
      <a:tcStyle>
        <a:tcBdr>
          <a:top>
            <a:ln w="12700" cmpd="sng">
              <a:solidFill>
                <a:srgbClr val="003A5D"/>
              </a:solidFill>
            </a:ln>
          </a:top>
        </a:tcBdr>
        <a:fill>
          <a:noFill/>
        </a:fill>
      </a:tcStyle>
    </a:lastRow>
    <a:firstRow>
      <a:tcTxStyle b="on">
        <a:fontRef idx="minor">
          <a:prstClr val="black"/>
        </a:fontRef>
        <a:schemeClr val="dk1"/>
      </a:tcTxStyle>
      <a:tcStyle>
        <a:tcBdr>
          <a:bottom>
            <a:ln w="12700" cmpd="sng">
              <a:solidFill>
                <a:srgbClr val="003A5D"/>
              </a:solidFill>
            </a:ln>
          </a:bottom>
        </a:tcBdr>
        <a:fill>
          <a:noFill/>
        </a:fill>
      </a:tcStyle>
    </a:firstRow>
  </a:tblStyle>
  <a:tblStyle styleId="{C77EECD3-3EF1-45AF-B5F4-BF04F79FEC29}" styleName="SEL 2020 Shaded Table">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0" cmpd="sng">
              <a:noFill/>
            </a:ln>
          </a:insideH>
          <a:insideV>
            <a:ln w="0" cmpd="sng">
              <a:noFill/>
            </a:ln>
          </a:insideV>
        </a:tcBdr>
        <a:fill>
          <a:noFill/>
        </a:fill>
      </a:tcStyle>
    </a:wholeTbl>
    <a:band1H>
      <a:tcStyle>
        <a:tcBdr/>
        <a:fill>
          <a:solidFill>
            <a:srgbClr val="BCCADA"/>
          </a:solidFill>
        </a:fill>
      </a:tcStyle>
    </a:band1H>
    <a:band2H>
      <a:tcStyle>
        <a:tcBdr/>
      </a:tcStyle>
    </a:band2H>
    <a:band1V>
      <a:tcStyle>
        <a:tcBdr/>
        <a:fill>
          <a:solidFill>
            <a:srgbClr val="BCCADA"/>
          </a:solidFill>
        </a:fill>
      </a:tcStyle>
    </a:band1V>
    <a:band2V>
      <a:tcStyle>
        <a:tcBdr/>
      </a:tcStyle>
    </a:band2V>
    <a:lastCol>
      <a:tcTxStyle b="on">
        <a:fontRef idx="minor">
          <a:prstClr val="black"/>
        </a:fontRef>
        <a:schemeClr val="dk1"/>
      </a:tcTxStyle>
      <a:tcStyle>
        <a:tcBdr>
          <a:left>
            <a:ln w="38100" cmpd="sng">
              <a:solidFill>
                <a:srgbClr val="777777"/>
              </a:solidFill>
            </a:ln>
          </a:left>
        </a:tcBdr>
        <a:fill>
          <a:noFill/>
        </a:fill>
      </a:tcStyle>
    </a:lastCol>
    <a:firstCol>
      <a:tcTxStyle b="on">
        <a:fontRef idx="minor">
          <a:prstClr val="black"/>
        </a:fontRef>
        <a:schemeClr val="dk1"/>
      </a:tcTxStyle>
      <a:tcStyle>
        <a:tcBdr>
          <a:right>
            <a:ln w="38100" cmpd="sng">
              <a:solidFill>
                <a:srgbClr val="777777"/>
              </a:solidFill>
            </a:ln>
          </a:right>
        </a:tcBdr>
        <a:fill>
          <a:noFill/>
        </a:fill>
      </a:tcStyle>
    </a:firstCol>
    <a:lastRow>
      <a:tcTxStyle b="on">
        <a:fontRef idx="minor">
          <a:prstClr val="black"/>
        </a:fontRef>
        <a:schemeClr val="dk1"/>
      </a:tcTxStyle>
      <a:tcStyle>
        <a:tcBdr>
          <a:top>
            <a:ln w="38100" cmpd="sng">
              <a:solidFill>
                <a:srgbClr val="777777"/>
              </a:solidFill>
            </a:ln>
          </a:top>
        </a:tcBdr>
        <a:fill>
          <a:noFill/>
        </a:fill>
      </a:tcStyle>
    </a:lastRow>
    <a:firstRow>
      <a:tcTxStyle b="on">
        <a:fontRef idx="minor">
          <a:prstClr val="black"/>
        </a:fontRef>
        <a:schemeClr val="dk1"/>
      </a:tcTxStyle>
      <a:tcStyle>
        <a:tcBdr>
          <a:bottom>
            <a:ln w="38100" cmpd="sng">
              <a:solidFill>
                <a:srgbClr val="777777"/>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6597" autoAdjust="0"/>
  </p:normalViewPr>
  <p:slideViewPr>
    <p:cSldViewPr snapToGrid="0">
      <p:cViewPr varScale="1">
        <p:scale>
          <a:sx n="118" d="100"/>
          <a:sy n="118" d="100"/>
        </p:scale>
        <p:origin x="114" y="10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82" d="100"/>
          <a:sy n="82" d="100"/>
        </p:scale>
        <p:origin x="3642" y="9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33" Type="http://schemas.openxmlformats.org/officeDocument/2006/relationships/notesMaster" Target="notesMasters/notesMaster1.xml"/><Relationship Id="rId34" Type="http://schemas.openxmlformats.org/officeDocument/2006/relationships/handoutMaster" Target="handoutMasters/handoutMaster1.xml"/><Relationship Id="rId35" Type="http://schemas.openxmlformats.org/officeDocument/2006/relationships/commentAuthors" Target="commentAuthors.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a:t>Publishing 1M samples from numpy (million samples/s)</a:t>
            </a:r>
          </a:p>
        </c:rich>
      </c:tx>
      <c:layout/>
      <c:overlay val="0"/>
    </c:title>
    <c:autoTitleDeleted val="0"/>
    <c:plotArea>
      <c:barChart>
        <c:barDir val="bar"/>
        <c:grouping val="clustered"/>
        <c:ser>
          <c:idx val="0"/>
          <c:order val="0"/>
          <c:tx>
            <c:strRef>
              <c:f>Sheet1!$B$1</c:f>
              <c:strCache>
                <c:ptCount val="1"/>
                <c:pt idx="0">
                  <c:v>Million samples/s</c:v>
                </c:pt>
              </c:strCache>
            </c:strRef>
          </c:tx>
          <c:spPr>
            <a:solidFill>
              <a:srgbClr val="003A5D"/>
            </a:solidFill>
          </c:spPr>
          <c:cat>
            <c:strRef>
              <c:f>Sheet1!$A$2:$A$3</c:f>
              <c:strCache>
                <c:ptCount val="2"/>
                <c:pt idx="0">
                  <c:v>Element by element</c:v>
                </c:pt>
                <c:pt idx="1">
                  <c:v>One block copy</c:v>
                </c:pt>
              </c:strCache>
            </c:strRef>
          </c:cat>
          <c:val>
            <c:numRef>
              <c:f>Sheet1!$B$2:$B$3</c:f>
              <c:numCache>
                <c:formatCode>General</c:formatCode>
                <c:ptCount val="2"/>
                <c:pt idx="0">
                  <c:v>4.6</c:v>
                </c:pt>
                <c:pt idx="1">
                  <c:v>124.9</c:v>
                </c:pt>
              </c:numCache>
            </c:numRef>
          </c:val>
        </c:ser>
        <c:dLbls>
          <c:txPr>
            <a:bodyPr/>
            <a:lstStyle/>
            <a:p>
              <a:pPr>
                <a:defRPr sz="12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E8F17505-86F4-4D7D-8166-FCB6C02E047C}"/>
              </a:ext>
            </a:extLst>
          </p:cNvPr>
          <p:cNvSpPr>
            <a:spLocks noGrp="1"/>
          </p:cNvSpPr>
          <p:nvPr>
            <p:ph type="dt" sz="quarter" idx="1"/>
          </p:nvPr>
        </p:nvSpPr>
        <p:spPr>
          <a:xfrm>
            <a:off x="3798824" y="474662"/>
            <a:ext cx="3008376" cy="228600"/>
          </a:xfrm>
          <a:prstGeom prst="rect">
            <a:avLst/>
          </a:prstGeom>
        </p:spPr>
        <p:txBody>
          <a:bodyPr vert="horz" lIns="91440" tIns="45720" rIns="91440" bIns="45720" rtlCol="0"/>
          <a:lstStyle>
            <a:lvl1pPr algn="r">
              <a:defRPr sz="1200"/>
            </a:lvl1pPr>
          </a:lstStyle>
          <a:p>
            <a:fld id="{CEDE8DB9-5EEA-4BAA-B4BA-1D0631ED65B1}" type="datetimeFigureOut">
              <a:rPr lang="en-US" sz="100" smtClean="0">
                <a:solidFill>
                  <a:schemeClr val="bg1"/>
                </a:solidFill>
                <a:latin typeface="Times New Roman" panose="02020603050405020304" pitchFamily="18" charset="0"/>
                <a:cs typeface="Times New Roman" panose="02020603050405020304" pitchFamily="18" charset="0"/>
              </a:rPr>
              <a:t>12/19/2025</a:t>
            </a:fld>
            <a:endParaRPr lang="en-US" sz="100" dirty="0">
              <a:solidFill>
                <a:schemeClr val="bg1"/>
              </a:solidFill>
              <a:latin typeface="Times New Roman" panose="02020603050405020304" pitchFamily="18" charset="0"/>
              <a:cs typeface="Times New Roman" panose="02020603050405020304" pitchFamily="18" charset="0"/>
            </a:endParaRPr>
          </a:p>
        </p:txBody>
      </p:sp>
      <p:sp>
        <p:nvSpPr>
          <p:cNvPr id="4" name="Footer Placeholder 3" hidden="1">
            <a:extLst>
              <a:ext uri="{FF2B5EF4-FFF2-40B4-BE49-F238E27FC236}">
                <a16:creationId xmlns:a16="http://schemas.microsoft.com/office/drawing/2014/main" id="{F5546013-FA23-4307-B0C8-A55CCA0CB4F5}"/>
              </a:ext>
            </a:extLst>
          </p:cNvPr>
          <p:cNvSpPr>
            <a:spLocks noGrp="1"/>
          </p:cNvSpPr>
          <p:nvPr>
            <p:ph type="ftr" sz="quarter" idx="2"/>
          </p:nvPr>
        </p:nvSpPr>
        <p:spPr>
          <a:xfrm>
            <a:off x="508000" y="8901112"/>
            <a:ext cx="6299199" cy="228600"/>
          </a:xfrm>
          <a:prstGeom prst="rect">
            <a:avLst/>
          </a:prstGeom>
        </p:spPr>
        <p:txBody>
          <a:bodyPr vert="horz" lIns="91440" tIns="45720" rIns="91440" bIns="45720" rtlCol="0" anchor="b"/>
          <a:lstStyle>
            <a:lvl1pPr algn="l">
              <a:defRPr sz="1200"/>
            </a:lvl1pPr>
          </a:lstStyle>
          <a:p>
            <a:pPr algn="ctr"/>
            <a:endParaRPr lang="en-US" sz="100" dirty="0">
              <a:solidFill>
                <a:schemeClr val="bg1"/>
              </a:solidFill>
              <a:latin typeface="Times New Roman" panose="02020603050405020304" pitchFamily="18" charset="0"/>
              <a:cs typeface="Times New Roman" panose="02020603050405020304" pitchFamily="18" charset="0"/>
            </a:endParaRPr>
          </a:p>
        </p:txBody>
      </p:sp>
      <p:sp>
        <p:nvSpPr>
          <p:cNvPr id="2" name="Header Placeholder 1" hidden="1">
            <a:extLst>
              <a:ext uri="{FF2B5EF4-FFF2-40B4-BE49-F238E27FC236}">
                <a16:creationId xmlns:a16="http://schemas.microsoft.com/office/drawing/2014/main" id="{8DFFAEFE-BBBD-4B7C-B788-9BFDE94A6ED6}"/>
              </a:ext>
            </a:extLst>
          </p:cNvPr>
          <p:cNvSpPr>
            <a:spLocks noGrp="1"/>
          </p:cNvSpPr>
          <p:nvPr>
            <p:ph type="hdr" sz="quarter"/>
          </p:nvPr>
        </p:nvSpPr>
        <p:spPr>
          <a:xfrm>
            <a:off x="511174" y="474662"/>
            <a:ext cx="3006725" cy="228600"/>
          </a:xfrm>
          <a:prstGeom prst="rect">
            <a:avLst/>
          </a:prstGeom>
        </p:spPr>
        <p:txBody>
          <a:bodyPr vert="horz" lIns="91440" tIns="45720" rIns="91440" bIns="45720" rtlCol="0"/>
          <a:lstStyle>
            <a:lvl1pPr algn="l">
              <a:defRPr sz="1200"/>
            </a:lvl1pPr>
          </a:lstStyle>
          <a:p>
            <a:endParaRPr lang="en-US" sz="100" dirty="0">
              <a:solidFill>
                <a:schemeClr val="bg1"/>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7A177D56-1DE0-4AC2-8787-C61CD8150882}"/>
              </a:ext>
            </a:extLst>
          </p:cNvPr>
          <p:cNvSpPr>
            <a:spLocks noGrp="1"/>
          </p:cNvSpPr>
          <p:nvPr>
            <p:ph type="sldNum" sz="quarter" idx="3"/>
          </p:nvPr>
        </p:nvSpPr>
        <p:spPr>
          <a:xfrm>
            <a:off x="3012948" y="9564624"/>
            <a:ext cx="1746504" cy="320040"/>
          </a:xfrm>
          <a:prstGeom prst="rect">
            <a:avLst/>
          </a:prstGeom>
        </p:spPr>
        <p:txBody>
          <a:bodyPr vert="horz" lIns="91440" tIns="45720" rIns="91440" bIns="45720" rtlCol="0" anchor="b"/>
          <a:lstStyle>
            <a:lvl1pPr algn="r">
              <a:defRPr sz="1200"/>
            </a:lvl1pPr>
          </a:lstStyle>
          <a:p>
            <a:pPr algn="ctr"/>
            <a:fld id="{648B32C2-096A-4EF2-8A46-2FAB9144F788}" type="slidenum">
              <a:rPr lang="en-US" sz="1000" smtClean="0">
                <a:latin typeface="Times New Roman" panose="02020603050405020304" pitchFamily="18" charset="0"/>
                <a:cs typeface="Times New Roman" panose="02020603050405020304" pitchFamily="18" charset="0"/>
              </a:rPr>
              <a:pPr algn="ctr"/>
              <a:t>‹#›</a:t>
            </a:fld>
            <a:endParaRPr 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994114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pos="2448" userDrawn="1">
          <p15:clr>
            <a:srgbClr val="F26B43"/>
          </p15:clr>
        </p15:guide>
        <p15:guide id="2" orient="horz" pos="3168" userDrawn="1">
          <p15:clr>
            <a:srgbClr val="F26B43"/>
          </p15:clr>
        </p15:guide>
        <p15:guide id="3" pos="4560" userDrawn="1">
          <p15:clr>
            <a:srgbClr val="A4A3A4"/>
          </p15:clr>
        </p15:guide>
        <p15:guide id="4" pos="336" userDrawn="1">
          <p15:clr>
            <a:srgbClr val="A4A3A4"/>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Watermark_SEL_Confidential">
            <a:extLst>
              <a:ext uri="{FF2B5EF4-FFF2-40B4-BE49-F238E27FC236}">
                <a16:creationId xmlns:a16="http://schemas.microsoft.com/office/drawing/2014/main" id="{202B17CC-9222-42C2-8BA7-7C27B22DA6DD}"/>
              </a:ext>
            </a:extLst>
          </p:cNvPr>
          <p:cNvSpPr txBox="1"/>
          <p:nvPr/>
        </p:nvSpPr>
        <p:spPr>
          <a:xfrm>
            <a:off x="1219200" y="5029200"/>
            <a:ext cx="5334000" cy="1446550"/>
          </a:xfrm>
          <a:prstGeom prst="rect">
            <a:avLst/>
          </a:prstGeom>
          <a:noFill/>
        </p:spPr>
        <p:txBody>
          <a:bodyPr wrap="square" rtlCol="0">
            <a:spAutoFit/>
          </a:bodyPr>
          <a:lstStyle/>
          <a:p>
            <a:pPr algn="ctr"/>
            <a:r>
              <a:rPr lang="en-US" sz="4400" b="1" dirty="0">
                <a:solidFill>
                  <a:srgbClr val="FDE4E0"/>
                </a:solidFill>
                <a:latin typeface="Arial" panose="020B0604020202020204" pitchFamily="34" charset="0"/>
                <a:cs typeface="Arial" panose="020B0604020202020204" pitchFamily="34" charset="0"/>
              </a:rPr>
              <a:t>Presenter Notes</a:t>
            </a:r>
            <a:br>
              <a:rPr lang="en-US" sz="4400" b="1" dirty="0">
                <a:solidFill>
                  <a:srgbClr val="FDE4E0"/>
                </a:solidFill>
                <a:latin typeface="Arial" panose="020B0604020202020204" pitchFamily="34" charset="0"/>
                <a:cs typeface="Arial" panose="020B0604020202020204" pitchFamily="34" charset="0"/>
              </a:rPr>
            </a:br>
            <a:r>
              <a:rPr lang="en-US" sz="4400" b="1" dirty="0">
                <a:solidFill>
                  <a:srgbClr val="FDE4E0"/>
                </a:solidFill>
                <a:latin typeface="Arial" panose="020B0604020202020204" pitchFamily="34" charset="0"/>
                <a:cs typeface="Arial" panose="020B0604020202020204" pitchFamily="34" charset="0"/>
              </a:rPr>
              <a:t>SEL Confidential</a:t>
            </a:r>
          </a:p>
        </p:txBody>
      </p:sp>
      <p:sp>
        <p:nvSpPr>
          <p:cNvPr id="9" name="Date Placeholder 8" hidden="1">
            <a:extLst>
              <a:ext uri="{FF2B5EF4-FFF2-40B4-BE49-F238E27FC236}">
                <a16:creationId xmlns:a16="http://schemas.microsoft.com/office/drawing/2014/main" id="{F0AE4F7F-8B06-4EE4-9613-3C2C51A050D5}"/>
              </a:ext>
            </a:extLst>
          </p:cNvPr>
          <p:cNvSpPr>
            <a:spLocks noGrp="1"/>
          </p:cNvSpPr>
          <p:nvPr>
            <p:ph type="dt" idx="1"/>
          </p:nvPr>
        </p:nvSpPr>
        <p:spPr bwMode="white">
          <a:xfrm>
            <a:off x="4262726" y="137160"/>
            <a:ext cx="2743200" cy="274320"/>
          </a:xfrm>
          <a:prstGeom prst="rect">
            <a:avLst/>
          </a:prstGeom>
        </p:spPr>
        <p:txBody>
          <a:bodyPr vert="horz" lIns="91440" tIns="45720" rIns="91440" bIns="45720" rtlCol="0"/>
          <a:lstStyle>
            <a:lvl1pPr algn="r">
              <a:defRPr sz="100">
                <a:solidFill>
                  <a:schemeClr val="bg1"/>
                </a:solidFill>
                <a:latin typeface="Times New Roman" panose="02020603050405020304" pitchFamily="18" charset="0"/>
                <a:cs typeface="Times New Roman" panose="02020603050405020304" pitchFamily="18" charset="0"/>
              </a:defRPr>
            </a:lvl1pPr>
          </a:lstStyle>
          <a:p>
            <a:fld id="{647C99DA-DC42-4D07-B52D-61993504CBEA}" type="datetimeFigureOut">
              <a:rPr lang="en-US" smtClean="0"/>
              <a:pPr/>
              <a:t>12/19/2025</a:t>
            </a:fld>
            <a:endParaRPr lang="en-US" dirty="0"/>
          </a:p>
        </p:txBody>
      </p:sp>
      <p:sp>
        <p:nvSpPr>
          <p:cNvPr id="10" name="Header Placeholder 9" hidden="1">
            <a:extLst>
              <a:ext uri="{FF2B5EF4-FFF2-40B4-BE49-F238E27FC236}">
                <a16:creationId xmlns:a16="http://schemas.microsoft.com/office/drawing/2014/main" id="{1A88F389-3E94-423B-B2C5-D6B067C3FA4C}"/>
              </a:ext>
            </a:extLst>
          </p:cNvPr>
          <p:cNvSpPr>
            <a:spLocks noGrp="1"/>
          </p:cNvSpPr>
          <p:nvPr>
            <p:ph type="hdr" sz="quarter"/>
          </p:nvPr>
        </p:nvSpPr>
        <p:spPr bwMode="white">
          <a:xfrm>
            <a:off x="309274" y="137160"/>
            <a:ext cx="2743200" cy="274320"/>
          </a:xfrm>
          <a:prstGeom prst="rect">
            <a:avLst/>
          </a:prstGeom>
        </p:spPr>
        <p:txBody>
          <a:bodyPr vert="horz" lIns="91440" tIns="45720" rIns="91440" bIns="45720" rtlCol="0"/>
          <a:lstStyle>
            <a:lvl1pPr algn="l">
              <a:defRPr sz="100">
                <a:solidFill>
                  <a:schemeClr val="bg1"/>
                </a:solidFill>
                <a:latin typeface="Times New Roman" panose="02020603050405020304" pitchFamily="18" charset="0"/>
                <a:cs typeface="Times New Roman" panose="02020603050405020304" pitchFamily="18" charset="0"/>
              </a:defRPr>
            </a:lvl1pPr>
          </a:lstStyle>
          <a:p>
            <a:endParaRPr lang="en-US" dirty="0"/>
          </a:p>
        </p:txBody>
      </p:sp>
      <p:sp>
        <p:nvSpPr>
          <p:cNvPr id="14" name="Footer Placeholder 13" hidden="1">
            <a:extLst>
              <a:ext uri="{FF2B5EF4-FFF2-40B4-BE49-F238E27FC236}">
                <a16:creationId xmlns:a16="http://schemas.microsoft.com/office/drawing/2014/main" id="{EC7D08CF-A8F0-458B-B148-7F57F4B51142}"/>
              </a:ext>
            </a:extLst>
          </p:cNvPr>
          <p:cNvSpPr>
            <a:spLocks noGrp="1"/>
          </p:cNvSpPr>
          <p:nvPr>
            <p:ph type="ftr" sz="quarter" idx="4"/>
          </p:nvPr>
        </p:nvSpPr>
        <p:spPr bwMode="white">
          <a:xfrm>
            <a:off x="309274" y="9326880"/>
            <a:ext cx="2743200" cy="274320"/>
          </a:xfrm>
          <a:prstGeom prst="rect">
            <a:avLst/>
          </a:prstGeom>
        </p:spPr>
        <p:txBody>
          <a:bodyPr vert="horz" lIns="91440" tIns="45720" rIns="91440" bIns="45720" rtlCol="0" anchor="b"/>
          <a:lstStyle>
            <a:lvl1pPr algn="l">
              <a:defRPr sz="100">
                <a:solidFill>
                  <a:schemeClr val="bg1"/>
                </a:solidFill>
                <a:latin typeface="Times New Roman" panose="02020603050405020304" pitchFamily="18" charset="0"/>
                <a:cs typeface="Times New Roman" panose="02020603050405020304" pitchFamily="18" charset="0"/>
              </a:defRPr>
            </a:lvl1pPr>
          </a:lstStyle>
          <a:p>
            <a:endParaRPr lang="en-US" dirty="0"/>
          </a:p>
        </p:txBody>
      </p:sp>
      <p:sp>
        <p:nvSpPr>
          <p:cNvPr id="5" name="Notes Placeholder 4"/>
          <p:cNvSpPr>
            <a:spLocks noGrp="1"/>
          </p:cNvSpPr>
          <p:nvPr>
            <p:ph type="body" sz="quarter" idx="3"/>
          </p:nvPr>
        </p:nvSpPr>
        <p:spPr>
          <a:xfrm>
            <a:off x="1035756" y="4572001"/>
            <a:ext cx="5700888" cy="5113019"/>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Slide Number Placeholder 6"/>
          <p:cNvSpPr>
            <a:spLocks noGrp="1"/>
          </p:cNvSpPr>
          <p:nvPr>
            <p:ph type="sldNum" sz="quarter" idx="5"/>
          </p:nvPr>
        </p:nvSpPr>
        <p:spPr>
          <a:xfrm>
            <a:off x="3012948" y="9738360"/>
            <a:ext cx="1746504" cy="320040"/>
          </a:xfrm>
          <a:prstGeom prst="rect">
            <a:avLst/>
          </a:prstGeom>
        </p:spPr>
        <p:txBody>
          <a:bodyPr vert="horz" lIns="91440" tIns="45720" rIns="91440" bIns="45720" rtlCol="0" anchor="b" anchorCtr="1"/>
          <a:lstStyle>
            <a:lvl1pPr algn="r">
              <a:defRPr sz="1000">
                <a:solidFill>
                  <a:srgbClr val="000000"/>
                </a:solidFill>
                <a:latin typeface="Times New Roman" panose="02020603050405020304" pitchFamily="18" charset="0"/>
                <a:cs typeface="Times New Roman" panose="02020603050405020304" pitchFamily="18" charset="0"/>
              </a:defRPr>
            </a:lvl1pPr>
          </a:lstStyle>
          <a:p>
            <a:fld id="{C1C1A079-E5E7-4643-A956-50F7120513E7}" type="slidenum">
              <a:rPr lang="en-US" smtClean="0"/>
              <a:pPr/>
              <a:t>‹#›</a:t>
            </a:fld>
            <a:endParaRPr lang="en-US" dirty="0"/>
          </a:p>
        </p:txBody>
      </p:sp>
      <p:sp>
        <p:nvSpPr>
          <p:cNvPr id="4" name="Slide Image Placeholder 3"/>
          <p:cNvSpPr>
            <a:spLocks noGrp="1" noRot="1" noChangeAspect="1"/>
          </p:cNvSpPr>
          <p:nvPr>
            <p:ph type="sldImg" idx="2"/>
          </p:nvPr>
        </p:nvSpPr>
        <p:spPr>
          <a:xfrm>
            <a:off x="815975" y="815975"/>
            <a:ext cx="6137275" cy="3452640"/>
          </a:xfrm>
          <a:prstGeom prst="rect">
            <a:avLst/>
          </a:prstGeom>
          <a:noFill/>
          <a:ln w="12700">
            <a:solidFill>
              <a:prstClr val="black"/>
            </a:solidFill>
          </a:ln>
        </p:spPr>
        <p:txBody>
          <a:bodyPr vert="horz" lIns="91440" tIns="45720" rIns="91440" bIns="45720" rtlCol="0" anchor="ctr"/>
          <a:lstStyle/>
          <a:p>
            <a:endParaRPr lang="en-US" dirty="0"/>
          </a:p>
        </p:txBody>
      </p:sp>
    </p:spTree>
    <p:extLst>
      <p:ext uri="{BB962C8B-B14F-4D97-AF65-F5344CB8AC3E}">
        <p14:creationId xmlns:p14="http://schemas.microsoft.com/office/powerpoint/2010/main" val="3286860414"/>
      </p:ext>
    </p:extLst>
  </p:cSld>
  <p:clrMap bg1="lt1" tx1="dk1" bg2="lt2" tx2="dk2" accent1="accent1" accent2="accent2" accent3="accent3" accent4="accent4" accent5="accent5" accent6="accent6" hlink="hlink" folHlink="folHlink"/>
  <p:notesStyle>
    <a:lvl1pPr marL="0" algn="l" defTabSz="914400" rtl="0" eaLnBrk="1" latinLnBrk="0" hangingPunct="1">
      <a:defRPr sz="1100" kern="1200">
        <a:solidFill>
          <a:srgbClr val="000000"/>
        </a:solidFill>
        <a:latin typeface="Times New Roman" panose="02020603050405020304" pitchFamily="18" charset="0"/>
        <a:ea typeface="+mn-ea"/>
        <a:cs typeface="Times New Roman" panose="02020603050405020304" pitchFamily="18" charset="0"/>
      </a:defRPr>
    </a:lvl1pPr>
    <a:lvl2pPr marL="347472" indent="-228600" algn="l" defTabSz="914400" rtl="0" eaLnBrk="1" latinLnBrk="0" hangingPunct="1">
      <a:buClrTx/>
      <a:buFont typeface="Arial" panose="020B0604020202020204" pitchFamily="34" charset="0"/>
      <a:buChar char="•"/>
      <a:defRPr sz="1100" kern="1200">
        <a:solidFill>
          <a:srgbClr val="000000"/>
        </a:solidFill>
        <a:latin typeface="Times New Roman" panose="02020603050405020304" pitchFamily="18" charset="0"/>
        <a:ea typeface="+mn-ea"/>
        <a:cs typeface="Times New Roman" panose="02020603050405020304" pitchFamily="18" charset="0"/>
      </a:defRPr>
    </a:lvl2pPr>
    <a:lvl3pPr marL="576072" indent="-228600" algn="l" defTabSz="914400" rtl="0" eaLnBrk="1" latinLnBrk="0" hangingPunct="1">
      <a:buClr>
        <a:schemeClr val="tx1"/>
      </a:buClr>
      <a:buFont typeface="Times New Roman" panose="02020603050405020304" pitchFamily="18" charset="0"/>
      <a:buChar char="–"/>
      <a:defRPr sz="1100" kern="1200">
        <a:solidFill>
          <a:srgbClr val="000000"/>
        </a:solidFill>
        <a:latin typeface="Times New Roman" panose="02020603050405020304" pitchFamily="18" charset="0"/>
        <a:ea typeface="+mn-ea"/>
        <a:cs typeface="Times New Roman" panose="02020603050405020304" pitchFamily="18" charset="0"/>
      </a:defRPr>
    </a:lvl3pPr>
    <a:lvl4pPr marL="576072" indent="-228600" algn="l" defTabSz="914400" rtl="0" eaLnBrk="1" latinLnBrk="0" hangingPunct="1">
      <a:buClr>
        <a:schemeClr val="tx1"/>
      </a:buClr>
      <a:buFont typeface="Times New Roman" panose="02020603050405020304" pitchFamily="18" charset="0"/>
      <a:buChar char="–"/>
      <a:defRPr sz="1100" kern="1200">
        <a:solidFill>
          <a:srgbClr val="000000"/>
        </a:solidFill>
        <a:latin typeface="Times New Roman" panose="02020603050405020304" pitchFamily="18" charset="0"/>
        <a:ea typeface="+mn-ea"/>
        <a:cs typeface="Times New Roman" panose="02020603050405020304" pitchFamily="18" charset="0"/>
      </a:defRPr>
    </a:lvl4pPr>
    <a:lvl5pPr marL="576072" indent="-228600" algn="l" defTabSz="914400" rtl="0" eaLnBrk="1" latinLnBrk="0" hangingPunct="1">
      <a:buClr>
        <a:schemeClr val="tx1"/>
      </a:buClr>
      <a:buFont typeface="Times New Roman" panose="02020603050405020304" pitchFamily="18" charset="0"/>
      <a:buChar char="–"/>
      <a:defRPr sz="1100" kern="1200">
        <a:solidFill>
          <a:srgbClr val="000000"/>
        </a:solidFill>
        <a:latin typeface="Times New Roman" panose="02020603050405020304" pitchFamily="18" charset="0"/>
        <a:ea typeface="+mn-ea"/>
        <a:cs typeface="Times New Roman" panose="02020603050405020304" pitchFamily="18" charset="0"/>
      </a:defRPr>
    </a:lvl5pPr>
    <a:lvl6pPr marL="576072" indent="-228600" algn="l" defTabSz="914400" rtl="0" eaLnBrk="1" latinLnBrk="0" hangingPunct="1">
      <a:buClr>
        <a:schemeClr val="tx1"/>
      </a:buClr>
      <a:buFont typeface="Times New Roman" panose="02020603050405020304" pitchFamily="18" charset="0"/>
      <a:buChar char="–"/>
      <a:defRPr sz="1100" kern="1200">
        <a:solidFill>
          <a:srgbClr val="000000"/>
        </a:solidFill>
        <a:latin typeface="Times New Roman" panose="02020603050405020304" pitchFamily="18" charset="0"/>
        <a:ea typeface="+mn-ea"/>
        <a:cs typeface="Times New Roman" panose="02020603050405020304" pitchFamily="18" charset="0"/>
      </a:defRPr>
    </a:lvl6pPr>
    <a:lvl7pPr marL="576072" indent="-228600" algn="l" defTabSz="914400" rtl="0" eaLnBrk="1" latinLnBrk="0" hangingPunct="1">
      <a:buClr>
        <a:schemeClr val="tx1"/>
      </a:buClr>
      <a:buFont typeface="Times New Roman" panose="02020603050405020304" pitchFamily="18" charset="0"/>
      <a:buChar char="–"/>
      <a:defRPr sz="1100" kern="1200">
        <a:solidFill>
          <a:srgbClr val="000000"/>
        </a:solidFill>
        <a:latin typeface="Times New Roman" panose="02020603050405020304" pitchFamily="18" charset="0"/>
        <a:ea typeface="+mn-ea"/>
        <a:cs typeface="Times New Roman" panose="02020603050405020304" pitchFamily="18" charset="0"/>
      </a:defRPr>
    </a:lvl7pPr>
    <a:lvl8pPr marL="576072" indent="-228600" algn="l" defTabSz="914400" rtl="0" eaLnBrk="1" latinLnBrk="0" hangingPunct="1">
      <a:buClr>
        <a:schemeClr val="tx1"/>
      </a:buClr>
      <a:buFont typeface="Times New Roman" panose="02020603050405020304" pitchFamily="18" charset="0"/>
      <a:buChar char="–"/>
      <a:defRPr sz="1100" kern="1200">
        <a:solidFill>
          <a:srgbClr val="000000"/>
        </a:solidFill>
        <a:latin typeface="Times New Roman" panose="02020603050405020304" pitchFamily="18" charset="0"/>
        <a:ea typeface="+mn-ea"/>
        <a:cs typeface="Times New Roman" panose="02020603050405020304" pitchFamily="18" charset="0"/>
      </a:defRPr>
    </a:lvl8pPr>
    <a:lvl9pPr marL="576072" indent="-228600" algn="l" defTabSz="914400" rtl="0" eaLnBrk="1" latinLnBrk="0" hangingPunct="1">
      <a:buClr>
        <a:schemeClr val="tx1"/>
      </a:buClr>
      <a:buFont typeface="Times New Roman" panose="02020603050405020304" pitchFamily="18" charset="0"/>
      <a:buChar char="–"/>
      <a:defRPr sz="1100" kern="1200">
        <a:solidFill>
          <a:srgbClr val="000000"/>
        </a:solidFill>
        <a:latin typeface="Times New Roman" panose="02020603050405020304" pitchFamily="18" charset="0"/>
        <a:ea typeface="+mn-ea"/>
        <a:cs typeface="Times New Roman" panose="02020603050405020304" pitchFamily="18" charset="0"/>
      </a:defRPr>
    </a:lvl9pPr>
  </p:notesStyle>
  <p:extLst>
    <p:ext uri="{620B2872-D7B9-4A21-9093-7833F8D536E1}">
      <p15:sldGuideLst xmlns:p15="http://schemas.microsoft.com/office/powerpoint/2012/main">
        <p15:guide id="1" pos="514" userDrawn="1">
          <p15:clr>
            <a:srgbClr val="F26B43"/>
          </p15:clr>
        </p15:guide>
        <p15:guide id="2" pos="4380" userDrawn="1">
          <p15:clr>
            <a:srgbClr val="F26B43"/>
          </p15:clr>
        </p15:guide>
        <p15:guide id="5" pos="2448" userDrawn="1">
          <p15:clr>
            <a:srgbClr val="A4A3A4"/>
          </p15:clr>
        </p15:guide>
        <p15:guide id="6" orient="horz" pos="514" userDrawn="1">
          <p15:clr>
            <a:srgbClr val="F26B43"/>
          </p15:clr>
        </p15:guide>
        <p15:guide id="7" orient="horz" pos="2688" userDrawn="1">
          <p15:clr>
            <a:srgbClr val="F26B43"/>
          </p15:clr>
        </p15:guide>
        <p15:guide id="8" orient="horz" pos="2880" userDrawn="1">
          <p15:clr>
            <a:srgbClr val="A4A3A4"/>
          </p15:clr>
        </p15:guide>
        <p15:guide id="10" pos="648" userDrawn="1">
          <p15:clr>
            <a:srgbClr val="A4A3A4"/>
          </p15:clr>
        </p15:guide>
        <p15:guide id="11" pos="4248" userDrawn="1">
          <p15:clr>
            <a:srgbClr val="A4A3A4"/>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Lucas Phillips presents this slide, about 15 seconds.</a:t>
            </a:r>
          </a:p>
          <a:p>
            <a:r>
              <a:t>Say the project name and the course, and that this is the Sprint 5 walkthrough. Each section is presented by a different person.</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Lucas Phillips presents this slide, about 45 seconds.</a:t>
            </a:r>
          </a:p>
          <a:p>
            <a:r>
              <a:t>Give the project in one line, then introduce each person and their Sprint 5 role. End with the Sprint 5 goal.</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Caleb Hansen presents this slide, about 45 seconds.</a:t>
            </a:r>
          </a:p>
          <a:p>
            <a:r>
              <a:t>Go through the four deliverables from the Sprint 4 to 6 plan. The reason behind them is Joe's rule against double maintenance, so the SDK wraps a client instead of porting it. Long term, engineers should be able to script Signal Hub from Python with numpy.</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Lucas Phillips presents this slide, about 30 seconds.</a:t>
            </a:r>
          </a:p>
          <a:p>
            <a:r>
              <a:t>Each member names their own issues. Caleb shows the team CI run (#52). Genevieve covers the C# evaluation status and the user guide review (#36, #53). Darron covers the compatibility roadmap (#54). Lucas demos the bridge, the pub/sub example and the Python.NET results on the next slides.</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Lucas Phillips presents this slide, about 1 minute.</a:t>
            </a:r>
          </a:p>
          <a:p>
            <a:r>
              <a:t>In Sprint 4 a dead bridge raised an error and every open object was lost. Now, with auto_restart=True, the SDK starts a new bridge and picks up where it left off. This is backed by 17 hardening tests and 13 name and cancel tests, and all of them passed in the October 30 run.</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Lucas Phillips presents this slide, about 45 seconds.</a:t>
            </a:r>
          </a:p>
          <a:p>
            <a:r>
              <a:t>For the live demo, start build/testhub, then run docs/Sprint5/examples/pubsub_example.py with the hub port. Then open the demo app with PYTHONPATH=python python3 demo/server.py at http://127.0.0.1:8765. Add a publisher and a subscriber, send a batch, and press Kill bridge to show the recovery. If it is not live, show the captured output.</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Genevieve Kochel presents this slide, about 1 minute 15 seconds.</a:t>
            </a:r>
          </a:p>
          <a:p>
            <a:r>
              <a:t>The C# client was not on our machines, so Lucas measured Python.NET with a stand-in C# class that has no SEL code in it. Generics and callbacks were most of the Go glue work, and here they need no glue at all. The catch is that a fatal .NET error still kills Python, the same as ctypes, which is why the Go bridge stays as the fallback. The numbers are from local runs on October 30.</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Caleb Hansen presents this slide, about 1 minute 15 seconds.</a:t>
            </a:r>
          </a:p>
          <a:p>
            <a:r>
              <a:t>Blueframe runs signed, containerized apps on SEL-3350, 3355 and 3360 computers. Walk through the four steps. Steps 1 and 2 are done on developer machines and in CI. Steps 3 and 4 need SEL's signing process and a device or a virtual Blueframe instance, which the team does not have yet. That is the first Sprint 6 request to Joe.</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Caleb Hansen presents this slide, about 45 seconds.</a:t>
            </a:r>
          </a:p>
          <a:p>
            <a:r>
              <a:t>Show the team CI pipeline run on the Sprint 5 branch, run 41146542375, where 13 of 13 jobs passed. It runs on every push and pull request. Then show the compatibility matrix in docs/Sprint5.</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Genevieve Kochel presents this slide, about 45 seconds.</a:t>
            </a:r>
          </a:p>
          <a:p>
            <a:r>
              <a:t>The integration and system tests run the SDK against the fake Signal Hub, which speaks the same wire protocol as SEL's hub. On September 28 Joe said crashing an engineer's Python session is not acceptable, and the bridge recovery is the answer to that. October feedback is in the MoMs.</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Darron Li presents this slide, about 45 seconds.</a:t>
            </a:r>
          </a:p>
          <a:p>
            <a:r>
              <a:t>Show the board. Done has #44 to #46, #48 to #50 and #52 to #54. Ready has #36 and #55. Each member names their issues.</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Darron Li presents this slide, about 45 seconds.</a:t>
            </a:r>
          </a:p>
          <a:p>
            <a:r>
              <a:t>Open Sprints/Sprint_5/MoM on GitHub. The files follow the Sprint 4 format. October 12 was the Go and C# comparison, and October 26 was the Sprint 5 review.</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Lucas Phillips presents this slide, about 1 minute 15 seconds.</a:t>
            </a:r>
          </a:p>
          <a:p>
            <a:r>
              <a:t>Scroll through Sprints/Sprint_5/Sprint_Report.md on GitHub and point out the issue lists and the retrospective. Then show the new section V in the final report, the docs/Sprint5 folder and the README.</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Caleb Hansen presents this slide, about 1 minute 30 seconds.</a:t>
            </a:r>
          </a:p>
          <a:p>
            <a:r>
              <a:t>Say that Claude was used for the Python.NET test code, doc drafts, the report and the slides, and to pull numbers out of logs. Give the example of an AI mistake that running the code caught. Every number comes from a log or a CI run, SEL code never went to a public tool, and the team owns every deliverable.</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Genevieve Kochel presents this slide, about 45 seconds.</a:t>
            </a:r>
          </a:p>
          <a:p>
            <a:r>
              <a:t>Go through the achievements, then each challenge and what was done about it. Close with how Sprint 5 built on Sprint 4.</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Darron Li presents this slide, about 45 seconds.</a:t>
            </a:r>
          </a:p>
          <a:p>
            <a:r>
              <a:t>Start with the Sprint 6 plan, then what went well and what to change. End with what was done because of Joe's feedback.</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3" sz="quarter"/>
          </p:nvPr>
        </p:nvSpPr>
        <p:spPr/>
        <p:txBody>
          <a:bodyPr/>
          <a:lstStyle/>
          <a:p>
            <a:r>
              <a:t>Lucas Phillips presents this slide, about 30 seconds.</a:t>
            </a:r>
          </a:p>
          <a:p>
            <a:r>
              <a:t>Recap the working SDK on the bridge with crash recovery, the team CI pipeline, the measured C# results and the first docs. Sprint 6 is the C# client and deployment. Thank Joe, SEL and the course staff, and invite questions.</a:t>
            </a:r>
          </a:p>
        </p:txBody>
      </p:sp>
      <p:sp>
        <p:nvSpPr>
          <p:cNvPr id="3" name="Slide Number Placeholder 2"/>
          <p:cNvSpPr>
            <a:spLocks noGrp="1"/>
          </p:cNvSpPr>
          <p:nvPr>
            <p:ph type="sldNum" idx="5" sz="quarter"/>
          </p:nvPr>
        </p:nvSpPr>
        <p:spPr/>
      </p:sp>
      <p:sp>
        <p:nvSpPr>
          <p:cNvPr id="4" name="Slide Image Placeholder 3"/>
          <p:cNvSpPr>
            <a:spLocks noGrp="1"/>
          </p:cNvSpPr>
          <p:nvPr>
            <p:ph type="sldImg" idx="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F9E1DE-2E61-40B8-9AA2-F25384BAD1C1}"/>
              </a:ext>
            </a:extLst>
          </p:cNvPr>
          <p:cNvSpPr>
            <a:spLocks/>
          </p:cNvSpPr>
          <p:nvPr/>
        </p:nvSpPr>
        <p:spPr bwMode="ltGray">
          <a:xfrm>
            <a:off x="0" y="-1"/>
            <a:ext cx="12192000" cy="5162551"/>
          </a:xfrm>
          <a:prstGeom prst="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noFill/>
            </a:endParaRPr>
          </a:p>
        </p:txBody>
      </p:sp>
      <p:sp>
        <p:nvSpPr>
          <p:cNvPr id="3" name="Subtitle 2">
            <a:extLst>
              <a:ext uri="{FF2B5EF4-FFF2-40B4-BE49-F238E27FC236}">
                <a16:creationId xmlns:a16="http://schemas.microsoft.com/office/drawing/2014/main" id="{2FA55DAA-18CC-454F-8654-7E8CAEA9D9AF}"/>
              </a:ext>
            </a:extLst>
          </p:cNvPr>
          <p:cNvSpPr>
            <a:spLocks noGrp="1"/>
          </p:cNvSpPr>
          <p:nvPr>
            <p:ph type="subTitle" idx="1" hasCustomPrompt="1"/>
          </p:nvPr>
        </p:nvSpPr>
        <p:spPr>
          <a:xfrm>
            <a:off x="660399" y="5661816"/>
            <a:ext cx="10868025" cy="548484"/>
          </a:xfrm>
        </p:spPr>
        <p:txBody>
          <a:bodyPr lIns="0" rIns="0">
            <a:noAutofit/>
          </a:bodyPr>
          <a:lstStyle>
            <a:lvl1pPr marL="0" indent="0" algn="l">
              <a:lnSpc>
                <a:spcPct val="100000"/>
              </a:lnSpc>
              <a:spcAft>
                <a:spcPts val="0"/>
              </a:spcAft>
              <a:buNone/>
              <a:defRPr sz="2800" b="0">
                <a:solidFill>
                  <a:schemeClr val="tx1"/>
                </a:solidFill>
              </a:defRPr>
            </a:lvl1pPr>
            <a:lvl2pPr marL="0" indent="0" algn="l">
              <a:lnSpc>
                <a:spcPct val="100000"/>
              </a:lnSpc>
              <a:spcAft>
                <a:spcPts val="0"/>
              </a:spcAft>
              <a:buNone/>
              <a:defRPr sz="2000">
                <a:solidFill>
                  <a:schemeClr val="tx1"/>
                </a:solidFill>
              </a:defRPr>
            </a:lvl2pPr>
            <a:lvl3pPr marL="0" indent="0" algn="l">
              <a:lnSpc>
                <a:spcPct val="100000"/>
              </a:lnSpc>
              <a:spcAft>
                <a:spcPts val="0"/>
              </a:spcAft>
              <a:buNone/>
              <a:defRPr sz="2000">
                <a:solidFill>
                  <a:schemeClr val="tx1"/>
                </a:solidFill>
              </a:defRPr>
            </a:lvl3pPr>
            <a:lvl4pPr marL="0" indent="0" algn="l">
              <a:lnSpc>
                <a:spcPct val="100000"/>
              </a:lnSpc>
              <a:spcAft>
                <a:spcPts val="0"/>
              </a:spcAft>
              <a:buNone/>
              <a:defRPr sz="2000">
                <a:solidFill>
                  <a:schemeClr val="tx1"/>
                </a:solidFill>
              </a:defRPr>
            </a:lvl4pPr>
            <a:lvl5pPr marL="0" indent="0" algn="l">
              <a:lnSpc>
                <a:spcPct val="100000"/>
              </a:lnSpc>
              <a:spcAft>
                <a:spcPts val="0"/>
              </a:spcAft>
              <a:buNone/>
              <a:defRPr sz="2000">
                <a:solidFill>
                  <a:schemeClr val="tx1"/>
                </a:solidFill>
              </a:defRPr>
            </a:lvl5pPr>
            <a:lvl6pPr marL="0" indent="0" algn="l">
              <a:lnSpc>
                <a:spcPct val="100000"/>
              </a:lnSpc>
              <a:spcAft>
                <a:spcPts val="0"/>
              </a:spcAft>
              <a:buNone/>
              <a:defRPr sz="2000">
                <a:solidFill>
                  <a:schemeClr val="tx1"/>
                </a:solidFill>
              </a:defRPr>
            </a:lvl6pPr>
            <a:lvl7pPr marL="0" indent="0" algn="l">
              <a:lnSpc>
                <a:spcPct val="100000"/>
              </a:lnSpc>
              <a:spcAft>
                <a:spcPts val="0"/>
              </a:spcAft>
              <a:buNone/>
              <a:defRPr sz="2000">
                <a:solidFill>
                  <a:schemeClr val="tx1"/>
                </a:solidFill>
              </a:defRPr>
            </a:lvl7pPr>
            <a:lvl8pPr marL="0" indent="0" algn="l">
              <a:lnSpc>
                <a:spcPct val="100000"/>
              </a:lnSpc>
              <a:spcAft>
                <a:spcPts val="0"/>
              </a:spcAft>
              <a:buNone/>
              <a:defRPr sz="2000">
                <a:solidFill>
                  <a:schemeClr val="tx1"/>
                </a:solidFill>
              </a:defRPr>
            </a:lvl8pPr>
            <a:lvl9pPr marL="0" indent="0" algn="l">
              <a:lnSpc>
                <a:spcPct val="100000"/>
              </a:lnSpc>
              <a:spcAft>
                <a:spcPts val="0"/>
              </a:spcAft>
              <a:buNone/>
              <a:defRPr sz="2000">
                <a:solidFill>
                  <a:schemeClr val="tx1"/>
                </a:solidFill>
              </a:defRPr>
            </a:lvl9pPr>
          </a:lstStyle>
          <a:p>
            <a:pPr lvl="0"/>
            <a:r>
              <a:rPr lang="en-US" dirty="0"/>
              <a:t>Presenter name, presenter title, date code</a:t>
            </a:r>
          </a:p>
        </p:txBody>
      </p:sp>
      <p:sp>
        <p:nvSpPr>
          <p:cNvPr id="8" name="SEL_Copyright">
            <a:extLst>
              <a:ext uri="{FF2B5EF4-FFF2-40B4-BE49-F238E27FC236}">
                <a16:creationId xmlns:a16="http://schemas.microsoft.com/office/drawing/2014/main" id="{F0CA6168-031E-4557-8A5F-B54957F69A4E}"/>
              </a:ext>
            </a:extLst>
          </p:cNvPr>
          <p:cNvSpPr txBox="1">
            <a:spLocks/>
          </p:cNvSpPr>
          <p:nvPr/>
        </p:nvSpPr>
        <p:spPr>
          <a:xfrm>
            <a:off x="10698611" y="628168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rPr>
              <a:t>© </a:t>
            </a:r>
            <a:fld id="{D15F6786-B767-47FD-B80E-44E0BCF4AD80}" type="datetimeyyyy">
              <a:rPr kumimoji="0" lang="en-US" sz="900" b="0" i="0" u="none" strike="noStrike" kern="0" cap="none" spc="0" normalizeH="0" baseline="0" noProof="0" smtClean="0">
                <a:ln>
                  <a:noFill/>
                </a:ln>
                <a:solidFill>
                  <a:schemeClr val="tx1"/>
                </a:solidFill>
                <a:effectLst/>
                <a:uLnTx/>
                <a:uFillTx/>
              </a:rPr>
              <a:t>2025</a:t>
            </a:fld>
            <a:r>
              <a:rPr kumimoji="0" lang="en-US" sz="900" b="0" i="0" u="none" strike="noStrike" kern="0" cap="none" spc="0" normalizeH="0" baseline="0" noProof="0" dirty="0">
                <a:ln>
                  <a:noFill/>
                </a:ln>
                <a:solidFill>
                  <a:schemeClr val="tx1"/>
                </a:solidFill>
                <a:effectLst/>
                <a:uLnTx/>
                <a:uFillTx/>
              </a:rPr>
              <a:t> SEL</a:t>
            </a:r>
          </a:p>
        </p:txBody>
      </p:sp>
      <p:sp>
        <p:nvSpPr>
          <p:cNvPr id="2" name="Title 1">
            <a:extLst>
              <a:ext uri="{FF2B5EF4-FFF2-40B4-BE49-F238E27FC236}">
                <a16:creationId xmlns:a16="http://schemas.microsoft.com/office/drawing/2014/main" id="{3EA84887-69BA-4F79-AC38-4AE76D9F26A0}"/>
              </a:ext>
            </a:extLst>
          </p:cNvPr>
          <p:cNvSpPr>
            <a:spLocks noGrp="1"/>
          </p:cNvSpPr>
          <p:nvPr>
            <p:ph type="ctrTitle" hasCustomPrompt="1"/>
          </p:nvPr>
        </p:nvSpPr>
        <p:spPr>
          <a:xfrm>
            <a:off x="660399" y="647700"/>
            <a:ext cx="10868025" cy="2912796"/>
          </a:xfrm>
        </p:spPr>
        <p:txBody>
          <a:bodyPr anchor="b" anchorCtr="0">
            <a:noAutofit/>
          </a:bodyPr>
          <a:lstStyle>
            <a:lvl1pPr algn="l">
              <a:defRPr sz="4400" b="1">
                <a:solidFill>
                  <a:schemeClr val="bg1"/>
                </a:solidFill>
              </a:defRPr>
            </a:lvl1pPr>
          </a:lstStyle>
          <a:p>
            <a:r>
              <a:rPr lang="en-US" dirty="0"/>
              <a:t>Select to add presentation title</a:t>
            </a:r>
          </a:p>
        </p:txBody>
      </p:sp>
    </p:spTree>
    <p:extLst>
      <p:ext uri="{BB962C8B-B14F-4D97-AF65-F5344CB8AC3E}">
        <p14:creationId xmlns:p14="http://schemas.microsoft.com/office/powerpoint/2010/main" val="33910665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A7C23AF-09F7-4D50-AEA7-9492B8558022}"/>
              </a:ext>
            </a:extLst>
          </p:cNvPr>
          <p:cNvSpPr>
            <a:spLocks noGrp="1"/>
          </p:cNvSpPr>
          <p:nvPr>
            <p:ph type="pic" idx="1" hasCustomPrompt="1"/>
          </p:nvPr>
        </p:nvSpPr>
        <p:spPr>
          <a:xfrm>
            <a:off x="7305675" y="0"/>
            <a:ext cx="4886325" cy="6858000"/>
          </a:xfrm>
          <a:solidFill>
            <a:srgbClr val="C3D1DD"/>
          </a:solidFill>
        </p:spPr>
        <p:txBody>
          <a:bodyPr tIns="1645920" anchor="t" anchorCtr="1"/>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Select icon to add image</a:t>
            </a:r>
          </a:p>
        </p:txBody>
      </p:sp>
      <p:sp>
        <p:nvSpPr>
          <p:cNvPr id="4" name="Text Placeholder 3">
            <a:extLst>
              <a:ext uri="{FF2B5EF4-FFF2-40B4-BE49-F238E27FC236}">
                <a16:creationId xmlns:a16="http://schemas.microsoft.com/office/drawing/2014/main" id="{5408B888-9CFE-4362-9CF4-795FAC8E37ED}"/>
              </a:ext>
            </a:extLst>
          </p:cNvPr>
          <p:cNvSpPr>
            <a:spLocks noGrp="1"/>
          </p:cNvSpPr>
          <p:nvPr>
            <p:ph type="body" sz="half" idx="2" hasCustomPrompt="1"/>
          </p:nvPr>
        </p:nvSpPr>
        <p:spPr>
          <a:xfrm>
            <a:off x="660402" y="1602223"/>
            <a:ext cx="6037262" cy="4608077"/>
          </a:xfrm>
        </p:spPr>
        <p:txBody>
          <a:bodyPr/>
          <a:lstStyle>
            <a:lvl1pPr marL="344488" indent="-344488">
              <a:spcBef>
                <a:spcPts val="0"/>
              </a:spcBef>
              <a:spcAft>
                <a:spcPts val="2000"/>
              </a:spcAft>
              <a:buFont typeface="Wingdings" panose="05000000000000000000" pitchFamily="2" charset="2"/>
              <a:buChar char="§"/>
              <a:defRPr sz="2800" b="0">
                <a:solidFill>
                  <a:schemeClr val="dk1"/>
                </a:solidFill>
              </a:defRPr>
            </a:lvl1pPr>
            <a:lvl2pPr marL="804672" indent="-347472">
              <a:spcBef>
                <a:spcPts val="0"/>
              </a:spcBef>
              <a:spcAft>
                <a:spcPts val="2000"/>
              </a:spcAft>
              <a:buFont typeface="Arial" panose="020B0604020202020204" pitchFamily="34" charset="0"/>
              <a:buChar char="–"/>
              <a:defRPr sz="2400"/>
            </a:lvl2pPr>
            <a:lvl3pPr marL="804672" indent="-347472">
              <a:spcBef>
                <a:spcPts val="0"/>
              </a:spcBef>
              <a:spcAft>
                <a:spcPts val="2000"/>
              </a:spcAft>
              <a:buFont typeface="Arial" panose="020B0604020202020204" pitchFamily="34" charset="0"/>
              <a:buChar char="–"/>
              <a:defRPr sz="2400"/>
            </a:lvl3pPr>
            <a:lvl4pPr marL="804672" indent="-347472">
              <a:spcAft>
                <a:spcPts val="2000"/>
              </a:spcAft>
              <a:buFont typeface="Arial" panose="020B0604020202020204" pitchFamily="34" charset="0"/>
              <a:buChar char="–"/>
              <a:defRPr sz="2400"/>
            </a:lvl4pPr>
            <a:lvl5pPr marL="804672" indent="-347472">
              <a:spcAft>
                <a:spcPts val="2000"/>
              </a:spcAft>
              <a:buFont typeface="Arial" panose="020B0604020202020204" pitchFamily="34" charset="0"/>
              <a:buChar char="–"/>
              <a:defRPr sz="2400"/>
            </a:lvl5pPr>
            <a:lvl6pPr marL="804672" indent="-347472">
              <a:spcAft>
                <a:spcPts val="2000"/>
              </a:spcAft>
              <a:buFont typeface="Arial" panose="020B0604020202020204" pitchFamily="34" charset="0"/>
              <a:buChar char="–"/>
              <a:defRPr sz="2400"/>
            </a:lvl6pPr>
            <a:lvl7pPr marL="804672" indent="-347472">
              <a:spcAft>
                <a:spcPts val="2000"/>
              </a:spcAft>
              <a:buFont typeface="Arial" panose="020B0604020202020204" pitchFamily="34" charset="0"/>
              <a:buChar char="–"/>
              <a:defRPr sz="2400"/>
            </a:lvl7pPr>
            <a:lvl8pPr marL="804672" indent="-347472">
              <a:spcAft>
                <a:spcPts val="1800"/>
              </a:spcAft>
              <a:buFont typeface="Arial" panose="020B0604020202020204" pitchFamily="34" charset="0"/>
              <a:buChar char="–"/>
              <a:defRPr sz="2400"/>
            </a:lvl8pPr>
            <a:lvl9pPr marL="804672" indent="-347472">
              <a:spcAft>
                <a:spcPts val="1800"/>
              </a:spcAft>
              <a:buFont typeface="Arial" panose="020B0604020202020204" pitchFamily="34" charset="0"/>
              <a:buChar char="–"/>
              <a:defRPr sz="2400"/>
            </a:lvl9pPr>
          </a:lstStyle>
          <a:p>
            <a:pPr lvl="0"/>
            <a:r>
              <a:rPr lang="en-US" dirty="0"/>
              <a:t>Select to add main speaking points (five or less)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 name="Title 1">
            <a:extLst>
              <a:ext uri="{FF2B5EF4-FFF2-40B4-BE49-F238E27FC236}">
                <a16:creationId xmlns:a16="http://schemas.microsoft.com/office/drawing/2014/main" id="{D369D749-F445-4919-AFF3-A80F2B00DD87}"/>
              </a:ext>
            </a:extLst>
          </p:cNvPr>
          <p:cNvSpPr>
            <a:spLocks noGrp="1"/>
          </p:cNvSpPr>
          <p:nvPr>
            <p:ph type="title" hasCustomPrompt="1"/>
          </p:nvPr>
        </p:nvSpPr>
        <p:spPr>
          <a:xfrm>
            <a:off x="660401" y="582627"/>
            <a:ext cx="6037263" cy="1108061"/>
          </a:xfrm>
        </p:spPr>
        <p:txBody>
          <a:bodyPr anchor="t" anchorCtr="0"/>
          <a:lstStyle>
            <a:lvl1pPr>
              <a:defRPr sz="4000"/>
            </a:lvl1pPr>
          </a:lstStyle>
          <a:p>
            <a:r>
              <a:rPr lang="en-US" dirty="0"/>
              <a:t>Select to </a:t>
            </a:r>
            <a:r>
              <a:rPr lang="en-US"/>
              <a:t>add title</a:t>
            </a:r>
            <a:endParaRPr lang="en-US" dirty="0"/>
          </a:p>
        </p:txBody>
      </p:sp>
    </p:spTree>
    <p:extLst>
      <p:ext uri="{BB962C8B-B14F-4D97-AF65-F5344CB8AC3E}">
        <p14:creationId xmlns:p14="http://schemas.microsoft.com/office/powerpoint/2010/main" val="1756302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icture and Titl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CA3A44E-D60D-44F9-ABC9-0C3541084F81}"/>
              </a:ext>
            </a:extLst>
          </p:cNvPr>
          <p:cNvSpPr>
            <a:spLocks noGrp="1"/>
          </p:cNvSpPr>
          <p:nvPr>
            <p:ph type="pic" sz="quarter" idx="10" hasCustomPrompt="1"/>
          </p:nvPr>
        </p:nvSpPr>
        <p:spPr>
          <a:xfrm>
            <a:off x="7305675" y="0"/>
            <a:ext cx="4886325" cy="6858000"/>
          </a:xfrm>
          <a:solidFill>
            <a:srgbClr val="C3D1DD"/>
          </a:solidFill>
        </p:spPr>
        <p:txBody>
          <a:bodyPr tIns="1645920" anchor="t" anchorCtr="1"/>
          <a:lstStyle>
            <a:lvl1pPr marL="0" indent="0" algn="ctr">
              <a:buNone/>
              <a:defRPr/>
            </a:lvl1pPr>
          </a:lstStyle>
          <a:p>
            <a:r>
              <a:rPr lang="en-US" dirty="0"/>
              <a:t>Select icon to add image</a:t>
            </a:r>
          </a:p>
        </p:txBody>
      </p:sp>
      <p:sp>
        <p:nvSpPr>
          <p:cNvPr id="6" name="Title 5">
            <a:extLst>
              <a:ext uri="{FF2B5EF4-FFF2-40B4-BE49-F238E27FC236}">
                <a16:creationId xmlns:a16="http://schemas.microsoft.com/office/drawing/2014/main" id="{7C1A8893-F31B-40F6-869D-08F76A2B2168}"/>
              </a:ext>
            </a:extLst>
          </p:cNvPr>
          <p:cNvSpPr>
            <a:spLocks noGrp="1"/>
          </p:cNvSpPr>
          <p:nvPr>
            <p:ph type="title" hasCustomPrompt="1"/>
          </p:nvPr>
        </p:nvSpPr>
        <p:spPr>
          <a:xfrm>
            <a:off x="660401" y="582627"/>
            <a:ext cx="6037263" cy="1108061"/>
          </a:xfrm>
        </p:spPr>
        <p:txBody>
          <a:bodyPr/>
          <a:lstStyle>
            <a:lvl1pPr>
              <a:defRPr/>
            </a:lvl1pPr>
          </a:lstStyle>
          <a:p>
            <a:r>
              <a:rPr lang="en-US" dirty="0"/>
              <a:t>Select to add title</a:t>
            </a:r>
          </a:p>
        </p:txBody>
      </p:sp>
    </p:spTree>
    <p:extLst>
      <p:ext uri="{BB962C8B-B14F-4D97-AF65-F5344CB8AC3E}">
        <p14:creationId xmlns:p14="http://schemas.microsoft.com/office/powerpoint/2010/main" val="1118294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F6CE35-2A14-40A9-A7FD-78F4847C4A2B}"/>
              </a:ext>
            </a:extLst>
          </p:cNvPr>
          <p:cNvSpPr>
            <a:spLocks noGrp="1"/>
          </p:cNvSpPr>
          <p:nvPr>
            <p:ph idx="1" hasCustomPrompt="1"/>
          </p:nvPr>
        </p:nvSpPr>
        <p:spPr>
          <a:xfrm>
            <a:off x="660401" y="1602223"/>
            <a:ext cx="10868023" cy="4608077"/>
          </a:xfrm>
        </p:spPr>
        <p:txBody>
          <a:bodyPr/>
          <a:lstStyle>
            <a:lvl1pPr>
              <a:spcBef>
                <a:spcPts val="0"/>
              </a:spcBef>
              <a:spcAft>
                <a:spcPts val="2000"/>
              </a:spcAft>
              <a:defRPr>
                <a:solidFill>
                  <a:schemeClr val="tx1"/>
                </a:solidFill>
              </a:defRPr>
            </a:lvl1pPr>
            <a:lvl2pPr>
              <a:spcBef>
                <a:spcPts val="0"/>
              </a:spcBef>
              <a:spcAft>
                <a:spcPts val="2000"/>
              </a:spcAft>
              <a:buSzPct val="90000"/>
              <a:defRPr/>
            </a:lvl2pPr>
            <a:lvl3pPr>
              <a:spcBef>
                <a:spcPts val="0"/>
              </a:spcBef>
              <a:spcAft>
                <a:spcPts val="2000"/>
              </a:spcAft>
              <a:buSzPct val="90000"/>
              <a:defRPr/>
            </a:lvl3pPr>
            <a:lvl4pPr>
              <a:spcBef>
                <a:spcPts val="0"/>
              </a:spcBef>
              <a:spcAft>
                <a:spcPts val="2000"/>
              </a:spcAft>
              <a:buSzPct val="90000"/>
              <a:defRPr/>
            </a:lvl4pPr>
            <a:lvl5pPr>
              <a:spcBef>
                <a:spcPts val="0"/>
              </a:spcBef>
              <a:spcAft>
                <a:spcPts val="2000"/>
              </a:spcAft>
              <a:buSzPct val="90000"/>
              <a:defRPr/>
            </a:lvl5pPr>
            <a:lvl6pPr>
              <a:spcAft>
                <a:spcPts val="2000"/>
              </a:spcAft>
              <a:defRPr/>
            </a:lvl6pPr>
          </a:lstStyle>
          <a:p>
            <a:pPr lvl="0"/>
            <a:r>
              <a:rPr lang="en-US" dirty="0"/>
              <a:t>Select to add main speaking </a:t>
            </a:r>
            <a:r>
              <a:rPr lang="en-US"/>
              <a:t>points (five or less)</a:t>
            </a:r>
            <a:endParaRPr lang="en-US" dirty="0"/>
          </a:p>
          <a:p>
            <a:pPr lvl="1"/>
            <a:r>
              <a:rPr lang="en-US" dirty="0"/>
              <a:t>Second level</a:t>
            </a:r>
          </a:p>
          <a:p>
            <a:pPr lvl="2"/>
            <a:r>
              <a:rPr lang="en-US" dirty="0"/>
              <a:t>Third level</a:t>
            </a:r>
          </a:p>
          <a:p>
            <a:pPr lvl="3"/>
            <a:r>
              <a:rPr lang="en-US" dirty="0"/>
              <a:t>Fourth level</a:t>
            </a:r>
          </a:p>
          <a:p>
            <a:pPr lvl="4"/>
            <a:r>
              <a:rPr lang="en-US" dirty="0"/>
              <a:t>Fifth level</a:t>
            </a:r>
          </a:p>
          <a:p>
            <a:pPr lvl="4"/>
            <a:r>
              <a:rPr lang="en-US" dirty="0"/>
              <a:t>Sixth level</a:t>
            </a:r>
          </a:p>
          <a:p>
            <a:pPr lvl="4"/>
            <a:r>
              <a:rPr lang="en-US"/>
              <a:t>Seventh level</a:t>
            </a:r>
            <a:endParaRPr lang="en-US" dirty="0"/>
          </a:p>
        </p:txBody>
      </p:sp>
      <p:sp>
        <p:nvSpPr>
          <p:cNvPr id="2" name="Title 1">
            <a:extLst>
              <a:ext uri="{FF2B5EF4-FFF2-40B4-BE49-F238E27FC236}">
                <a16:creationId xmlns:a16="http://schemas.microsoft.com/office/drawing/2014/main" id="{0692D821-F591-4E99-98CA-288073DD9DA1}"/>
              </a:ext>
            </a:extLst>
          </p:cNvPr>
          <p:cNvSpPr>
            <a:spLocks noGrp="1"/>
          </p:cNvSpPr>
          <p:nvPr>
            <p:ph type="title" hasCustomPrompt="1"/>
          </p:nvPr>
        </p:nvSpPr>
        <p:spPr>
          <a:xfrm>
            <a:off x="660401" y="582627"/>
            <a:ext cx="10868023" cy="1108061"/>
          </a:xfrm>
        </p:spPr>
        <p:txBody>
          <a:bodyPr/>
          <a:lstStyle>
            <a:lvl1pPr>
              <a:defRPr/>
            </a:lvl1pPr>
          </a:lstStyle>
          <a:p>
            <a:r>
              <a:rPr lang="en-US" dirty="0"/>
              <a:t>Select to add slide title</a:t>
            </a:r>
          </a:p>
        </p:txBody>
      </p:sp>
    </p:spTree>
    <p:extLst>
      <p:ext uri="{BB962C8B-B14F-4D97-AF65-F5344CB8AC3E}">
        <p14:creationId xmlns:p14="http://schemas.microsoft.com/office/powerpoint/2010/main" val="947083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BDC25-C575-4557-B729-386AF3B61761}"/>
              </a:ext>
            </a:extLst>
          </p:cNvPr>
          <p:cNvSpPr>
            <a:spLocks noGrp="1"/>
          </p:cNvSpPr>
          <p:nvPr>
            <p:ph type="title" hasCustomPrompt="1"/>
          </p:nvPr>
        </p:nvSpPr>
        <p:spPr>
          <a:xfrm>
            <a:off x="660401" y="582627"/>
            <a:ext cx="10868023" cy="1108061"/>
          </a:xfrm>
        </p:spPr>
        <p:txBody>
          <a:bodyPr vert="horz" lIns="0" tIns="0" rIns="0" bIns="0" rtlCol="0" anchor="t" anchorCtr="0">
            <a:noAutofit/>
          </a:bodyPr>
          <a:lstStyle>
            <a:lvl1pPr>
              <a:defRPr lang="en-US" dirty="0"/>
            </a:lvl1pPr>
          </a:lstStyle>
          <a:p>
            <a:pPr lvl="0"/>
            <a:r>
              <a:rPr lang="en-US" dirty="0"/>
              <a:t>Select to add slide title</a:t>
            </a:r>
          </a:p>
        </p:txBody>
      </p:sp>
    </p:spTree>
    <p:extLst>
      <p:ext uri="{BB962C8B-B14F-4D97-AF65-F5344CB8AC3E}">
        <p14:creationId xmlns:p14="http://schemas.microsoft.com/office/powerpoint/2010/main" val="2663886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4923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Blue R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943FEEB-4EC2-4462-B340-BC93852D24CE}"/>
              </a:ext>
            </a:extLst>
          </p:cNvPr>
          <p:cNvSpPr>
            <a:spLocks/>
          </p:cNvSpPr>
          <p:nvPr/>
        </p:nvSpPr>
        <p:spPr>
          <a:xfrm>
            <a:off x="7900988" y="0"/>
            <a:ext cx="429101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 Placeholder 6">
            <a:extLst>
              <a:ext uri="{FF2B5EF4-FFF2-40B4-BE49-F238E27FC236}">
                <a16:creationId xmlns:a16="http://schemas.microsoft.com/office/drawing/2014/main" id="{88DFA906-5649-442E-B5FF-6A982EE5F437}"/>
              </a:ext>
            </a:extLst>
          </p:cNvPr>
          <p:cNvSpPr>
            <a:spLocks noGrp="1"/>
          </p:cNvSpPr>
          <p:nvPr>
            <p:ph type="body" sz="quarter" idx="10" hasCustomPrompt="1"/>
          </p:nvPr>
        </p:nvSpPr>
        <p:spPr>
          <a:xfrm>
            <a:off x="660402" y="1602223"/>
            <a:ext cx="6645273" cy="4608077"/>
          </a:xfrm>
        </p:spPr>
        <p:txBody>
          <a:bodyPr/>
          <a:lstStyle>
            <a:lvl1pPr>
              <a:defRPr/>
            </a:lvl1pPr>
            <a:lvl5pPr>
              <a:defRPr/>
            </a:lvl5pPr>
            <a:lvl6pPr>
              <a:defRPr/>
            </a:lvl6pPr>
            <a:lvl7pPr>
              <a:defRPr/>
            </a:lvl7pPr>
          </a:lstStyle>
          <a:p>
            <a:pPr lvl="0"/>
            <a:r>
              <a:rPr lang="en-US" dirty="0"/>
              <a:t>Select to add the main speaking points (five or less)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8" name="White_SEL_Confidential" hidden="1">
            <a:extLst>
              <a:ext uri="{FF2B5EF4-FFF2-40B4-BE49-F238E27FC236}">
                <a16:creationId xmlns:a16="http://schemas.microsoft.com/office/drawing/2014/main" id="{69276E1A-A357-4593-9633-50EA3BBAAE5B}"/>
              </a:ext>
            </a:extLst>
          </p:cNvPr>
          <p:cNvSpPr txBox="1">
            <a:spLocks/>
          </p:cNvSpPr>
          <p:nvPr/>
        </p:nvSpPr>
        <p:spPr>
          <a:xfrm>
            <a:off x="10698611" y="643097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cs typeface="Arial" panose="020B0604020202020204" pitchFamily="34" charset="0"/>
              </a:rPr>
              <a:t>SEL CONFIDENTIAL </a:t>
            </a:r>
            <a:endParaRPr kumimoji="0" lang="en-US" sz="900" b="0" i="0" u="none" strike="noStrike" kern="0" cap="none" spc="0" normalizeH="0" baseline="0" noProof="0" dirty="0">
              <a:ln>
                <a:noFill/>
              </a:ln>
              <a:solidFill>
                <a:schemeClr val="bg1"/>
              </a:solidFill>
              <a:effectLst/>
              <a:uLnTx/>
              <a:uFillTx/>
            </a:endParaRPr>
          </a:p>
        </p:txBody>
      </p:sp>
      <p:sp>
        <p:nvSpPr>
          <p:cNvPr id="2" name="Title 1">
            <a:extLst>
              <a:ext uri="{FF2B5EF4-FFF2-40B4-BE49-F238E27FC236}">
                <a16:creationId xmlns:a16="http://schemas.microsoft.com/office/drawing/2014/main" id="{3FEF850F-6BBA-49FE-B96C-EA7712118BE4}"/>
              </a:ext>
            </a:extLst>
          </p:cNvPr>
          <p:cNvSpPr>
            <a:spLocks noGrp="1"/>
          </p:cNvSpPr>
          <p:nvPr>
            <p:ph type="title" hasCustomPrompt="1"/>
          </p:nvPr>
        </p:nvSpPr>
        <p:spPr>
          <a:xfrm>
            <a:off x="660402" y="582627"/>
            <a:ext cx="6645274" cy="1108061"/>
          </a:xfrm>
        </p:spPr>
        <p:txBody>
          <a:bodyPr/>
          <a:lstStyle>
            <a:lvl1pPr>
              <a:defRPr/>
            </a:lvl1pPr>
          </a:lstStyle>
          <a:p>
            <a:r>
              <a:rPr lang="en-US"/>
              <a:t>Select to add title</a:t>
            </a:r>
          </a:p>
        </p:txBody>
      </p:sp>
    </p:spTree>
    <p:extLst>
      <p:ext uri="{BB962C8B-B14F-4D97-AF65-F5344CB8AC3E}">
        <p14:creationId xmlns:p14="http://schemas.microsoft.com/office/powerpoint/2010/main" val="92190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Photo Overla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54C362-155E-44AE-9E56-CA7BB73C4AEC}"/>
              </a:ext>
            </a:extLst>
          </p:cNvPr>
          <p:cNvSpPr>
            <a:spLocks/>
          </p:cNvSpPr>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9">
            <a:extLst>
              <a:ext uri="{FF2B5EF4-FFF2-40B4-BE49-F238E27FC236}">
                <a16:creationId xmlns:a16="http://schemas.microsoft.com/office/drawing/2014/main" id="{1BADDDAA-EB0B-41FD-9756-B29F5B6EF093}"/>
              </a:ext>
            </a:extLst>
          </p:cNvPr>
          <p:cNvSpPr>
            <a:spLocks noGrp="1"/>
          </p:cNvSpPr>
          <p:nvPr>
            <p:ph type="pic" sz="quarter" idx="11" hasCustomPrompt="1"/>
          </p:nvPr>
        </p:nvSpPr>
        <p:spPr>
          <a:xfrm>
            <a:off x="4891088" y="647700"/>
            <a:ext cx="7300911" cy="5562600"/>
          </a:xfrm>
          <a:solidFill>
            <a:srgbClr val="C3D1DD"/>
          </a:solidFill>
        </p:spPr>
        <p:txBody>
          <a:bodyPr tIns="941832"/>
          <a:lstStyle>
            <a:lvl1pPr algn="ctr">
              <a:buNone/>
              <a:defRPr/>
            </a:lvl1pPr>
          </a:lstStyle>
          <a:p>
            <a:r>
              <a:rPr lang="en-US" dirty="0"/>
              <a:t>Select icon below to insert image</a:t>
            </a:r>
          </a:p>
        </p:txBody>
      </p:sp>
      <p:sp>
        <p:nvSpPr>
          <p:cNvPr id="8" name="Text Placeholder 7">
            <a:extLst>
              <a:ext uri="{FF2B5EF4-FFF2-40B4-BE49-F238E27FC236}">
                <a16:creationId xmlns:a16="http://schemas.microsoft.com/office/drawing/2014/main" id="{8B0F1F50-8AF9-40FA-B1BD-FF9DA5F9D1B4}"/>
              </a:ext>
            </a:extLst>
          </p:cNvPr>
          <p:cNvSpPr>
            <a:spLocks noGrp="1"/>
          </p:cNvSpPr>
          <p:nvPr>
            <p:ph type="body" sz="quarter" idx="10" hasCustomPrompt="1"/>
          </p:nvPr>
        </p:nvSpPr>
        <p:spPr>
          <a:xfrm>
            <a:off x="660403" y="1602223"/>
            <a:ext cx="3627436" cy="4608077"/>
          </a:xfrm>
        </p:spPr>
        <p:txBody>
          <a:bodyPr/>
          <a:lstStyle>
            <a:lvl1pPr>
              <a:defRPr/>
            </a:lvl1pPr>
            <a:lvl5pPr>
              <a:defRPr/>
            </a:lvl5pPr>
          </a:lstStyle>
          <a:p>
            <a:pPr lvl="0"/>
            <a:r>
              <a:rPr lang="en-US"/>
              <a:t>Select to add speaking points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9" name="White_SEL_Confidential" hidden="1">
            <a:extLst>
              <a:ext uri="{FF2B5EF4-FFF2-40B4-BE49-F238E27FC236}">
                <a16:creationId xmlns:a16="http://schemas.microsoft.com/office/drawing/2014/main" id="{7970546A-477C-4C65-A2C7-B67F48EDD55F}"/>
              </a:ext>
            </a:extLst>
          </p:cNvPr>
          <p:cNvSpPr txBox="1">
            <a:spLocks/>
          </p:cNvSpPr>
          <p:nvPr/>
        </p:nvSpPr>
        <p:spPr>
          <a:xfrm>
            <a:off x="10698611" y="643097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cs typeface="Arial" panose="020B0604020202020204" pitchFamily="34" charset="0"/>
              </a:rPr>
              <a:t>SEL CONFIDENTIAL </a:t>
            </a:r>
            <a:endParaRPr kumimoji="0" lang="en-US" sz="900" b="0" i="0" u="none" strike="noStrike" kern="0" cap="none" spc="0" normalizeH="0" baseline="0" noProof="0" dirty="0">
              <a:ln>
                <a:noFill/>
              </a:ln>
              <a:solidFill>
                <a:schemeClr val="bg1"/>
              </a:solidFill>
              <a:effectLst/>
              <a:uLnTx/>
              <a:uFillTx/>
            </a:endParaRPr>
          </a:p>
        </p:txBody>
      </p:sp>
      <p:sp>
        <p:nvSpPr>
          <p:cNvPr id="2" name="Title 1">
            <a:extLst>
              <a:ext uri="{FF2B5EF4-FFF2-40B4-BE49-F238E27FC236}">
                <a16:creationId xmlns:a16="http://schemas.microsoft.com/office/drawing/2014/main" id="{CAA3170B-6BD6-4A3A-90FF-B86CC4AADE99}"/>
              </a:ext>
            </a:extLst>
          </p:cNvPr>
          <p:cNvSpPr>
            <a:spLocks noGrp="1"/>
          </p:cNvSpPr>
          <p:nvPr>
            <p:ph type="title" hasCustomPrompt="1"/>
          </p:nvPr>
        </p:nvSpPr>
        <p:spPr>
          <a:xfrm>
            <a:off x="660401" y="582627"/>
            <a:ext cx="3627437" cy="1108061"/>
          </a:xfrm>
        </p:spPr>
        <p:txBody>
          <a:bodyPr/>
          <a:lstStyle>
            <a:lvl1pPr>
              <a:defRPr/>
            </a:lvl1pPr>
          </a:lstStyle>
          <a:p>
            <a:r>
              <a:rPr lang="en-US" dirty="0"/>
              <a:t>Slide title</a:t>
            </a:r>
          </a:p>
        </p:txBody>
      </p:sp>
    </p:spTree>
    <p:extLst>
      <p:ext uri="{BB962C8B-B14F-4D97-AF65-F5344CB8AC3E}">
        <p14:creationId xmlns:p14="http://schemas.microsoft.com/office/powerpoint/2010/main" val="3201184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ubtitle and Content">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0D056A91-2680-4B9B-BA7B-66E6EEAE63D0}"/>
              </a:ext>
            </a:extLst>
          </p:cNvPr>
          <p:cNvSpPr>
            <a:spLocks noGrp="1"/>
          </p:cNvSpPr>
          <p:nvPr>
            <p:ph type="body" sz="quarter" idx="11" hasCustomPrompt="1"/>
          </p:nvPr>
        </p:nvSpPr>
        <p:spPr>
          <a:xfrm>
            <a:off x="660401" y="2285324"/>
            <a:ext cx="10845799" cy="3924976"/>
          </a:xfrm>
        </p:spPr>
        <p:txBody>
          <a:bodyPr/>
          <a:lstStyle>
            <a:lvl1pPr>
              <a:defRPr/>
            </a:lvl1pPr>
            <a:lvl5pPr>
              <a:defRPr/>
            </a:lvl5pPr>
            <a:lvl6pPr>
              <a:defRPr/>
            </a:lvl6pPr>
            <a:lvl7pPr>
              <a:defRPr/>
            </a:lvl7pPr>
            <a:lvl8pPr>
              <a:defRPr/>
            </a:lvl8pPr>
          </a:lstStyle>
          <a:p>
            <a:pPr lvl="0"/>
            <a:r>
              <a:rPr lang="en-US"/>
              <a:t>Select to add main speaking points (five or less)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Title 1">
            <a:extLst>
              <a:ext uri="{FF2B5EF4-FFF2-40B4-BE49-F238E27FC236}">
                <a16:creationId xmlns:a16="http://schemas.microsoft.com/office/drawing/2014/main" id="{0CBE79BF-8A7B-4EC6-9236-05CC3E3ECCB7}"/>
              </a:ext>
            </a:extLst>
          </p:cNvPr>
          <p:cNvSpPr>
            <a:spLocks noGrp="1"/>
          </p:cNvSpPr>
          <p:nvPr>
            <p:ph type="title" hasCustomPrompt="1"/>
          </p:nvPr>
        </p:nvSpPr>
        <p:spPr>
          <a:xfrm>
            <a:off x="660401" y="582627"/>
            <a:ext cx="10868023" cy="1108061"/>
          </a:xfrm>
        </p:spPr>
        <p:txBody>
          <a:bodyPr/>
          <a:lstStyle>
            <a:lvl1pPr>
              <a:defRPr/>
            </a:lvl1pPr>
          </a:lstStyle>
          <a:p>
            <a:r>
              <a:rPr lang="en-US" dirty="0"/>
              <a:t>Select to add slide title</a:t>
            </a:r>
          </a:p>
        </p:txBody>
      </p:sp>
      <p:sp>
        <p:nvSpPr>
          <p:cNvPr id="7" name="Text Placeholder 6">
            <a:extLst>
              <a:ext uri="{FF2B5EF4-FFF2-40B4-BE49-F238E27FC236}">
                <a16:creationId xmlns:a16="http://schemas.microsoft.com/office/drawing/2014/main" id="{FE960CD3-C941-4865-B4AD-7C3BBB5D1897}"/>
              </a:ext>
            </a:extLst>
          </p:cNvPr>
          <p:cNvSpPr>
            <a:spLocks noGrp="1"/>
          </p:cNvSpPr>
          <p:nvPr>
            <p:ph type="body" sz="quarter" idx="10" hasCustomPrompt="1"/>
          </p:nvPr>
        </p:nvSpPr>
        <p:spPr>
          <a:xfrm>
            <a:off x="660401" y="1616631"/>
            <a:ext cx="10868023" cy="583162"/>
          </a:xfrm>
        </p:spPr>
        <p:txBody>
          <a:bodyPr/>
          <a:lstStyle>
            <a:lvl1pPr marL="0" indent="0">
              <a:lnSpc>
                <a:spcPct val="100000"/>
              </a:lnSpc>
              <a:spcAft>
                <a:spcPts val="0"/>
              </a:spcAft>
              <a:buFontTx/>
              <a:buNone/>
              <a:defRPr sz="2400" b="1" cap="all" baseline="0"/>
            </a:lvl1pPr>
            <a:lvl2pPr marL="0" indent="0">
              <a:lnSpc>
                <a:spcPct val="100000"/>
              </a:lnSpc>
              <a:spcAft>
                <a:spcPts val="0"/>
              </a:spcAft>
              <a:buFontTx/>
              <a:buNone/>
              <a:defRPr sz="2000" b="1"/>
            </a:lvl2pPr>
            <a:lvl3pPr marL="0" indent="0">
              <a:lnSpc>
                <a:spcPct val="100000"/>
              </a:lnSpc>
              <a:spcAft>
                <a:spcPts val="0"/>
              </a:spcAft>
              <a:buFontTx/>
              <a:buNone/>
              <a:defRPr sz="2000" b="1"/>
            </a:lvl3pPr>
            <a:lvl4pPr marL="0" indent="0">
              <a:lnSpc>
                <a:spcPct val="100000"/>
              </a:lnSpc>
              <a:spcAft>
                <a:spcPts val="0"/>
              </a:spcAft>
              <a:buFontTx/>
              <a:buNone/>
              <a:defRPr sz="2000" b="1"/>
            </a:lvl4pPr>
            <a:lvl5pPr marL="0" indent="0">
              <a:lnSpc>
                <a:spcPct val="100000"/>
              </a:lnSpc>
              <a:spcAft>
                <a:spcPts val="0"/>
              </a:spcAft>
              <a:buFontTx/>
              <a:buNone/>
              <a:defRPr sz="2000" b="1"/>
            </a:lvl5pPr>
            <a:lvl6pPr marL="0" indent="0">
              <a:lnSpc>
                <a:spcPct val="100000"/>
              </a:lnSpc>
              <a:spcAft>
                <a:spcPts val="0"/>
              </a:spcAft>
              <a:buFontTx/>
              <a:buNone/>
              <a:defRPr sz="2000" b="1"/>
            </a:lvl6pPr>
            <a:lvl7pPr marL="0" indent="0">
              <a:lnSpc>
                <a:spcPct val="100000"/>
              </a:lnSpc>
              <a:spcAft>
                <a:spcPts val="0"/>
              </a:spcAft>
              <a:buFontTx/>
              <a:buNone/>
              <a:defRPr sz="2000" b="1"/>
            </a:lvl7pPr>
            <a:lvl8pPr marL="0" indent="0">
              <a:lnSpc>
                <a:spcPct val="100000"/>
              </a:lnSpc>
              <a:spcAft>
                <a:spcPts val="0"/>
              </a:spcAft>
              <a:buFontTx/>
              <a:buNone/>
              <a:defRPr sz="2000" b="1"/>
            </a:lvl8pPr>
            <a:lvl9pPr marL="0" indent="0">
              <a:lnSpc>
                <a:spcPct val="100000"/>
              </a:lnSpc>
              <a:spcAft>
                <a:spcPts val="0"/>
              </a:spcAft>
              <a:buFontTx/>
              <a:buNone/>
              <a:defRPr sz="2000" b="1"/>
            </a:lvl9pPr>
          </a:lstStyle>
          <a:p>
            <a:pPr lvl="0"/>
            <a:r>
              <a:rPr lang="en-US"/>
              <a:t>SELECT TO ADD SUBTITLE (UPPERCASE)</a:t>
            </a:r>
          </a:p>
        </p:txBody>
      </p:sp>
    </p:spTree>
    <p:extLst>
      <p:ext uri="{BB962C8B-B14F-4D97-AF65-F5344CB8AC3E}">
        <p14:creationId xmlns:p14="http://schemas.microsoft.com/office/powerpoint/2010/main" val="4004724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ubtitle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87841-7096-452D-8F27-48D00303689D}"/>
              </a:ext>
            </a:extLst>
          </p:cNvPr>
          <p:cNvSpPr>
            <a:spLocks noGrp="1"/>
          </p:cNvSpPr>
          <p:nvPr>
            <p:ph type="title" hasCustomPrompt="1"/>
          </p:nvPr>
        </p:nvSpPr>
        <p:spPr>
          <a:xfrm>
            <a:off x="660401" y="582627"/>
            <a:ext cx="10868023" cy="1108061"/>
          </a:xfrm>
        </p:spPr>
        <p:txBody>
          <a:bodyPr/>
          <a:lstStyle>
            <a:lvl1pPr>
              <a:defRPr/>
            </a:lvl1pPr>
          </a:lstStyle>
          <a:p>
            <a:r>
              <a:rPr lang="en-US"/>
              <a:t>Select to add slide title</a:t>
            </a:r>
          </a:p>
        </p:txBody>
      </p:sp>
      <p:sp>
        <p:nvSpPr>
          <p:cNvPr id="7" name="Text Placeholder 6">
            <a:extLst>
              <a:ext uri="{FF2B5EF4-FFF2-40B4-BE49-F238E27FC236}">
                <a16:creationId xmlns:a16="http://schemas.microsoft.com/office/drawing/2014/main" id="{14060F1F-F43E-4309-8D4D-E4702D05C062}"/>
              </a:ext>
            </a:extLst>
          </p:cNvPr>
          <p:cNvSpPr>
            <a:spLocks noGrp="1"/>
          </p:cNvSpPr>
          <p:nvPr>
            <p:ph type="body" sz="quarter" idx="10" hasCustomPrompt="1"/>
          </p:nvPr>
        </p:nvSpPr>
        <p:spPr>
          <a:xfrm>
            <a:off x="660401" y="1616631"/>
            <a:ext cx="10868023" cy="583162"/>
          </a:xfrm>
        </p:spPr>
        <p:txBody>
          <a:bodyPr/>
          <a:lstStyle>
            <a:lvl1pPr marL="0" indent="0">
              <a:lnSpc>
                <a:spcPct val="100000"/>
              </a:lnSpc>
              <a:spcAft>
                <a:spcPts val="0"/>
              </a:spcAft>
              <a:buNone/>
              <a:defRPr sz="2400" b="1" cap="all" baseline="0"/>
            </a:lvl1pPr>
            <a:lvl2pPr marL="0" indent="0">
              <a:lnSpc>
                <a:spcPct val="100000"/>
              </a:lnSpc>
              <a:spcAft>
                <a:spcPts val="0"/>
              </a:spcAft>
              <a:buNone/>
              <a:defRPr sz="2000" b="1" cap="all" baseline="0"/>
            </a:lvl2pPr>
            <a:lvl3pPr marL="0" indent="0">
              <a:lnSpc>
                <a:spcPct val="100000"/>
              </a:lnSpc>
              <a:spcAft>
                <a:spcPts val="0"/>
              </a:spcAft>
              <a:buNone/>
              <a:defRPr sz="2000" b="1" cap="all" baseline="0"/>
            </a:lvl3pPr>
            <a:lvl4pPr marL="0" indent="0">
              <a:lnSpc>
                <a:spcPct val="100000"/>
              </a:lnSpc>
              <a:spcAft>
                <a:spcPts val="0"/>
              </a:spcAft>
              <a:buNone/>
              <a:defRPr sz="2000" b="1" cap="all" baseline="0"/>
            </a:lvl4pPr>
            <a:lvl5pPr marL="0" indent="0">
              <a:lnSpc>
                <a:spcPct val="100000"/>
              </a:lnSpc>
              <a:spcAft>
                <a:spcPts val="0"/>
              </a:spcAft>
              <a:buNone/>
              <a:defRPr sz="2000" b="1" cap="all" baseline="0"/>
            </a:lvl5pPr>
            <a:lvl6pPr marL="0" indent="0">
              <a:lnSpc>
                <a:spcPct val="100000"/>
              </a:lnSpc>
              <a:spcAft>
                <a:spcPts val="0"/>
              </a:spcAft>
              <a:buNone/>
              <a:defRPr sz="2000" b="1" cap="all" baseline="0"/>
            </a:lvl6pPr>
            <a:lvl7pPr marL="0" indent="0">
              <a:lnSpc>
                <a:spcPct val="100000"/>
              </a:lnSpc>
              <a:spcAft>
                <a:spcPts val="0"/>
              </a:spcAft>
              <a:buNone/>
              <a:defRPr sz="2000" b="1" cap="all" baseline="0"/>
            </a:lvl7pPr>
            <a:lvl8pPr marL="0" indent="0">
              <a:lnSpc>
                <a:spcPct val="100000"/>
              </a:lnSpc>
              <a:spcAft>
                <a:spcPts val="0"/>
              </a:spcAft>
              <a:buNone/>
              <a:defRPr sz="2000" b="1" cap="all" baseline="0"/>
            </a:lvl8pPr>
            <a:lvl9pPr marL="0" indent="0">
              <a:lnSpc>
                <a:spcPct val="100000"/>
              </a:lnSpc>
              <a:spcAft>
                <a:spcPts val="0"/>
              </a:spcAft>
              <a:buNone/>
              <a:defRPr sz="2000" b="1" cap="all" baseline="0"/>
            </a:lvl9pPr>
          </a:lstStyle>
          <a:p>
            <a:pPr lvl="0"/>
            <a:r>
              <a:rPr lang="en-US" dirty="0"/>
              <a:t>Select to add subtitle (uppercase)</a:t>
            </a:r>
          </a:p>
        </p:txBody>
      </p:sp>
    </p:spTree>
    <p:extLst>
      <p:ext uri="{BB962C8B-B14F-4D97-AF65-F5344CB8AC3E}">
        <p14:creationId xmlns:p14="http://schemas.microsoft.com/office/powerpoint/2010/main" val="1552627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b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E5D09-16F7-83E6-7E8B-7EB8BE7EE758}"/>
              </a:ext>
            </a:extLst>
          </p:cNvPr>
          <p:cNvSpPr>
            <a:spLocks noGrp="1"/>
          </p:cNvSpPr>
          <p:nvPr>
            <p:ph type="title" hasCustomPrompt="1"/>
          </p:nvPr>
        </p:nvSpPr>
        <p:spPr>
          <a:xfrm>
            <a:off x="660399" y="575871"/>
            <a:ext cx="10868025" cy="767154"/>
          </a:xfrm>
        </p:spPr>
        <p:txBody>
          <a:bodyPr/>
          <a:lstStyle>
            <a:lvl1pPr>
              <a:lnSpc>
                <a:spcPct val="100000"/>
              </a:lnSpc>
              <a:defRPr sz="2400" cap="all" baseline="0"/>
            </a:lvl1pPr>
          </a:lstStyle>
          <a:p>
            <a:r>
              <a:rPr lang="en-US" dirty="0"/>
              <a:t>SELECT TO ADD TITLE IN SUBTITLE FORMATTING (UPPERCASE)</a:t>
            </a:r>
          </a:p>
        </p:txBody>
      </p:sp>
    </p:spTree>
    <p:extLst>
      <p:ext uri="{BB962C8B-B14F-4D97-AF65-F5344CB8AC3E}">
        <p14:creationId xmlns:p14="http://schemas.microsoft.com/office/powerpoint/2010/main" val="12083230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ubtitle and Picture (Righ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086FC0A-FDEA-4309-9EC1-75447C63FBF8}"/>
              </a:ext>
            </a:extLst>
          </p:cNvPr>
          <p:cNvSpPr>
            <a:spLocks noGrp="1"/>
          </p:cNvSpPr>
          <p:nvPr>
            <p:ph type="pic" sz="quarter" idx="12" hasCustomPrompt="1"/>
          </p:nvPr>
        </p:nvSpPr>
        <p:spPr>
          <a:xfrm>
            <a:off x="4891088" y="647700"/>
            <a:ext cx="7300912" cy="5562600"/>
          </a:xfrm>
          <a:solidFill>
            <a:srgbClr val="C3D1DD"/>
          </a:solidFill>
        </p:spPr>
        <p:txBody>
          <a:bodyPr tIns="1645920"/>
          <a:lstStyle>
            <a:lvl1pPr algn="ctr">
              <a:buNone/>
              <a:defRPr/>
            </a:lvl1pPr>
          </a:lstStyle>
          <a:p>
            <a:r>
              <a:rPr lang="en-US" dirty="0"/>
              <a:t>Select icon below to insert image</a:t>
            </a:r>
          </a:p>
        </p:txBody>
      </p:sp>
      <p:sp>
        <p:nvSpPr>
          <p:cNvPr id="9" name="Text Placeholder 8">
            <a:extLst>
              <a:ext uri="{FF2B5EF4-FFF2-40B4-BE49-F238E27FC236}">
                <a16:creationId xmlns:a16="http://schemas.microsoft.com/office/drawing/2014/main" id="{B6A0A59F-F384-4348-B0FC-65530231C59A}"/>
              </a:ext>
            </a:extLst>
          </p:cNvPr>
          <p:cNvSpPr>
            <a:spLocks noGrp="1"/>
          </p:cNvSpPr>
          <p:nvPr>
            <p:ph type="body" sz="quarter" idx="11" hasCustomPrompt="1"/>
          </p:nvPr>
        </p:nvSpPr>
        <p:spPr>
          <a:xfrm>
            <a:off x="660402" y="2285324"/>
            <a:ext cx="3627436" cy="3924976"/>
          </a:xfrm>
        </p:spPr>
        <p:txBody>
          <a:bodyPr/>
          <a:lstStyle>
            <a:lvl1pPr>
              <a:defRPr/>
            </a:lvl1pPr>
            <a:lvl5pPr>
              <a:defRPr/>
            </a:lvl5pPr>
            <a:lvl6pPr>
              <a:defRPr/>
            </a:lvl6pPr>
            <a:lvl7pPr>
              <a:defRPr/>
            </a:lvl7pPr>
          </a:lstStyle>
          <a:p>
            <a:pPr lvl="0"/>
            <a:r>
              <a:rPr lang="en-US"/>
              <a:t>Select to add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Title 1">
            <a:extLst>
              <a:ext uri="{FF2B5EF4-FFF2-40B4-BE49-F238E27FC236}">
                <a16:creationId xmlns:a16="http://schemas.microsoft.com/office/drawing/2014/main" id="{35430BAA-B393-496A-A5C5-58700E52AE7C}"/>
              </a:ext>
            </a:extLst>
          </p:cNvPr>
          <p:cNvSpPr>
            <a:spLocks noGrp="1"/>
          </p:cNvSpPr>
          <p:nvPr>
            <p:ph type="title" hasCustomPrompt="1"/>
          </p:nvPr>
        </p:nvSpPr>
        <p:spPr>
          <a:xfrm>
            <a:off x="660401" y="582627"/>
            <a:ext cx="3627437" cy="1108061"/>
          </a:xfrm>
        </p:spPr>
        <p:txBody>
          <a:bodyPr/>
          <a:lstStyle>
            <a:lvl1pPr>
              <a:defRPr/>
            </a:lvl1pPr>
          </a:lstStyle>
          <a:p>
            <a:r>
              <a:rPr lang="en-US"/>
              <a:t>Slide title</a:t>
            </a:r>
          </a:p>
        </p:txBody>
      </p:sp>
      <p:sp>
        <p:nvSpPr>
          <p:cNvPr id="7" name="Text Placeholder 6">
            <a:extLst>
              <a:ext uri="{FF2B5EF4-FFF2-40B4-BE49-F238E27FC236}">
                <a16:creationId xmlns:a16="http://schemas.microsoft.com/office/drawing/2014/main" id="{AF322D3D-3DCC-4681-BB5D-31D8675FAA5A}"/>
              </a:ext>
            </a:extLst>
          </p:cNvPr>
          <p:cNvSpPr>
            <a:spLocks noGrp="1"/>
          </p:cNvSpPr>
          <p:nvPr>
            <p:ph type="body" sz="quarter" idx="10" hasCustomPrompt="1"/>
          </p:nvPr>
        </p:nvSpPr>
        <p:spPr>
          <a:xfrm>
            <a:off x="660401" y="1616631"/>
            <a:ext cx="3627437" cy="583162"/>
          </a:xfrm>
        </p:spPr>
        <p:txBody>
          <a:bodyPr/>
          <a:lstStyle>
            <a:lvl1pPr marL="0" indent="0">
              <a:buNone/>
              <a:defRPr sz="2400" b="1" cap="all" baseline="0"/>
            </a:lvl1pPr>
            <a:lvl2pPr marL="0" indent="0">
              <a:buNone/>
              <a:defRPr sz="2000" b="1"/>
            </a:lvl2pPr>
            <a:lvl3pPr marL="0" indent="0">
              <a:buNone/>
              <a:defRPr sz="2000" b="1"/>
            </a:lvl3pPr>
            <a:lvl4pPr marL="0" indent="0">
              <a:buNone/>
              <a:defRPr sz="2000" b="1"/>
            </a:lvl4pPr>
            <a:lvl5pPr marL="0" indent="0">
              <a:buNone/>
              <a:defRPr sz="2000" b="1"/>
            </a:lvl5pPr>
            <a:lvl6pPr marL="0" indent="0">
              <a:buNone/>
              <a:defRPr sz="2000" b="1"/>
            </a:lvl6pPr>
            <a:lvl7pPr marL="0" indent="0">
              <a:buNone/>
              <a:defRPr sz="2000" b="1"/>
            </a:lvl7pPr>
            <a:lvl8pPr marL="0" indent="0">
              <a:buNone/>
              <a:defRPr sz="2000" b="1"/>
            </a:lvl8pPr>
            <a:lvl9pPr marL="0" indent="0">
              <a:buNone/>
              <a:defRPr sz="2000" b="1"/>
            </a:lvl9pPr>
          </a:lstStyle>
          <a:p>
            <a:pPr lvl="0"/>
            <a:r>
              <a:rPr lang="en-US"/>
              <a:t>SUBTITLE text</a:t>
            </a:r>
          </a:p>
        </p:txBody>
      </p:sp>
    </p:spTree>
    <p:extLst>
      <p:ext uri="{BB962C8B-B14F-4D97-AF65-F5344CB8AC3E}">
        <p14:creationId xmlns:p14="http://schemas.microsoft.com/office/powerpoint/2010/main" val="24986512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ictur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6CAA66F-78F9-4F06-AA15-0D3013330A95}"/>
              </a:ext>
            </a:extLst>
          </p:cNvPr>
          <p:cNvSpPr>
            <a:spLocks noGrp="1"/>
          </p:cNvSpPr>
          <p:nvPr>
            <p:ph type="pic" sz="quarter" idx="10" hasCustomPrompt="1"/>
          </p:nvPr>
        </p:nvSpPr>
        <p:spPr>
          <a:xfrm>
            <a:off x="0" y="0"/>
            <a:ext cx="12192000" cy="6210300"/>
          </a:xfrm>
          <a:solidFill>
            <a:srgbClr val="C3D1DD"/>
          </a:solidFill>
        </p:spPr>
        <p:txBody>
          <a:bodyPr tIns="2322576"/>
          <a:lstStyle>
            <a:lvl1pPr algn="ctr">
              <a:buNone/>
              <a:defRPr b="0"/>
            </a:lvl1pPr>
          </a:lstStyle>
          <a:p>
            <a:r>
              <a:rPr lang="en-US" dirty="0"/>
              <a:t>Select icon below to insert image</a:t>
            </a:r>
          </a:p>
        </p:txBody>
      </p:sp>
      <p:sp>
        <p:nvSpPr>
          <p:cNvPr id="10" name="Title 9">
            <a:extLst>
              <a:ext uri="{FF2B5EF4-FFF2-40B4-BE49-F238E27FC236}">
                <a16:creationId xmlns:a16="http://schemas.microsoft.com/office/drawing/2014/main" id="{927AC9B5-F7AF-494D-B962-9654FB57851A}"/>
              </a:ext>
            </a:extLst>
          </p:cNvPr>
          <p:cNvSpPr>
            <a:spLocks noGrp="1"/>
          </p:cNvSpPr>
          <p:nvPr>
            <p:ph type="title" hasCustomPrompt="1"/>
          </p:nvPr>
        </p:nvSpPr>
        <p:spPr>
          <a:xfrm>
            <a:off x="660400" y="3788085"/>
            <a:ext cx="8453438" cy="1835880"/>
          </a:xfrm>
        </p:spPr>
        <p:txBody>
          <a:bodyPr anchor="b" anchorCtr="0"/>
          <a:lstStyle>
            <a:lvl1pPr>
              <a:lnSpc>
                <a:spcPct val="100000"/>
              </a:lnSpc>
              <a:spcAft>
                <a:spcPts val="3300"/>
              </a:spcAft>
              <a:defRPr sz="4000" b="0">
                <a:solidFill>
                  <a:schemeClr val="bg1"/>
                </a:solidFill>
              </a:defRPr>
            </a:lvl1pPr>
          </a:lstStyle>
          <a:p>
            <a:r>
              <a:rPr lang="en-US" dirty="0"/>
              <a:t>Select to add descriptive text or quotation – maximum of five lines, adjust text box height as needed</a:t>
            </a:r>
          </a:p>
        </p:txBody>
      </p:sp>
    </p:spTree>
    <p:extLst>
      <p:ext uri="{BB962C8B-B14F-4D97-AF65-F5344CB8AC3E}">
        <p14:creationId xmlns:p14="http://schemas.microsoft.com/office/powerpoint/2010/main" val="537314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and Caption Abov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DF0C94E-9566-6923-685A-B42B9B51E5CA}"/>
              </a:ext>
            </a:extLst>
          </p:cNvPr>
          <p:cNvSpPr>
            <a:spLocks noGrp="1"/>
          </p:cNvSpPr>
          <p:nvPr>
            <p:ph type="pic" sz="quarter" idx="10" hasCustomPrompt="1"/>
          </p:nvPr>
        </p:nvSpPr>
        <p:spPr>
          <a:xfrm>
            <a:off x="0" y="1690688"/>
            <a:ext cx="12192000" cy="5167312"/>
          </a:xfrm>
          <a:solidFill>
            <a:srgbClr val="C3D1DD"/>
          </a:solidFill>
        </p:spPr>
        <p:txBody>
          <a:bodyPr tIns="1645920" anchor="t" anchorCtr="0"/>
          <a:lstStyle>
            <a:lvl1pPr marL="0" indent="0" algn="ctr">
              <a:spcAft>
                <a:spcPts val="0"/>
              </a:spcAft>
              <a:buNone/>
              <a:defRPr/>
            </a:lvl1pPr>
          </a:lstStyle>
          <a:p>
            <a:r>
              <a:rPr lang="en-US" dirty="0"/>
              <a:t>Select icon below to insert image</a:t>
            </a:r>
          </a:p>
        </p:txBody>
      </p:sp>
      <p:sp>
        <p:nvSpPr>
          <p:cNvPr id="2" name="Title 1">
            <a:extLst>
              <a:ext uri="{FF2B5EF4-FFF2-40B4-BE49-F238E27FC236}">
                <a16:creationId xmlns:a16="http://schemas.microsoft.com/office/drawing/2014/main" id="{4F10A98B-DABC-AF57-92BE-EABF2E64BD5F}"/>
              </a:ext>
            </a:extLst>
          </p:cNvPr>
          <p:cNvSpPr>
            <a:spLocks noGrp="1"/>
          </p:cNvSpPr>
          <p:nvPr>
            <p:ph type="title" hasCustomPrompt="1"/>
          </p:nvPr>
        </p:nvSpPr>
        <p:spPr>
          <a:xfrm>
            <a:off x="660400" y="550258"/>
            <a:ext cx="10868024" cy="954861"/>
          </a:xfrm>
        </p:spPr>
        <p:txBody>
          <a:bodyPr/>
          <a:lstStyle>
            <a:lvl1pPr>
              <a:lnSpc>
                <a:spcPct val="110000"/>
              </a:lnSpc>
              <a:spcAft>
                <a:spcPts val="2000"/>
              </a:spcAft>
              <a:defRPr sz="2800" b="0">
                <a:latin typeface="+mn-lt"/>
              </a:defRPr>
            </a:lvl1pPr>
          </a:lstStyle>
          <a:p>
            <a:r>
              <a:rPr lang="en-US" dirty="0"/>
              <a:t>Select to add title or descriptive text</a:t>
            </a:r>
          </a:p>
        </p:txBody>
      </p:sp>
    </p:spTree>
    <p:extLst>
      <p:ext uri="{BB962C8B-B14F-4D97-AF65-F5344CB8AC3E}">
        <p14:creationId xmlns:p14="http://schemas.microsoft.com/office/powerpoint/2010/main" val="29633205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E916AA-75A7-4AA9-9C0F-B1572E1BB83F}"/>
              </a:ext>
            </a:extLst>
          </p:cNvPr>
          <p:cNvSpPr>
            <a:spLocks noGrp="1"/>
          </p:cNvSpPr>
          <p:nvPr>
            <p:ph type="pic" sz="quarter" idx="10" hasCustomPrompt="1"/>
          </p:nvPr>
        </p:nvSpPr>
        <p:spPr>
          <a:xfrm>
            <a:off x="0" y="0"/>
            <a:ext cx="12192000" cy="6858000"/>
          </a:xfrm>
          <a:solidFill>
            <a:srgbClr val="C3D1DD"/>
          </a:solidFill>
        </p:spPr>
        <p:txBody>
          <a:bodyPr tIns="2322576" anchor="t" anchorCtr="1"/>
          <a:lstStyle>
            <a:lvl1pPr marL="0" indent="0" algn="ctr">
              <a:buNone/>
              <a:defRPr/>
            </a:lvl1pPr>
          </a:lstStyle>
          <a:p>
            <a:r>
              <a:rPr lang="en-US" dirty="0"/>
              <a:t>Select icon below to insert image</a:t>
            </a:r>
          </a:p>
        </p:txBody>
      </p:sp>
    </p:spTree>
    <p:extLst>
      <p:ext uri="{BB962C8B-B14F-4D97-AF65-F5344CB8AC3E}">
        <p14:creationId xmlns:p14="http://schemas.microsoft.com/office/powerpoint/2010/main" val="32216981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BA3936-69AC-462C-AC2E-7240315A052D}"/>
              </a:ext>
            </a:extLst>
          </p:cNvPr>
          <p:cNvSpPr>
            <a:spLocks/>
          </p:cNvSpPr>
          <p:nvPr/>
        </p:nvSpPr>
        <p:spPr>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D071760-CD71-42CB-94E0-29540E006BBE}"/>
              </a:ext>
            </a:extLst>
          </p:cNvPr>
          <p:cNvSpPr>
            <a:spLocks noGrp="1"/>
          </p:cNvSpPr>
          <p:nvPr>
            <p:ph idx="1" hasCustomPrompt="1"/>
          </p:nvPr>
        </p:nvSpPr>
        <p:spPr>
          <a:xfrm>
            <a:off x="0" y="0"/>
            <a:ext cx="7305675" cy="3429000"/>
          </a:xfrm>
          <a:solidFill>
            <a:srgbClr val="C3D1DD"/>
          </a:solidFill>
        </p:spPr>
        <p:txBody>
          <a:bodyPr tIns="585216"/>
          <a:lstStyle>
            <a:lvl1pPr marL="0" indent="0" algn="ctr">
              <a:buFont typeface="Arial" panose="020B0604020202020204" pitchFamily="34" charset="0"/>
              <a:buChar char=" "/>
              <a:defRPr sz="2800"/>
            </a:lvl1pPr>
            <a:lvl2pPr>
              <a:defRPr sz="2800"/>
            </a:lvl2pPr>
            <a:lvl3pPr>
              <a:defRPr sz="2400"/>
            </a:lvl3pPr>
            <a:lvl4pPr>
              <a:defRPr sz="2400"/>
            </a:lvl4pPr>
            <a:lvl5pPr>
              <a:defRPr sz="2400"/>
            </a:lvl5pPr>
            <a:lvl6pPr>
              <a:defRPr sz="2000"/>
            </a:lvl6pPr>
            <a:lvl7pPr>
              <a:defRPr sz="2000"/>
            </a:lvl7pPr>
            <a:lvl8pPr>
              <a:defRPr sz="2000"/>
            </a:lvl8pPr>
            <a:lvl9pPr>
              <a:defRPr sz="2000"/>
            </a:lvl9pPr>
          </a:lstStyle>
          <a:p>
            <a:pPr lvl="0"/>
            <a:r>
              <a:rPr lang="en-US" dirty="0"/>
              <a:t>Select Pictures icon to insert image</a:t>
            </a:r>
          </a:p>
        </p:txBody>
      </p:sp>
      <p:sp>
        <p:nvSpPr>
          <p:cNvPr id="4" name="Text Placeholder 3">
            <a:extLst>
              <a:ext uri="{FF2B5EF4-FFF2-40B4-BE49-F238E27FC236}">
                <a16:creationId xmlns:a16="http://schemas.microsoft.com/office/drawing/2014/main" id="{2F4A2412-E989-45AE-B833-9BF3A2851962}"/>
              </a:ext>
            </a:extLst>
          </p:cNvPr>
          <p:cNvSpPr>
            <a:spLocks noGrp="1"/>
          </p:cNvSpPr>
          <p:nvPr>
            <p:ph type="body" sz="half" idx="2" hasCustomPrompt="1"/>
          </p:nvPr>
        </p:nvSpPr>
        <p:spPr>
          <a:xfrm>
            <a:off x="660400" y="4773990"/>
            <a:ext cx="5161903" cy="1436310"/>
          </a:xfrm>
        </p:spPr>
        <p:txBody>
          <a:bodyPr/>
          <a:lstStyle>
            <a:lvl1pPr marL="0" indent="0">
              <a:spcBef>
                <a:spcPts val="0"/>
              </a:spcBef>
              <a:spcAft>
                <a:spcPts val="2000"/>
              </a:spcAft>
              <a:buClr>
                <a:schemeClr val="tx1"/>
              </a:buClr>
              <a:buFont typeface="Wingdings" panose="05000000000000000000" pitchFamily="2" charset="2"/>
              <a:buNone/>
              <a:defRPr sz="2800" b="0">
                <a:solidFill>
                  <a:schemeClr val="dk1"/>
                </a:solidFill>
              </a:defRPr>
            </a:lvl1pPr>
            <a:lvl2pPr marL="0" indent="0">
              <a:spcBef>
                <a:spcPts val="0"/>
              </a:spcBef>
              <a:spcAft>
                <a:spcPts val="1800"/>
              </a:spcAft>
              <a:buFont typeface="Arial" panose="020B0604020202020204" pitchFamily="34" charset="0"/>
              <a:buNone/>
              <a:defRPr sz="2400"/>
            </a:lvl2pPr>
            <a:lvl3pPr marL="0" indent="0">
              <a:spcBef>
                <a:spcPts val="0"/>
              </a:spcBef>
              <a:spcAft>
                <a:spcPts val="1800"/>
              </a:spcAft>
              <a:buFont typeface="Arial" panose="020B0604020202020204" pitchFamily="34" charset="0"/>
              <a:buNone/>
              <a:tabLst/>
              <a:defRPr sz="2400"/>
            </a:lvl3pPr>
            <a:lvl4pPr marL="0" indent="0">
              <a:spcAft>
                <a:spcPts val="1800"/>
              </a:spcAft>
              <a:buFont typeface="Arial" panose="020B0604020202020204" pitchFamily="34" charset="0"/>
              <a:buNone/>
              <a:tabLst/>
              <a:defRPr sz="2400"/>
            </a:lvl4pPr>
            <a:lvl5pPr marL="0" indent="0">
              <a:spcAft>
                <a:spcPts val="1800"/>
              </a:spcAft>
              <a:buFont typeface="Arial" panose="020B0604020202020204" pitchFamily="34" charset="0"/>
              <a:buNone/>
              <a:defRPr sz="2400"/>
            </a:lvl5pPr>
            <a:lvl6pPr marL="0" indent="0">
              <a:spcAft>
                <a:spcPts val="1800"/>
              </a:spcAft>
              <a:buFont typeface="Arial" panose="020B0604020202020204" pitchFamily="34" charset="0"/>
              <a:buNone/>
              <a:defRPr sz="2400"/>
            </a:lvl6pPr>
            <a:lvl7pPr marL="0" indent="0">
              <a:spcAft>
                <a:spcPts val="1800"/>
              </a:spcAft>
              <a:buFont typeface="Arial" panose="020B0604020202020204" pitchFamily="34" charset="0"/>
              <a:buNone/>
              <a:defRPr sz="2400"/>
            </a:lvl7pPr>
            <a:lvl8pPr marL="0" indent="0">
              <a:spcAft>
                <a:spcPts val="1800"/>
              </a:spcAft>
              <a:buFont typeface="Arial" panose="020B0604020202020204" pitchFamily="34" charset="0"/>
              <a:buNone/>
              <a:defRPr sz="2400"/>
            </a:lvl8pPr>
            <a:lvl9pPr marL="0" indent="0">
              <a:spcAft>
                <a:spcPts val="1800"/>
              </a:spcAft>
              <a:buFont typeface="Arial" panose="020B0604020202020204" pitchFamily="34" charset="0"/>
              <a:buNone/>
              <a:defRPr sz="2400"/>
            </a:lvl9pPr>
          </a:lstStyle>
          <a:p>
            <a:pPr lvl="0"/>
            <a:r>
              <a:rPr lang="en-US" dirty="0"/>
              <a:t>Select to </a:t>
            </a:r>
            <a:r>
              <a:rPr lang="en-US"/>
              <a:t>add description or subtitle (three lines maximum)</a:t>
            </a:r>
            <a:br>
              <a:rPr lang="en-US"/>
            </a:br>
            <a:endParaRPr lang="en-US" dirty="0"/>
          </a:p>
        </p:txBody>
      </p:sp>
      <p:sp>
        <p:nvSpPr>
          <p:cNvPr id="8" name="White_SEL_Confidential" hidden="1">
            <a:extLst>
              <a:ext uri="{FF2B5EF4-FFF2-40B4-BE49-F238E27FC236}">
                <a16:creationId xmlns:a16="http://schemas.microsoft.com/office/drawing/2014/main" id="{FB9A007B-BCFD-4B02-ACE3-6457E6C31DFA}"/>
              </a:ext>
            </a:extLst>
          </p:cNvPr>
          <p:cNvSpPr txBox="1">
            <a:spLocks/>
          </p:cNvSpPr>
          <p:nvPr/>
        </p:nvSpPr>
        <p:spPr>
          <a:xfrm>
            <a:off x="10698611" y="643097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cs typeface="Arial" panose="020B0604020202020204" pitchFamily="34" charset="0"/>
              </a:rPr>
              <a:t>SEL CONFIDENTIAL </a:t>
            </a:r>
            <a:endParaRPr kumimoji="0" lang="en-US" sz="900" b="0" i="0" u="none" strike="noStrike" kern="0" cap="none" spc="0" normalizeH="0" baseline="0" noProof="0" dirty="0">
              <a:ln>
                <a:noFill/>
              </a:ln>
              <a:solidFill>
                <a:schemeClr val="bg1"/>
              </a:solidFill>
              <a:effectLst/>
              <a:uLnTx/>
              <a:uFillTx/>
            </a:endParaRPr>
          </a:p>
        </p:txBody>
      </p:sp>
      <p:sp>
        <p:nvSpPr>
          <p:cNvPr id="2" name="Title 1">
            <a:extLst>
              <a:ext uri="{FF2B5EF4-FFF2-40B4-BE49-F238E27FC236}">
                <a16:creationId xmlns:a16="http://schemas.microsoft.com/office/drawing/2014/main" id="{BA66400D-82DF-4AD4-AF49-C367BEC1C663}"/>
              </a:ext>
            </a:extLst>
          </p:cNvPr>
          <p:cNvSpPr>
            <a:spLocks noGrp="1"/>
          </p:cNvSpPr>
          <p:nvPr>
            <p:ph type="title" hasCustomPrompt="1"/>
          </p:nvPr>
        </p:nvSpPr>
        <p:spPr>
          <a:xfrm>
            <a:off x="660400" y="3771899"/>
            <a:ext cx="5161902" cy="703263"/>
          </a:xfrm>
        </p:spPr>
        <p:txBody>
          <a:bodyPr anchor="t" anchorCtr="0"/>
          <a:lstStyle>
            <a:lvl1pPr>
              <a:defRPr sz="4000"/>
            </a:lvl1pPr>
          </a:lstStyle>
          <a:p>
            <a:r>
              <a:rPr lang="en-US" dirty="0"/>
              <a:t>Select to add title</a:t>
            </a:r>
          </a:p>
        </p:txBody>
      </p:sp>
    </p:spTree>
    <p:extLst>
      <p:ext uri="{BB962C8B-B14F-4D97-AF65-F5344CB8AC3E}">
        <p14:creationId xmlns:p14="http://schemas.microsoft.com/office/powerpoint/2010/main" val="6949658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___">
    <p:bg bwMode="gray">
      <p:bgPr>
        <a:solidFill>
          <a:schemeClr val="tx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498B20-0183-5177-AA8D-688E4AEA67B2}"/>
              </a:ext>
            </a:extLst>
          </p:cNvPr>
          <p:cNvSpPr txBox="1">
            <a:spLocks/>
          </p:cNvSpPr>
          <p:nvPr/>
        </p:nvSpPr>
        <p:spPr bwMode="white">
          <a:xfrm>
            <a:off x="457200" y="728261"/>
            <a:ext cx="11277600" cy="5401479"/>
          </a:xfrm>
          <a:prstGeom prst="rect">
            <a:avLst/>
          </a:prstGeom>
          <a:noFill/>
        </p:spPr>
        <p:txBody>
          <a:bodyPr wrap="square" rtlCol="0">
            <a:spAutoFit/>
          </a:bodyPr>
          <a:lstStyle/>
          <a:p>
            <a:pPr algn="ctr"/>
            <a:r>
              <a:rPr lang="en-US" sz="11500" b="1" dirty="0">
                <a:solidFill>
                  <a:schemeClr val="bg1"/>
                </a:solidFill>
              </a:rPr>
              <a:t>TITLE SLIDE AND SECTION LAYOUTS</a:t>
            </a:r>
          </a:p>
        </p:txBody>
      </p:sp>
    </p:spTree>
    <p:extLst>
      <p:ext uri="{BB962C8B-B14F-4D97-AF65-F5344CB8AC3E}">
        <p14:creationId xmlns:p14="http://schemas.microsoft.com/office/powerpoint/2010/main" val="30627207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mall Date Co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EEAA7A6-AE19-7F72-1832-731507E71CE4}"/>
              </a:ext>
            </a:extLst>
          </p:cNvPr>
          <p:cNvSpPr>
            <a:spLocks/>
          </p:cNvSpPr>
          <p:nvPr/>
        </p:nvSpPr>
        <p:spPr bwMode="ltGray">
          <a:xfrm>
            <a:off x="0" y="-1"/>
            <a:ext cx="12192000" cy="5162551"/>
          </a:xfrm>
          <a:prstGeom prst="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noFill/>
            </a:endParaRPr>
          </a:p>
        </p:txBody>
      </p:sp>
      <p:sp>
        <p:nvSpPr>
          <p:cNvPr id="13" name="Text Placeholder 12">
            <a:extLst>
              <a:ext uri="{FF2B5EF4-FFF2-40B4-BE49-F238E27FC236}">
                <a16:creationId xmlns:a16="http://schemas.microsoft.com/office/drawing/2014/main" id="{3E7506BD-CB5A-9348-D58E-05BC1E2A6C15}"/>
              </a:ext>
            </a:extLst>
          </p:cNvPr>
          <p:cNvSpPr>
            <a:spLocks noGrp="1"/>
          </p:cNvSpPr>
          <p:nvPr>
            <p:ph type="body" sz="quarter" idx="11" hasCustomPrompt="1"/>
          </p:nvPr>
        </p:nvSpPr>
        <p:spPr>
          <a:xfrm>
            <a:off x="660401" y="6185174"/>
            <a:ext cx="1816100" cy="305993"/>
          </a:xfrm>
        </p:spPr>
        <p:txBody>
          <a:bodyPr/>
          <a:lstStyle>
            <a:lvl1pPr marL="0" indent="0">
              <a:lnSpc>
                <a:spcPct val="100000"/>
              </a:lnSpc>
              <a:spcAft>
                <a:spcPts val="0"/>
              </a:spcAft>
              <a:buNone/>
              <a:defRPr sz="1800"/>
            </a:lvl1pPr>
            <a:lvl2pPr marL="0" indent="0">
              <a:lnSpc>
                <a:spcPct val="100000"/>
              </a:lnSpc>
              <a:spcAft>
                <a:spcPts val="0"/>
              </a:spcAft>
              <a:buNone/>
              <a:defRPr sz="1800"/>
            </a:lvl2pPr>
            <a:lvl3pPr marL="0" indent="0">
              <a:lnSpc>
                <a:spcPct val="100000"/>
              </a:lnSpc>
              <a:spcAft>
                <a:spcPts val="0"/>
              </a:spcAft>
              <a:buNone/>
              <a:defRPr sz="1800"/>
            </a:lvl3pPr>
            <a:lvl4pPr marL="0" indent="0">
              <a:lnSpc>
                <a:spcPct val="100000"/>
              </a:lnSpc>
              <a:spcAft>
                <a:spcPts val="0"/>
              </a:spcAft>
              <a:buNone/>
              <a:defRPr sz="1800"/>
            </a:lvl4pPr>
            <a:lvl5pPr marL="0" indent="0">
              <a:lnSpc>
                <a:spcPct val="100000"/>
              </a:lnSpc>
              <a:spcAft>
                <a:spcPts val="0"/>
              </a:spcAft>
              <a:buNone/>
              <a:defRPr sz="1800"/>
            </a:lvl5pPr>
            <a:lvl6pPr marL="0" indent="0">
              <a:lnSpc>
                <a:spcPct val="100000"/>
              </a:lnSpc>
              <a:spcAft>
                <a:spcPts val="0"/>
              </a:spcAft>
              <a:buNone/>
              <a:defRPr sz="1800"/>
            </a:lvl6pPr>
            <a:lvl7pPr marL="0" indent="0">
              <a:lnSpc>
                <a:spcPct val="100000"/>
              </a:lnSpc>
              <a:spcAft>
                <a:spcPts val="0"/>
              </a:spcAft>
              <a:buNone/>
              <a:defRPr sz="1800"/>
            </a:lvl7pPr>
            <a:lvl8pPr marL="0" indent="0">
              <a:lnSpc>
                <a:spcPct val="100000"/>
              </a:lnSpc>
              <a:spcAft>
                <a:spcPts val="0"/>
              </a:spcAft>
              <a:buNone/>
              <a:defRPr sz="1800"/>
            </a:lvl8pPr>
            <a:lvl9pPr marL="0" indent="0">
              <a:lnSpc>
                <a:spcPct val="100000"/>
              </a:lnSpc>
              <a:spcAft>
                <a:spcPts val="0"/>
              </a:spcAft>
              <a:buNone/>
              <a:defRPr sz="1800"/>
            </a:lvl9pPr>
          </a:lstStyle>
          <a:p>
            <a:pPr lvl="0"/>
            <a:r>
              <a:rPr lang="en-US" dirty="0"/>
              <a:t>Date code</a:t>
            </a:r>
          </a:p>
        </p:txBody>
      </p:sp>
      <p:sp>
        <p:nvSpPr>
          <p:cNvPr id="2" name="Title 1">
            <a:extLst>
              <a:ext uri="{FF2B5EF4-FFF2-40B4-BE49-F238E27FC236}">
                <a16:creationId xmlns:a16="http://schemas.microsoft.com/office/drawing/2014/main" id="{70AD7AAD-BB51-DBB5-5CA4-EC6A6C085FF2}"/>
              </a:ext>
            </a:extLst>
          </p:cNvPr>
          <p:cNvSpPr>
            <a:spLocks noGrp="1"/>
          </p:cNvSpPr>
          <p:nvPr>
            <p:ph type="title" hasCustomPrompt="1"/>
          </p:nvPr>
        </p:nvSpPr>
        <p:spPr>
          <a:xfrm>
            <a:off x="660399" y="647700"/>
            <a:ext cx="10868025" cy="2912796"/>
          </a:xfrm>
        </p:spPr>
        <p:txBody>
          <a:bodyPr vert="horz" lIns="0" tIns="0" rIns="0" bIns="0" rtlCol="0" anchor="b" anchorCtr="0">
            <a:noAutofit/>
          </a:bodyPr>
          <a:lstStyle>
            <a:lvl1pPr>
              <a:defRPr lang="en-US" sz="4400" dirty="0">
                <a:solidFill>
                  <a:schemeClr val="bg1"/>
                </a:solidFill>
              </a:defRPr>
            </a:lvl1pPr>
          </a:lstStyle>
          <a:p>
            <a:pPr lvl="0"/>
            <a:r>
              <a:rPr lang="en-US" dirty="0"/>
              <a:t>Select to add presentation title</a:t>
            </a:r>
          </a:p>
        </p:txBody>
      </p:sp>
      <p:sp>
        <p:nvSpPr>
          <p:cNvPr id="7" name="SEL_Copyright">
            <a:extLst>
              <a:ext uri="{FF2B5EF4-FFF2-40B4-BE49-F238E27FC236}">
                <a16:creationId xmlns:a16="http://schemas.microsoft.com/office/drawing/2014/main" id="{43037E93-CFF2-DF45-157B-AE24DFC706A1}"/>
              </a:ext>
            </a:extLst>
          </p:cNvPr>
          <p:cNvSpPr txBox="1">
            <a:spLocks/>
          </p:cNvSpPr>
          <p:nvPr/>
        </p:nvSpPr>
        <p:spPr>
          <a:xfrm>
            <a:off x="10698611" y="628168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rPr>
              <a:t>© </a:t>
            </a:r>
            <a:fld id="{D15F6786-B767-47FD-B80E-44E0BCF4AD80}" type="datetimeyyyy">
              <a:rPr kumimoji="0" lang="en-US" sz="900" b="0" i="0" u="none" strike="noStrike" kern="0" cap="none" spc="0" normalizeH="0" baseline="0" noProof="0" smtClean="0">
                <a:ln>
                  <a:noFill/>
                </a:ln>
                <a:solidFill>
                  <a:schemeClr val="tx1"/>
                </a:solidFill>
                <a:effectLst/>
                <a:uLnTx/>
                <a:uFillTx/>
              </a:rPr>
              <a:t>2025</a:t>
            </a:fld>
            <a:r>
              <a:rPr kumimoji="0" lang="en-US" sz="900" b="0" i="0" u="none" strike="noStrike" kern="0" cap="none" spc="0" normalizeH="0" baseline="0" noProof="0" dirty="0">
                <a:ln>
                  <a:noFill/>
                </a:ln>
                <a:solidFill>
                  <a:schemeClr val="tx1"/>
                </a:solidFill>
                <a:effectLst/>
                <a:uLnTx/>
                <a:uFillTx/>
              </a:rPr>
              <a:t> SEL</a:t>
            </a:r>
          </a:p>
        </p:txBody>
      </p:sp>
      <p:sp>
        <p:nvSpPr>
          <p:cNvPr id="9" name="Text Placeholder 8">
            <a:extLst>
              <a:ext uri="{FF2B5EF4-FFF2-40B4-BE49-F238E27FC236}">
                <a16:creationId xmlns:a16="http://schemas.microsoft.com/office/drawing/2014/main" id="{A67CD2D9-695A-6617-0D7E-5B3A79306C26}"/>
              </a:ext>
            </a:extLst>
          </p:cNvPr>
          <p:cNvSpPr>
            <a:spLocks noGrp="1"/>
          </p:cNvSpPr>
          <p:nvPr>
            <p:ph type="body" sz="quarter" idx="10" hasCustomPrompt="1"/>
          </p:nvPr>
        </p:nvSpPr>
        <p:spPr>
          <a:xfrm>
            <a:off x="660399" y="5661816"/>
            <a:ext cx="10868025" cy="548484"/>
          </a:xfrm>
        </p:spPr>
        <p:txBody>
          <a:bodyPr/>
          <a:lstStyle>
            <a:lvl1pPr marL="0" indent="0">
              <a:lnSpc>
                <a:spcPct val="100000"/>
              </a:lnSpc>
              <a:spcAft>
                <a:spcPts val="0"/>
              </a:spcAft>
              <a:buNone/>
              <a:defRPr sz="2800"/>
            </a:lvl1pPr>
            <a:lvl2pPr marL="339725" indent="-339725">
              <a:buNone/>
              <a:defRPr sz="2800"/>
            </a:lvl2pPr>
            <a:lvl3pPr marL="339725" indent="-339725">
              <a:buNone/>
              <a:defRPr sz="2800"/>
            </a:lvl3pPr>
            <a:lvl4pPr marL="339725" indent="-339725">
              <a:buNone/>
              <a:defRPr sz="2800"/>
            </a:lvl4pPr>
            <a:lvl5pPr marL="339725" indent="-339725">
              <a:buNone/>
              <a:defRPr sz="2800"/>
            </a:lvl5pPr>
            <a:lvl6pPr marL="339725" indent="-339725">
              <a:buNone/>
              <a:defRPr sz="2800"/>
            </a:lvl6pPr>
            <a:lvl7pPr marL="339725" indent="-339725">
              <a:buNone/>
              <a:defRPr sz="2800"/>
            </a:lvl7pPr>
            <a:lvl8pPr marL="339725" indent="-339725">
              <a:buNone/>
              <a:defRPr sz="2800"/>
            </a:lvl8pPr>
            <a:lvl9pPr marL="339725" indent="-339725">
              <a:buNone/>
              <a:defRPr sz="2800"/>
            </a:lvl9pPr>
          </a:lstStyle>
          <a:p>
            <a:pPr lvl="0"/>
            <a:r>
              <a:rPr lang="en-US" dirty="0"/>
              <a:t>Presenter name, presenter title</a:t>
            </a:r>
          </a:p>
        </p:txBody>
      </p:sp>
    </p:spTree>
    <p:extLst>
      <p:ext uri="{BB962C8B-B14F-4D97-AF65-F5344CB8AC3E}">
        <p14:creationId xmlns:p14="http://schemas.microsoft.com/office/powerpoint/2010/main" val="29496428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 (Multiple A)">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3649329-EB89-4730-A92B-D9947758B920}"/>
              </a:ext>
            </a:extLst>
          </p:cNvPr>
          <p:cNvSpPr>
            <a:spLocks/>
          </p:cNvSpPr>
          <p:nvPr/>
        </p:nvSpPr>
        <p:spPr bwMode="ltGray">
          <a:xfrm>
            <a:off x="0" y="-1"/>
            <a:ext cx="12192000" cy="4475163"/>
          </a:xfrm>
          <a:prstGeom prst="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noFill/>
            </a:endParaRPr>
          </a:p>
        </p:txBody>
      </p:sp>
      <p:sp>
        <p:nvSpPr>
          <p:cNvPr id="4" name="Text Placeholder 3">
            <a:extLst>
              <a:ext uri="{FF2B5EF4-FFF2-40B4-BE49-F238E27FC236}">
                <a16:creationId xmlns:a16="http://schemas.microsoft.com/office/drawing/2014/main" id="{D0F4C932-6AC1-E202-36CB-B51642C19B1A}"/>
              </a:ext>
            </a:extLst>
          </p:cNvPr>
          <p:cNvSpPr>
            <a:spLocks noGrp="1"/>
          </p:cNvSpPr>
          <p:nvPr>
            <p:ph type="body" sz="quarter" idx="12" hasCustomPrompt="1"/>
          </p:nvPr>
        </p:nvSpPr>
        <p:spPr>
          <a:xfrm>
            <a:off x="660401" y="6185174"/>
            <a:ext cx="2416174" cy="305993"/>
          </a:xfrm>
        </p:spPr>
        <p:txBody>
          <a:bodyPr/>
          <a:lstStyle>
            <a:lvl1pPr marL="0">
              <a:lnSpc>
                <a:spcPct val="100000"/>
              </a:lnSpc>
              <a:spcAft>
                <a:spcPts val="0"/>
              </a:spcAft>
              <a:buNone/>
              <a:defRPr sz="1800"/>
            </a:lvl1pPr>
            <a:lvl2pPr marL="0">
              <a:lnSpc>
                <a:spcPct val="100000"/>
              </a:lnSpc>
              <a:spcAft>
                <a:spcPts val="0"/>
              </a:spcAft>
              <a:buNone/>
              <a:defRPr sz="1800"/>
            </a:lvl2pPr>
            <a:lvl3pPr marL="0">
              <a:lnSpc>
                <a:spcPct val="100000"/>
              </a:lnSpc>
              <a:spcAft>
                <a:spcPts val="0"/>
              </a:spcAft>
              <a:buNone/>
              <a:defRPr sz="1800"/>
            </a:lvl3pPr>
            <a:lvl4pPr marL="0">
              <a:lnSpc>
                <a:spcPct val="100000"/>
              </a:lnSpc>
              <a:spcAft>
                <a:spcPts val="0"/>
              </a:spcAft>
              <a:buNone/>
              <a:defRPr sz="1800"/>
            </a:lvl4pPr>
            <a:lvl5pPr marL="0">
              <a:lnSpc>
                <a:spcPct val="100000"/>
              </a:lnSpc>
              <a:spcAft>
                <a:spcPts val="0"/>
              </a:spcAft>
              <a:buNone/>
              <a:defRPr sz="1800"/>
            </a:lvl5pPr>
            <a:lvl6pPr marL="0">
              <a:lnSpc>
                <a:spcPct val="100000"/>
              </a:lnSpc>
              <a:spcAft>
                <a:spcPts val="0"/>
              </a:spcAft>
              <a:buNone/>
              <a:defRPr sz="1800"/>
            </a:lvl6pPr>
            <a:lvl7pPr marL="0">
              <a:lnSpc>
                <a:spcPct val="100000"/>
              </a:lnSpc>
              <a:spcAft>
                <a:spcPts val="0"/>
              </a:spcAft>
              <a:buNone/>
              <a:defRPr sz="1800"/>
            </a:lvl7pPr>
            <a:lvl8pPr marL="0">
              <a:lnSpc>
                <a:spcPct val="100000"/>
              </a:lnSpc>
              <a:spcAft>
                <a:spcPts val="0"/>
              </a:spcAft>
              <a:buNone/>
              <a:defRPr sz="1800"/>
            </a:lvl8pPr>
            <a:lvl9pPr marL="0">
              <a:lnSpc>
                <a:spcPct val="100000"/>
              </a:lnSpc>
              <a:spcAft>
                <a:spcPts val="0"/>
              </a:spcAft>
              <a:buNone/>
              <a:defRPr sz="1800"/>
            </a:lvl9pPr>
          </a:lstStyle>
          <a:p>
            <a:pPr lvl="0"/>
            <a:r>
              <a:rPr lang="en-US" dirty="0"/>
              <a:t>Date code (if needed)</a:t>
            </a:r>
          </a:p>
        </p:txBody>
      </p:sp>
      <p:sp>
        <p:nvSpPr>
          <p:cNvPr id="12" name="Text Placeholder 11">
            <a:extLst>
              <a:ext uri="{FF2B5EF4-FFF2-40B4-BE49-F238E27FC236}">
                <a16:creationId xmlns:a16="http://schemas.microsoft.com/office/drawing/2014/main" id="{E20E4543-A14D-4D76-8759-EEC4588A4699}"/>
              </a:ext>
            </a:extLst>
          </p:cNvPr>
          <p:cNvSpPr>
            <a:spLocks noGrp="1"/>
          </p:cNvSpPr>
          <p:nvPr>
            <p:ph type="body" sz="quarter" idx="10" hasCustomPrompt="1"/>
          </p:nvPr>
        </p:nvSpPr>
        <p:spPr>
          <a:xfrm>
            <a:off x="660400" y="4986261"/>
            <a:ext cx="5114132" cy="1224039"/>
          </a:xfrm>
        </p:spPr>
        <p:txBody>
          <a:bodyPr/>
          <a:lstStyle>
            <a:lvl1pPr marL="0" indent="0">
              <a:lnSpc>
                <a:spcPct val="100000"/>
              </a:lnSpc>
              <a:spcAft>
                <a:spcPts val="1200"/>
              </a:spcAft>
              <a:buNone/>
              <a:defRPr sz="2800"/>
            </a:lvl1pPr>
            <a:lvl2pPr marL="0" indent="0">
              <a:lnSpc>
                <a:spcPct val="100000"/>
              </a:lnSpc>
              <a:buNone/>
              <a:defRPr sz="2000"/>
            </a:lvl2pPr>
            <a:lvl3pPr marL="0" indent="0">
              <a:lnSpc>
                <a:spcPct val="100000"/>
              </a:lnSpc>
              <a:buNone/>
              <a:defRPr sz="2000"/>
            </a:lvl3pPr>
            <a:lvl4pPr marL="0" indent="0">
              <a:lnSpc>
                <a:spcPct val="100000"/>
              </a:lnSpc>
              <a:buNone/>
              <a:defRPr sz="2000"/>
            </a:lvl4pPr>
            <a:lvl5pPr marL="0" indent="0">
              <a:lnSpc>
                <a:spcPct val="100000"/>
              </a:lnSpc>
              <a:buNone/>
              <a:defRPr sz="2000"/>
            </a:lvl5pPr>
            <a:lvl6pPr marL="0" indent="0">
              <a:lnSpc>
                <a:spcPct val="100000"/>
              </a:lnSpc>
              <a:buNone/>
              <a:defRPr sz="2000"/>
            </a:lvl6pPr>
            <a:lvl7pPr marL="0" indent="0">
              <a:lnSpc>
                <a:spcPct val="100000"/>
              </a:lnSpc>
              <a:buNone/>
              <a:defRPr sz="2000"/>
            </a:lvl7pPr>
            <a:lvl8pPr marL="0" indent="0">
              <a:lnSpc>
                <a:spcPct val="100000"/>
              </a:lnSpc>
              <a:buNone/>
              <a:defRPr sz="2000"/>
            </a:lvl8pPr>
            <a:lvl9pPr marL="0" indent="0">
              <a:lnSpc>
                <a:spcPct val="100000"/>
              </a:lnSpc>
              <a:buNone/>
              <a:defRPr sz="2000"/>
            </a:lvl9pPr>
          </a:lstStyle>
          <a:p>
            <a:pPr lvl="0"/>
            <a:r>
              <a:rPr lang="en-US" dirty="0"/>
              <a:t>Presenter name, presenter title (up to two)</a:t>
            </a:r>
          </a:p>
        </p:txBody>
      </p:sp>
      <p:sp>
        <p:nvSpPr>
          <p:cNvPr id="14" name="Text Placeholder 13">
            <a:extLst>
              <a:ext uri="{FF2B5EF4-FFF2-40B4-BE49-F238E27FC236}">
                <a16:creationId xmlns:a16="http://schemas.microsoft.com/office/drawing/2014/main" id="{C6D5CFD9-D90B-4DD1-A2FB-71D132C59EA1}"/>
              </a:ext>
            </a:extLst>
          </p:cNvPr>
          <p:cNvSpPr>
            <a:spLocks noGrp="1"/>
          </p:cNvSpPr>
          <p:nvPr>
            <p:ph type="body" sz="quarter" idx="11" hasCustomPrompt="1"/>
          </p:nvPr>
        </p:nvSpPr>
        <p:spPr>
          <a:xfrm>
            <a:off x="6256733" y="4986261"/>
            <a:ext cx="5271691" cy="1224039"/>
          </a:xfrm>
        </p:spPr>
        <p:txBody>
          <a:bodyPr vert="horz" lIns="0" tIns="0" rIns="0" bIns="0" rtlCol="0">
            <a:noAutofit/>
          </a:bodyPr>
          <a:lstStyle>
            <a:lvl1pPr marL="0" indent="0">
              <a:lnSpc>
                <a:spcPct val="100000"/>
              </a:lnSpc>
              <a:buNone/>
              <a:defRPr lang="en-US" dirty="0"/>
            </a:lvl1pPr>
            <a:lvl2pPr marL="0" indent="0">
              <a:lnSpc>
                <a:spcPct val="100000"/>
              </a:lnSpc>
              <a:buNone/>
              <a:defRPr sz="2000"/>
            </a:lvl2pPr>
            <a:lvl3pPr marL="0" indent="0">
              <a:lnSpc>
                <a:spcPct val="100000"/>
              </a:lnSpc>
              <a:buNone/>
              <a:defRPr sz="2000"/>
            </a:lvl3pPr>
            <a:lvl4pPr marL="0" indent="0">
              <a:lnSpc>
                <a:spcPct val="100000"/>
              </a:lnSpc>
              <a:buNone/>
              <a:defRPr sz="2000"/>
            </a:lvl4pPr>
            <a:lvl5pPr marL="0" indent="0">
              <a:lnSpc>
                <a:spcPct val="100000"/>
              </a:lnSpc>
              <a:buNone/>
              <a:defRPr sz="2000"/>
            </a:lvl5pPr>
            <a:lvl6pPr marL="0" indent="0">
              <a:lnSpc>
                <a:spcPct val="100000"/>
              </a:lnSpc>
              <a:buNone/>
              <a:defRPr sz="2000"/>
            </a:lvl6pPr>
            <a:lvl7pPr marL="0" indent="0">
              <a:lnSpc>
                <a:spcPct val="100000"/>
              </a:lnSpc>
              <a:buNone/>
              <a:defRPr sz="2000"/>
            </a:lvl7pPr>
            <a:lvl8pPr marL="0" indent="0">
              <a:lnSpc>
                <a:spcPct val="100000"/>
              </a:lnSpc>
              <a:buNone/>
              <a:defRPr sz="2000"/>
            </a:lvl8pPr>
            <a:lvl9pPr marL="0" indent="0">
              <a:lnSpc>
                <a:spcPct val="100000"/>
              </a:lnSpc>
              <a:buNone/>
              <a:defRPr sz="2000"/>
            </a:lvl9pPr>
          </a:lstStyle>
          <a:p>
            <a:pPr marL="0" lvl="0" indent="0">
              <a:lnSpc>
                <a:spcPct val="100000"/>
              </a:lnSpc>
              <a:spcAft>
                <a:spcPts val="1200"/>
              </a:spcAft>
              <a:buNone/>
            </a:pPr>
            <a:r>
              <a:rPr lang="en-US" dirty="0"/>
              <a:t>Presenter name, presenter title (up to two)</a:t>
            </a:r>
          </a:p>
        </p:txBody>
      </p:sp>
      <p:sp>
        <p:nvSpPr>
          <p:cNvPr id="15" name="SEL_Copyright">
            <a:extLst>
              <a:ext uri="{FF2B5EF4-FFF2-40B4-BE49-F238E27FC236}">
                <a16:creationId xmlns:a16="http://schemas.microsoft.com/office/drawing/2014/main" id="{3714D6EA-C738-4F9F-8739-0F5BEC169EDF}"/>
              </a:ext>
            </a:extLst>
          </p:cNvPr>
          <p:cNvSpPr txBox="1">
            <a:spLocks/>
          </p:cNvSpPr>
          <p:nvPr/>
        </p:nvSpPr>
        <p:spPr>
          <a:xfrm>
            <a:off x="10698611" y="628168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rPr>
              <a:t>© </a:t>
            </a:r>
            <a:fld id="{D15F6786-B767-47FD-B80E-44E0BCF4AD80}" type="datetimeyyyy">
              <a:rPr kumimoji="0" lang="en-US" sz="900" b="0" i="0" u="none" strike="noStrike" kern="0" cap="none" spc="0" normalizeH="0" baseline="0" noProof="0" smtClean="0">
                <a:ln>
                  <a:noFill/>
                </a:ln>
                <a:solidFill>
                  <a:schemeClr val="tx1"/>
                </a:solidFill>
                <a:effectLst/>
                <a:uLnTx/>
                <a:uFillTx/>
              </a:rPr>
              <a:t>2025</a:t>
            </a:fld>
            <a:r>
              <a:rPr kumimoji="0" lang="en-US" sz="900" b="0" i="0" u="none" strike="noStrike" kern="0" cap="none" spc="0" normalizeH="0" baseline="0" noProof="0" dirty="0">
                <a:ln>
                  <a:noFill/>
                </a:ln>
                <a:solidFill>
                  <a:schemeClr val="tx1"/>
                </a:solidFill>
                <a:effectLst/>
                <a:uLnTx/>
                <a:uFillTx/>
              </a:rPr>
              <a:t> SEL</a:t>
            </a:r>
          </a:p>
        </p:txBody>
      </p:sp>
      <p:pic>
        <p:nvPicPr>
          <p:cNvPr id="17" name="SEL_Monogram">
            <a:extLst>
              <a:ext uri="{FF2B5EF4-FFF2-40B4-BE49-F238E27FC236}">
                <a16:creationId xmlns:a16="http://schemas.microsoft.com/office/drawing/2014/main" id="{F41BBC4C-A80C-49FD-BDCA-7B660DB03C18}"/>
              </a:ext>
            </a:extLst>
          </p:cNvPr>
          <p:cNvPicPr>
            <a:picLocks noChangeAspect="1"/>
          </p:cNvPicPr>
          <p:nvPr/>
        </p:nvPicPr>
        <p:blipFill>
          <a:blip r:embed="rId2"/>
          <a:stretch>
            <a:fillRect/>
          </a:stretch>
        </p:blipFill>
        <p:spPr>
          <a:xfrm>
            <a:off x="660400" y="3253694"/>
            <a:ext cx="902286" cy="518205"/>
          </a:xfrm>
          <a:prstGeom prst="rect">
            <a:avLst/>
          </a:prstGeom>
        </p:spPr>
      </p:pic>
      <p:sp>
        <p:nvSpPr>
          <p:cNvPr id="2" name="Title 1">
            <a:extLst>
              <a:ext uri="{FF2B5EF4-FFF2-40B4-BE49-F238E27FC236}">
                <a16:creationId xmlns:a16="http://schemas.microsoft.com/office/drawing/2014/main" id="{06AA7CEA-2678-4494-847C-C67D70F2DCBF}"/>
              </a:ext>
            </a:extLst>
          </p:cNvPr>
          <p:cNvSpPr>
            <a:spLocks noGrp="1"/>
          </p:cNvSpPr>
          <p:nvPr>
            <p:ph type="title" hasCustomPrompt="1"/>
          </p:nvPr>
        </p:nvSpPr>
        <p:spPr>
          <a:xfrm>
            <a:off x="660400" y="647700"/>
            <a:ext cx="10871200" cy="2226130"/>
          </a:xfrm>
        </p:spPr>
        <p:txBody>
          <a:bodyPr anchor="b"/>
          <a:lstStyle>
            <a:lvl1pPr>
              <a:defRPr sz="4400">
                <a:solidFill>
                  <a:schemeClr val="bg1"/>
                </a:solidFill>
              </a:defRPr>
            </a:lvl1pPr>
          </a:lstStyle>
          <a:p>
            <a:r>
              <a:rPr lang="en-US" dirty="0"/>
              <a:t>Select to add presentation title</a:t>
            </a:r>
          </a:p>
        </p:txBody>
      </p:sp>
    </p:spTree>
    <p:extLst>
      <p:ext uri="{BB962C8B-B14F-4D97-AF65-F5344CB8AC3E}">
        <p14:creationId xmlns:p14="http://schemas.microsoft.com/office/powerpoint/2010/main" val="3407033369"/>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Multiple B)">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F20BEA9-6DBE-4A75-8225-92B1267986CD}"/>
              </a:ext>
            </a:extLst>
          </p:cNvPr>
          <p:cNvSpPr>
            <a:spLocks/>
          </p:cNvSpPr>
          <p:nvPr/>
        </p:nvSpPr>
        <p:spPr bwMode="ltGray">
          <a:xfrm>
            <a:off x="0" y="0"/>
            <a:ext cx="12192000" cy="3429000"/>
          </a:xfrm>
          <a:prstGeom prst="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noFill/>
            </a:endParaRPr>
          </a:p>
        </p:txBody>
      </p:sp>
      <p:sp>
        <p:nvSpPr>
          <p:cNvPr id="4" name="Text Placeholder 3">
            <a:extLst>
              <a:ext uri="{FF2B5EF4-FFF2-40B4-BE49-F238E27FC236}">
                <a16:creationId xmlns:a16="http://schemas.microsoft.com/office/drawing/2014/main" id="{06CE7514-68F8-B2AC-8D86-C0B23B2074C9}"/>
              </a:ext>
            </a:extLst>
          </p:cNvPr>
          <p:cNvSpPr>
            <a:spLocks noGrp="1"/>
          </p:cNvSpPr>
          <p:nvPr>
            <p:ph type="body" sz="quarter" idx="12" hasCustomPrompt="1"/>
          </p:nvPr>
        </p:nvSpPr>
        <p:spPr>
          <a:xfrm>
            <a:off x="660401" y="6185174"/>
            <a:ext cx="2416174" cy="305993"/>
          </a:xfrm>
        </p:spPr>
        <p:txBody>
          <a:bodyPr/>
          <a:lstStyle>
            <a:lvl1pPr marL="0" indent="0">
              <a:lnSpc>
                <a:spcPct val="100000"/>
              </a:lnSpc>
              <a:spcAft>
                <a:spcPts val="0"/>
              </a:spcAft>
              <a:buNone/>
              <a:defRPr sz="1800"/>
            </a:lvl1pPr>
            <a:lvl2pPr marL="0" indent="0">
              <a:lnSpc>
                <a:spcPct val="100000"/>
              </a:lnSpc>
              <a:spcAft>
                <a:spcPts val="0"/>
              </a:spcAft>
              <a:buNone/>
              <a:defRPr sz="1800"/>
            </a:lvl2pPr>
            <a:lvl3pPr marL="0" indent="0">
              <a:lnSpc>
                <a:spcPct val="100000"/>
              </a:lnSpc>
              <a:spcAft>
                <a:spcPts val="0"/>
              </a:spcAft>
              <a:buNone/>
              <a:defRPr sz="1800"/>
            </a:lvl3pPr>
            <a:lvl4pPr marL="0" indent="0">
              <a:lnSpc>
                <a:spcPct val="100000"/>
              </a:lnSpc>
              <a:spcAft>
                <a:spcPts val="0"/>
              </a:spcAft>
              <a:buNone/>
              <a:defRPr sz="1800"/>
            </a:lvl4pPr>
            <a:lvl5pPr marL="0" indent="0">
              <a:lnSpc>
                <a:spcPct val="100000"/>
              </a:lnSpc>
              <a:spcAft>
                <a:spcPts val="0"/>
              </a:spcAft>
              <a:buNone/>
              <a:defRPr sz="1800"/>
            </a:lvl5pPr>
            <a:lvl6pPr marL="0" indent="0">
              <a:lnSpc>
                <a:spcPct val="100000"/>
              </a:lnSpc>
              <a:spcAft>
                <a:spcPts val="0"/>
              </a:spcAft>
              <a:buNone/>
              <a:defRPr sz="1800"/>
            </a:lvl6pPr>
            <a:lvl7pPr marL="0" indent="0">
              <a:lnSpc>
                <a:spcPct val="100000"/>
              </a:lnSpc>
              <a:spcAft>
                <a:spcPts val="0"/>
              </a:spcAft>
              <a:buNone/>
              <a:defRPr sz="1800"/>
            </a:lvl7pPr>
            <a:lvl8pPr marL="0" indent="0">
              <a:lnSpc>
                <a:spcPct val="100000"/>
              </a:lnSpc>
              <a:spcAft>
                <a:spcPts val="0"/>
              </a:spcAft>
              <a:buNone/>
              <a:defRPr sz="1800"/>
            </a:lvl8pPr>
            <a:lvl9pPr marL="0" indent="0">
              <a:lnSpc>
                <a:spcPct val="100000"/>
              </a:lnSpc>
              <a:spcAft>
                <a:spcPts val="0"/>
              </a:spcAft>
              <a:buNone/>
              <a:defRPr sz="1800"/>
            </a:lvl9pPr>
          </a:lstStyle>
          <a:p>
            <a:pPr lvl="0"/>
            <a:r>
              <a:rPr lang="en-US" dirty="0"/>
              <a:t>Date code (if needed)</a:t>
            </a:r>
          </a:p>
        </p:txBody>
      </p:sp>
      <p:sp>
        <p:nvSpPr>
          <p:cNvPr id="27" name="Text Placeholder 26">
            <a:extLst>
              <a:ext uri="{FF2B5EF4-FFF2-40B4-BE49-F238E27FC236}">
                <a16:creationId xmlns:a16="http://schemas.microsoft.com/office/drawing/2014/main" id="{2E936B57-33E3-429B-9AE7-1E691A5B19FD}"/>
              </a:ext>
            </a:extLst>
          </p:cNvPr>
          <p:cNvSpPr>
            <a:spLocks noGrp="1"/>
          </p:cNvSpPr>
          <p:nvPr>
            <p:ph type="body" sz="quarter" idx="11" hasCustomPrompt="1"/>
          </p:nvPr>
        </p:nvSpPr>
        <p:spPr>
          <a:xfrm>
            <a:off x="6096000" y="4029834"/>
            <a:ext cx="5435600" cy="2180466"/>
          </a:xfrm>
        </p:spPr>
        <p:txBody>
          <a:bodyPr/>
          <a:lstStyle>
            <a:lvl1pPr marL="0" indent="0">
              <a:lnSpc>
                <a:spcPct val="100000"/>
              </a:lnSpc>
              <a:spcAft>
                <a:spcPts val="1200"/>
              </a:spcAft>
              <a:buNone/>
              <a:defRPr sz="2800"/>
            </a:lvl1pPr>
            <a:lvl2pPr marL="0" indent="0">
              <a:lnSpc>
                <a:spcPct val="100000"/>
              </a:lnSpc>
              <a:buNone/>
              <a:defRPr sz="2000"/>
            </a:lvl2pPr>
            <a:lvl3pPr marL="0" indent="0">
              <a:lnSpc>
                <a:spcPct val="100000"/>
              </a:lnSpc>
              <a:buNone/>
              <a:defRPr sz="2000"/>
            </a:lvl3pPr>
            <a:lvl4pPr marL="0" indent="0">
              <a:lnSpc>
                <a:spcPct val="100000"/>
              </a:lnSpc>
              <a:buNone/>
              <a:defRPr sz="2000"/>
            </a:lvl4pPr>
            <a:lvl5pPr marL="0" indent="0">
              <a:lnSpc>
                <a:spcPct val="100000"/>
              </a:lnSpc>
              <a:buNone/>
              <a:defRPr sz="2000"/>
            </a:lvl5pPr>
            <a:lvl6pPr marL="0" indent="0">
              <a:lnSpc>
                <a:spcPct val="100000"/>
              </a:lnSpc>
              <a:buNone/>
              <a:defRPr sz="2000"/>
            </a:lvl6pPr>
            <a:lvl7pPr marL="0" indent="0">
              <a:lnSpc>
                <a:spcPct val="100000"/>
              </a:lnSpc>
              <a:buNone/>
              <a:defRPr sz="2000"/>
            </a:lvl7pPr>
            <a:lvl8pPr marL="0" indent="0">
              <a:lnSpc>
                <a:spcPct val="100000"/>
              </a:lnSpc>
              <a:buNone/>
              <a:defRPr sz="2000"/>
            </a:lvl8pPr>
            <a:lvl9pPr marL="0" indent="0">
              <a:lnSpc>
                <a:spcPct val="100000"/>
              </a:lnSpc>
              <a:buNone/>
              <a:defRPr sz="2000"/>
            </a:lvl9pPr>
          </a:lstStyle>
          <a:p>
            <a:pPr lvl="0"/>
            <a:r>
              <a:rPr lang="en-US"/>
              <a:t>Presenter name, presenter title (up to three)</a:t>
            </a:r>
          </a:p>
        </p:txBody>
      </p:sp>
      <p:sp>
        <p:nvSpPr>
          <p:cNvPr id="6" name="Text Placeholder 5">
            <a:extLst>
              <a:ext uri="{FF2B5EF4-FFF2-40B4-BE49-F238E27FC236}">
                <a16:creationId xmlns:a16="http://schemas.microsoft.com/office/drawing/2014/main" id="{C2A77277-B297-404B-BB7F-0600C3B3F380}"/>
              </a:ext>
            </a:extLst>
          </p:cNvPr>
          <p:cNvSpPr>
            <a:spLocks noGrp="1"/>
          </p:cNvSpPr>
          <p:nvPr>
            <p:ph type="body" sz="quarter" idx="10" hasCustomPrompt="1"/>
          </p:nvPr>
        </p:nvSpPr>
        <p:spPr>
          <a:xfrm>
            <a:off x="660400" y="4029834"/>
            <a:ext cx="5114132" cy="2180466"/>
          </a:xfrm>
        </p:spPr>
        <p:txBody>
          <a:bodyPr/>
          <a:lstStyle>
            <a:lvl1pPr marL="0" indent="0">
              <a:lnSpc>
                <a:spcPct val="100000"/>
              </a:lnSpc>
              <a:spcAft>
                <a:spcPts val="1200"/>
              </a:spcAft>
              <a:buNone/>
              <a:defRPr sz="2800"/>
            </a:lvl1pPr>
            <a:lvl2pPr marL="0" indent="0">
              <a:lnSpc>
                <a:spcPct val="100000"/>
              </a:lnSpc>
              <a:buNone/>
              <a:defRPr sz="2000"/>
            </a:lvl2pPr>
            <a:lvl3pPr marL="0" indent="0">
              <a:lnSpc>
                <a:spcPct val="100000"/>
              </a:lnSpc>
              <a:buNone/>
              <a:defRPr sz="2000"/>
            </a:lvl3pPr>
            <a:lvl4pPr marL="0" indent="0">
              <a:lnSpc>
                <a:spcPct val="100000"/>
              </a:lnSpc>
              <a:buNone/>
              <a:defRPr sz="2000"/>
            </a:lvl4pPr>
            <a:lvl5pPr marL="0" indent="0">
              <a:lnSpc>
                <a:spcPct val="100000"/>
              </a:lnSpc>
              <a:buNone/>
              <a:defRPr sz="2000"/>
            </a:lvl5pPr>
            <a:lvl6pPr marL="0" indent="0">
              <a:lnSpc>
                <a:spcPct val="100000"/>
              </a:lnSpc>
              <a:buNone/>
              <a:defRPr sz="2000"/>
            </a:lvl6pPr>
            <a:lvl7pPr marL="0" indent="0">
              <a:lnSpc>
                <a:spcPct val="100000"/>
              </a:lnSpc>
              <a:buNone/>
              <a:defRPr sz="2000"/>
            </a:lvl7pPr>
            <a:lvl8pPr marL="0" indent="0">
              <a:lnSpc>
                <a:spcPct val="100000"/>
              </a:lnSpc>
              <a:buNone/>
              <a:defRPr sz="2000"/>
            </a:lvl8pPr>
            <a:lvl9pPr marL="0" indent="0">
              <a:lnSpc>
                <a:spcPct val="100000"/>
              </a:lnSpc>
              <a:buNone/>
              <a:defRPr sz="2000"/>
            </a:lvl9pPr>
          </a:lstStyle>
          <a:p>
            <a:pPr lvl="0"/>
            <a:r>
              <a:rPr lang="en-US" dirty="0"/>
              <a:t>Presenter name, presenter title (up to three)</a:t>
            </a:r>
          </a:p>
        </p:txBody>
      </p:sp>
      <p:sp>
        <p:nvSpPr>
          <p:cNvPr id="28" name="SEL_Copyright">
            <a:extLst>
              <a:ext uri="{FF2B5EF4-FFF2-40B4-BE49-F238E27FC236}">
                <a16:creationId xmlns:a16="http://schemas.microsoft.com/office/drawing/2014/main" id="{E5010E95-4C56-4A46-850F-623808CA1662}"/>
              </a:ext>
            </a:extLst>
          </p:cNvPr>
          <p:cNvSpPr txBox="1">
            <a:spLocks/>
          </p:cNvSpPr>
          <p:nvPr/>
        </p:nvSpPr>
        <p:spPr>
          <a:xfrm>
            <a:off x="10698611" y="628168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rPr>
              <a:t>© </a:t>
            </a:r>
            <a:fld id="{D15F6786-B767-47FD-B80E-44E0BCF4AD80}" type="datetimeyyyy">
              <a:rPr kumimoji="0" lang="en-US" sz="900" b="0" i="0" u="none" strike="noStrike" kern="0" cap="none" spc="0" normalizeH="0" baseline="0" noProof="0" smtClean="0">
                <a:ln>
                  <a:noFill/>
                </a:ln>
                <a:solidFill>
                  <a:schemeClr val="tx1"/>
                </a:solidFill>
                <a:effectLst/>
                <a:uLnTx/>
                <a:uFillTx/>
              </a:rPr>
              <a:t>2025</a:t>
            </a:fld>
            <a:r>
              <a:rPr kumimoji="0" lang="en-US" sz="900" b="0" i="0" u="none" strike="noStrike" kern="0" cap="none" spc="0" normalizeH="0" baseline="0" noProof="0" dirty="0">
                <a:ln>
                  <a:noFill/>
                </a:ln>
                <a:solidFill>
                  <a:schemeClr val="tx1"/>
                </a:solidFill>
                <a:effectLst/>
                <a:uLnTx/>
                <a:uFillTx/>
              </a:rPr>
              <a:t> SEL</a:t>
            </a:r>
          </a:p>
        </p:txBody>
      </p:sp>
      <p:sp>
        <p:nvSpPr>
          <p:cNvPr id="2" name="Title 1">
            <a:extLst>
              <a:ext uri="{FF2B5EF4-FFF2-40B4-BE49-F238E27FC236}">
                <a16:creationId xmlns:a16="http://schemas.microsoft.com/office/drawing/2014/main" id="{E338FCB1-95AC-48BB-B413-21949FD9D15D}"/>
              </a:ext>
            </a:extLst>
          </p:cNvPr>
          <p:cNvSpPr>
            <a:spLocks noGrp="1"/>
          </p:cNvSpPr>
          <p:nvPr>
            <p:ph type="title" hasCustomPrompt="1"/>
          </p:nvPr>
        </p:nvSpPr>
        <p:spPr>
          <a:xfrm>
            <a:off x="660400" y="647700"/>
            <a:ext cx="10871200" cy="1192957"/>
          </a:xfrm>
        </p:spPr>
        <p:txBody>
          <a:bodyPr anchor="b" anchorCtr="0"/>
          <a:lstStyle>
            <a:lvl1pPr>
              <a:defRPr sz="4400">
                <a:solidFill>
                  <a:schemeClr val="bg1"/>
                </a:solidFill>
              </a:defRPr>
            </a:lvl1pPr>
          </a:lstStyle>
          <a:p>
            <a:r>
              <a:rPr lang="en-US" dirty="0"/>
              <a:t>Select to add presentation title</a:t>
            </a:r>
          </a:p>
        </p:txBody>
      </p:sp>
    </p:spTree>
    <p:extLst>
      <p:ext uri="{BB962C8B-B14F-4D97-AF65-F5344CB8AC3E}">
        <p14:creationId xmlns:p14="http://schemas.microsoft.com/office/powerpoint/2010/main" val="230539998"/>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Multiple C)">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F20BEA9-6DBE-4A75-8225-92B1267986CD}"/>
              </a:ext>
            </a:extLst>
          </p:cNvPr>
          <p:cNvSpPr>
            <a:spLocks/>
          </p:cNvSpPr>
          <p:nvPr userDrawn="1"/>
        </p:nvSpPr>
        <p:spPr bwMode="ltGray">
          <a:xfrm>
            <a:off x="0" y="0"/>
            <a:ext cx="12192000" cy="2735263"/>
          </a:xfrm>
          <a:prstGeom prst="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noFill/>
            </a:endParaRPr>
          </a:p>
        </p:txBody>
      </p:sp>
      <p:sp>
        <p:nvSpPr>
          <p:cNvPr id="15" name="Text Placeholder 14">
            <a:extLst>
              <a:ext uri="{FF2B5EF4-FFF2-40B4-BE49-F238E27FC236}">
                <a16:creationId xmlns:a16="http://schemas.microsoft.com/office/drawing/2014/main" id="{5B248183-2D6D-9D88-BFDF-46FEE5AC1CEF}"/>
              </a:ext>
            </a:extLst>
          </p:cNvPr>
          <p:cNvSpPr>
            <a:spLocks noGrp="1"/>
          </p:cNvSpPr>
          <p:nvPr>
            <p:ph type="body" sz="quarter" idx="12" hasCustomPrompt="1"/>
          </p:nvPr>
        </p:nvSpPr>
        <p:spPr>
          <a:xfrm>
            <a:off x="660401" y="6185174"/>
            <a:ext cx="2416174" cy="305993"/>
          </a:xfrm>
        </p:spPr>
        <p:txBody>
          <a:bodyPr/>
          <a:lstStyle>
            <a:lvl1pPr marL="0" indent="0">
              <a:lnSpc>
                <a:spcPct val="100000"/>
              </a:lnSpc>
              <a:spcAft>
                <a:spcPts val="0"/>
              </a:spcAft>
              <a:buNone/>
              <a:defRPr sz="1800"/>
            </a:lvl1pPr>
            <a:lvl2pPr marL="0" indent="0">
              <a:lnSpc>
                <a:spcPct val="100000"/>
              </a:lnSpc>
              <a:spcAft>
                <a:spcPts val="0"/>
              </a:spcAft>
              <a:buNone/>
              <a:defRPr sz="1800"/>
            </a:lvl2pPr>
            <a:lvl3pPr marL="0" indent="0">
              <a:lnSpc>
                <a:spcPct val="100000"/>
              </a:lnSpc>
              <a:spcAft>
                <a:spcPts val="0"/>
              </a:spcAft>
              <a:buNone/>
              <a:defRPr sz="1800"/>
            </a:lvl3pPr>
            <a:lvl4pPr marL="0" indent="0">
              <a:lnSpc>
                <a:spcPct val="100000"/>
              </a:lnSpc>
              <a:spcAft>
                <a:spcPts val="0"/>
              </a:spcAft>
              <a:buNone/>
              <a:defRPr sz="1800"/>
            </a:lvl4pPr>
            <a:lvl5pPr marL="0" indent="0">
              <a:lnSpc>
                <a:spcPct val="100000"/>
              </a:lnSpc>
              <a:spcAft>
                <a:spcPts val="0"/>
              </a:spcAft>
              <a:buNone/>
              <a:defRPr sz="1800"/>
            </a:lvl5pPr>
            <a:lvl6pPr marL="0" indent="0">
              <a:lnSpc>
                <a:spcPct val="100000"/>
              </a:lnSpc>
              <a:spcAft>
                <a:spcPts val="0"/>
              </a:spcAft>
              <a:buNone/>
              <a:defRPr sz="1800"/>
            </a:lvl6pPr>
            <a:lvl7pPr marL="0" indent="0">
              <a:lnSpc>
                <a:spcPct val="100000"/>
              </a:lnSpc>
              <a:spcAft>
                <a:spcPts val="0"/>
              </a:spcAft>
              <a:buNone/>
              <a:defRPr sz="1800"/>
            </a:lvl7pPr>
            <a:lvl8pPr marL="0" indent="0">
              <a:lnSpc>
                <a:spcPct val="100000"/>
              </a:lnSpc>
              <a:spcAft>
                <a:spcPts val="0"/>
              </a:spcAft>
              <a:buNone/>
              <a:defRPr sz="1800"/>
            </a:lvl8pPr>
            <a:lvl9pPr marL="0" indent="0">
              <a:lnSpc>
                <a:spcPct val="100000"/>
              </a:lnSpc>
              <a:spcAft>
                <a:spcPts val="0"/>
              </a:spcAft>
              <a:buNone/>
              <a:defRPr sz="1800"/>
            </a:lvl9pPr>
          </a:lstStyle>
          <a:p>
            <a:pPr lvl="0"/>
            <a:r>
              <a:rPr lang="en-US" dirty="0"/>
              <a:t>Date code (if needed)</a:t>
            </a:r>
          </a:p>
        </p:txBody>
      </p:sp>
      <p:sp>
        <p:nvSpPr>
          <p:cNvPr id="13" name="Text Placeholder 12">
            <a:extLst>
              <a:ext uri="{FF2B5EF4-FFF2-40B4-BE49-F238E27FC236}">
                <a16:creationId xmlns:a16="http://schemas.microsoft.com/office/drawing/2014/main" id="{9F78EC8C-E876-5DF2-82EC-1172B6803491}"/>
              </a:ext>
            </a:extLst>
          </p:cNvPr>
          <p:cNvSpPr>
            <a:spLocks noGrp="1"/>
          </p:cNvSpPr>
          <p:nvPr>
            <p:ph type="body" sz="quarter" idx="11" hasCustomPrompt="1"/>
          </p:nvPr>
        </p:nvSpPr>
        <p:spPr>
          <a:xfrm>
            <a:off x="6096000" y="3336096"/>
            <a:ext cx="5435600" cy="2874204"/>
          </a:xfrm>
        </p:spPr>
        <p:txBody>
          <a:bodyPr/>
          <a:lstStyle>
            <a:lvl1pPr marL="0" indent="0">
              <a:lnSpc>
                <a:spcPct val="100000"/>
              </a:lnSpc>
              <a:spcAft>
                <a:spcPts val="1200"/>
              </a:spcAft>
              <a:buNone/>
              <a:defRPr sz="2800"/>
            </a:lvl1pPr>
            <a:lvl2pPr marL="0" indent="0">
              <a:lnSpc>
                <a:spcPct val="100000"/>
              </a:lnSpc>
              <a:spcAft>
                <a:spcPts val="1200"/>
              </a:spcAft>
              <a:buNone/>
              <a:defRPr sz="2800"/>
            </a:lvl2pPr>
            <a:lvl3pPr marL="0" indent="0">
              <a:lnSpc>
                <a:spcPct val="100000"/>
              </a:lnSpc>
              <a:spcAft>
                <a:spcPts val="1200"/>
              </a:spcAft>
              <a:buNone/>
              <a:defRPr sz="2800"/>
            </a:lvl3pPr>
            <a:lvl4pPr marL="0" indent="0">
              <a:lnSpc>
                <a:spcPct val="100000"/>
              </a:lnSpc>
              <a:spcAft>
                <a:spcPts val="1200"/>
              </a:spcAft>
              <a:buNone/>
              <a:defRPr sz="2800"/>
            </a:lvl4pPr>
            <a:lvl5pPr marL="0" indent="0">
              <a:lnSpc>
                <a:spcPct val="100000"/>
              </a:lnSpc>
              <a:spcAft>
                <a:spcPts val="1200"/>
              </a:spcAft>
              <a:buNone/>
              <a:defRPr sz="2800"/>
            </a:lvl5pPr>
            <a:lvl6pPr marL="0" indent="0">
              <a:lnSpc>
                <a:spcPct val="100000"/>
              </a:lnSpc>
              <a:spcAft>
                <a:spcPts val="1200"/>
              </a:spcAft>
              <a:buNone/>
              <a:defRPr sz="2800"/>
            </a:lvl6pPr>
            <a:lvl7pPr marL="0" indent="0">
              <a:lnSpc>
                <a:spcPct val="100000"/>
              </a:lnSpc>
              <a:spcAft>
                <a:spcPts val="1200"/>
              </a:spcAft>
              <a:buNone/>
              <a:defRPr sz="2800"/>
            </a:lvl7pPr>
            <a:lvl8pPr marL="0" indent="0">
              <a:lnSpc>
                <a:spcPct val="100000"/>
              </a:lnSpc>
              <a:spcAft>
                <a:spcPts val="1200"/>
              </a:spcAft>
              <a:buNone/>
              <a:defRPr sz="2800"/>
            </a:lvl8pPr>
            <a:lvl9pPr marL="0" indent="0">
              <a:lnSpc>
                <a:spcPct val="100000"/>
              </a:lnSpc>
              <a:spcAft>
                <a:spcPts val="1200"/>
              </a:spcAft>
              <a:buNone/>
              <a:defRPr sz="2800"/>
            </a:lvl9pPr>
          </a:lstStyle>
          <a:p>
            <a:pPr lvl="0"/>
            <a:r>
              <a:rPr lang="en-US" dirty="0"/>
              <a:t>Presenter name, presenter title (up to five)</a:t>
            </a:r>
          </a:p>
        </p:txBody>
      </p:sp>
      <p:sp>
        <p:nvSpPr>
          <p:cNvPr id="10" name="Text Placeholder 9">
            <a:extLst>
              <a:ext uri="{FF2B5EF4-FFF2-40B4-BE49-F238E27FC236}">
                <a16:creationId xmlns:a16="http://schemas.microsoft.com/office/drawing/2014/main" id="{DB00E626-56A4-D05D-C7D4-BC628A6DCF03}"/>
              </a:ext>
            </a:extLst>
          </p:cNvPr>
          <p:cNvSpPr>
            <a:spLocks noGrp="1"/>
          </p:cNvSpPr>
          <p:nvPr>
            <p:ph type="body" sz="quarter" idx="10" hasCustomPrompt="1"/>
          </p:nvPr>
        </p:nvSpPr>
        <p:spPr>
          <a:xfrm>
            <a:off x="660400" y="3336096"/>
            <a:ext cx="5114132" cy="2874203"/>
          </a:xfrm>
        </p:spPr>
        <p:txBody>
          <a:bodyPr/>
          <a:lstStyle>
            <a:lvl1pPr marL="0" indent="0">
              <a:lnSpc>
                <a:spcPct val="100000"/>
              </a:lnSpc>
              <a:spcAft>
                <a:spcPts val="1200"/>
              </a:spcAft>
              <a:buNone/>
              <a:defRPr sz="2800"/>
            </a:lvl1pPr>
            <a:lvl2pPr marL="0" indent="0">
              <a:lnSpc>
                <a:spcPct val="100000"/>
              </a:lnSpc>
              <a:spcAft>
                <a:spcPts val="1200"/>
              </a:spcAft>
              <a:buNone/>
              <a:defRPr sz="2800"/>
            </a:lvl2pPr>
            <a:lvl3pPr marL="0" indent="0">
              <a:lnSpc>
                <a:spcPct val="100000"/>
              </a:lnSpc>
              <a:spcAft>
                <a:spcPts val="1200"/>
              </a:spcAft>
              <a:buNone/>
              <a:defRPr sz="2800"/>
            </a:lvl3pPr>
            <a:lvl4pPr marL="0" indent="0">
              <a:lnSpc>
                <a:spcPct val="100000"/>
              </a:lnSpc>
              <a:spcAft>
                <a:spcPts val="1200"/>
              </a:spcAft>
              <a:buNone/>
              <a:defRPr sz="2800"/>
            </a:lvl4pPr>
            <a:lvl5pPr marL="0" indent="0">
              <a:lnSpc>
                <a:spcPct val="100000"/>
              </a:lnSpc>
              <a:spcAft>
                <a:spcPts val="1200"/>
              </a:spcAft>
              <a:buNone/>
              <a:defRPr sz="2800"/>
            </a:lvl5pPr>
            <a:lvl6pPr marL="0" indent="0">
              <a:lnSpc>
                <a:spcPct val="100000"/>
              </a:lnSpc>
              <a:spcAft>
                <a:spcPts val="1200"/>
              </a:spcAft>
              <a:buNone/>
              <a:defRPr sz="2800"/>
            </a:lvl6pPr>
            <a:lvl7pPr marL="0" indent="0">
              <a:lnSpc>
                <a:spcPct val="100000"/>
              </a:lnSpc>
              <a:spcAft>
                <a:spcPts val="1200"/>
              </a:spcAft>
              <a:buNone/>
              <a:defRPr sz="2800"/>
            </a:lvl7pPr>
            <a:lvl8pPr marL="0" indent="0">
              <a:lnSpc>
                <a:spcPct val="100000"/>
              </a:lnSpc>
              <a:spcAft>
                <a:spcPts val="1200"/>
              </a:spcAft>
              <a:buNone/>
              <a:defRPr sz="2800"/>
            </a:lvl8pPr>
            <a:lvl9pPr marL="0" indent="0">
              <a:lnSpc>
                <a:spcPct val="100000"/>
              </a:lnSpc>
              <a:spcAft>
                <a:spcPts val="1200"/>
              </a:spcAft>
              <a:buNone/>
              <a:defRPr sz="2800"/>
            </a:lvl9pPr>
          </a:lstStyle>
          <a:p>
            <a:pPr lvl="0"/>
            <a:r>
              <a:rPr lang="en-US" dirty="0"/>
              <a:t>Presenter name, presenter title (up to five)</a:t>
            </a:r>
          </a:p>
        </p:txBody>
      </p:sp>
      <p:sp>
        <p:nvSpPr>
          <p:cNvPr id="2" name="Title 1">
            <a:extLst>
              <a:ext uri="{FF2B5EF4-FFF2-40B4-BE49-F238E27FC236}">
                <a16:creationId xmlns:a16="http://schemas.microsoft.com/office/drawing/2014/main" id="{9D6445B5-A3DF-49C1-E53A-53D49C5C730C}"/>
              </a:ext>
            </a:extLst>
          </p:cNvPr>
          <p:cNvSpPr>
            <a:spLocks noGrp="1"/>
          </p:cNvSpPr>
          <p:nvPr>
            <p:ph type="title" hasCustomPrompt="1"/>
          </p:nvPr>
        </p:nvSpPr>
        <p:spPr>
          <a:xfrm>
            <a:off x="660400" y="647700"/>
            <a:ext cx="10868024" cy="550257"/>
          </a:xfrm>
        </p:spPr>
        <p:txBody>
          <a:bodyPr anchor="b"/>
          <a:lstStyle>
            <a:lvl1pPr>
              <a:defRPr sz="4400">
                <a:solidFill>
                  <a:schemeClr val="bg1"/>
                </a:solidFill>
              </a:defRPr>
            </a:lvl1pPr>
          </a:lstStyle>
          <a:p>
            <a:r>
              <a:rPr lang="en-US" dirty="0"/>
              <a:t>Select to add presentation title</a:t>
            </a:r>
          </a:p>
        </p:txBody>
      </p:sp>
      <p:sp>
        <p:nvSpPr>
          <p:cNvPr id="3" name="SEL_Copyright">
            <a:extLst>
              <a:ext uri="{FF2B5EF4-FFF2-40B4-BE49-F238E27FC236}">
                <a16:creationId xmlns:a16="http://schemas.microsoft.com/office/drawing/2014/main" id="{33C2AC79-1CE9-0DEB-6FAB-EA329874AA0C}"/>
              </a:ext>
            </a:extLst>
          </p:cNvPr>
          <p:cNvSpPr txBox="1">
            <a:spLocks/>
          </p:cNvSpPr>
          <p:nvPr userDrawn="1"/>
        </p:nvSpPr>
        <p:spPr>
          <a:xfrm>
            <a:off x="10698611" y="628168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rPr>
              <a:t>© </a:t>
            </a:r>
            <a:fld id="{D15F6786-B767-47FD-B80E-44E0BCF4AD80}" type="datetimeyyyy">
              <a:rPr kumimoji="0" lang="en-US" sz="900" b="0" i="0" u="none" strike="noStrike" kern="0" cap="none" spc="0" normalizeH="0" baseline="0" noProof="0" smtClean="0">
                <a:ln>
                  <a:noFill/>
                </a:ln>
                <a:solidFill>
                  <a:schemeClr val="tx1"/>
                </a:solidFill>
                <a:effectLst/>
                <a:uLnTx/>
                <a:uFillTx/>
              </a:rPr>
              <a:t>2025</a:t>
            </a:fld>
            <a:r>
              <a:rPr kumimoji="0" lang="en-US" sz="900" b="0" i="0" u="none" strike="noStrike" kern="0" cap="none" spc="0" normalizeH="0" baseline="0" noProof="0" dirty="0">
                <a:ln>
                  <a:noFill/>
                </a:ln>
                <a:solidFill>
                  <a:schemeClr val="tx1"/>
                </a:solidFill>
                <a:effectLst/>
                <a:uLnTx/>
                <a:uFillTx/>
              </a:rPr>
              <a:t> SEL</a:t>
            </a:r>
          </a:p>
        </p:txBody>
      </p:sp>
    </p:spTree>
    <p:extLst>
      <p:ext uri="{BB962C8B-B14F-4D97-AF65-F5344CB8AC3E}">
        <p14:creationId xmlns:p14="http://schemas.microsoft.com/office/powerpoint/2010/main" val="29408213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B95ABD-ED16-4679-AD17-F4023F004305}"/>
              </a:ext>
            </a:extLst>
          </p:cNvPr>
          <p:cNvSpPr>
            <a:spLocks/>
          </p:cNvSpPr>
          <p:nvPr/>
        </p:nvSpPr>
        <p:spPr bwMode="ltGray">
          <a:xfrm>
            <a:off x="0" y="-1"/>
            <a:ext cx="12192000" cy="5162551"/>
          </a:xfrm>
          <a:prstGeom prst="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noFill/>
            </a:endParaRPr>
          </a:p>
        </p:txBody>
      </p:sp>
      <p:sp>
        <p:nvSpPr>
          <p:cNvPr id="12" name="Text Placeholder 11">
            <a:extLst>
              <a:ext uri="{FF2B5EF4-FFF2-40B4-BE49-F238E27FC236}">
                <a16:creationId xmlns:a16="http://schemas.microsoft.com/office/drawing/2014/main" id="{6B20F35E-A9A6-4BF4-A92C-3234E3A13175}"/>
              </a:ext>
            </a:extLst>
          </p:cNvPr>
          <p:cNvSpPr>
            <a:spLocks noGrp="1"/>
          </p:cNvSpPr>
          <p:nvPr>
            <p:ph type="body" sz="quarter" idx="11" hasCustomPrompt="1"/>
          </p:nvPr>
        </p:nvSpPr>
        <p:spPr>
          <a:xfrm>
            <a:off x="660399" y="5661816"/>
            <a:ext cx="10868025" cy="548484"/>
          </a:xfrm>
        </p:spPr>
        <p:txBody>
          <a:bodyPr/>
          <a:lstStyle>
            <a:lvl1pPr marL="0" indent="0">
              <a:lnSpc>
                <a:spcPct val="100000"/>
              </a:lnSpc>
              <a:spcAft>
                <a:spcPts val="0"/>
              </a:spcAft>
              <a:buFontTx/>
              <a:buNone/>
              <a:defRPr sz="2800"/>
            </a:lvl1pPr>
            <a:lvl2pPr marL="0" indent="0">
              <a:lnSpc>
                <a:spcPct val="100000"/>
              </a:lnSpc>
              <a:spcAft>
                <a:spcPts val="0"/>
              </a:spcAft>
              <a:buFontTx/>
              <a:buNone/>
              <a:defRPr sz="2000"/>
            </a:lvl2pPr>
            <a:lvl3pPr marL="0" indent="0">
              <a:lnSpc>
                <a:spcPct val="100000"/>
              </a:lnSpc>
              <a:spcAft>
                <a:spcPts val="0"/>
              </a:spcAft>
              <a:buFontTx/>
              <a:buNone/>
              <a:defRPr sz="2000"/>
            </a:lvl3pPr>
            <a:lvl4pPr marL="0" indent="0">
              <a:lnSpc>
                <a:spcPct val="100000"/>
              </a:lnSpc>
              <a:spcAft>
                <a:spcPts val="0"/>
              </a:spcAft>
              <a:buFontTx/>
              <a:buNone/>
              <a:defRPr sz="2000"/>
            </a:lvl4pPr>
            <a:lvl5pPr marL="0" indent="0">
              <a:lnSpc>
                <a:spcPct val="100000"/>
              </a:lnSpc>
              <a:spcAft>
                <a:spcPts val="0"/>
              </a:spcAft>
              <a:buFontTx/>
              <a:buNone/>
              <a:defRPr sz="2000"/>
            </a:lvl5pPr>
            <a:lvl6pPr marL="0" indent="0">
              <a:lnSpc>
                <a:spcPct val="100000"/>
              </a:lnSpc>
              <a:spcAft>
                <a:spcPts val="0"/>
              </a:spcAft>
              <a:buFontTx/>
              <a:buNone/>
              <a:defRPr sz="2000"/>
            </a:lvl6pPr>
            <a:lvl7pPr marL="0" indent="0">
              <a:lnSpc>
                <a:spcPct val="100000"/>
              </a:lnSpc>
              <a:spcAft>
                <a:spcPts val="0"/>
              </a:spcAft>
              <a:buFontTx/>
              <a:buNone/>
              <a:defRPr sz="2000"/>
            </a:lvl7pPr>
            <a:lvl8pPr marL="0" indent="0">
              <a:lnSpc>
                <a:spcPct val="100000"/>
              </a:lnSpc>
              <a:spcAft>
                <a:spcPts val="0"/>
              </a:spcAft>
              <a:buFontTx/>
              <a:buNone/>
              <a:defRPr sz="2000"/>
            </a:lvl8pPr>
            <a:lvl9pPr marL="0" indent="0">
              <a:lnSpc>
                <a:spcPct val="100000"/>
              </a:lnSpc>
              <a:spcAft>
                <a:spcPts val="0"/>
              </a:spcAft>
              <a:buFontTx/>
              <a:buNone/>
              <a:defRPr sz="2000"/>
            </a:lvl9pPr>
          </a:lstStyle>
          <a:p>
            <a:pPr lvl="0"/>
            <a:r>
              <a:rPr lang="en-US" dirty="0"/>
              <a:t>Presenter name, presenter title, date code</a:t>
            </a:r>
          </a:p>
        </p:txBody>
      </p:sp>
      <p:sp>
        <p:nvSpPr>
          <p:cNvPr id="9" name="Text Placeholder 8">
            <a:extLst>
              <a:ext uri="{FF2B5EF4-FFF2-40B4-BE49-F238E27FC236}">
                <a16:creationId xmlns:a16="http://schemas.microsoft.com/office/drawing/2014/main" id="{935CB1C9-6A17-4B06-A5B9-78CC8CF66CE1}"/>
              </a:ext>
            </a:extLst>
          </p:cNvPr>
          <p:cNvSpPr>
            <a:spLocks noGrp="1"/>
          </p:cNvSpPr>
          <p:nvPr>
            <p:ph type="body" sz="quarter" idx="10" hasCustomPrompt="1"/>
          </p:nvPr>
        </p:nvSpPr>
        <p:spPr>
          <a:xfrm>
            <a:off x="660399" y="3138087"/>
            <a:ext cx="10868025" cy="357588"/>
          </a:xfrm>
        </p:spPr>
        <p:txBody>
          <a:bodyPr anchor="b" anchorCtr="0"/>
          <a:lstStyle>
            <a:lvl1pPr marL="0" indent="0">
              <a:lnSpc>
                <a:spcPct val="100000"/>
              </a:lnSpc>
              <a:spcAft>
                <a:spcPts val="0"/>
              </a:spcAft>
              <a:buFontTx/>
              <a:buNone/>
              <a:defRPr sz="2400" cap="all" baseline="0">
                <a:solidFill>
                  <a:schemeClr val="bg1"/>
                </a:solidFill>
              </a:defRPr>
            </a:lvl1pPr>
            <a:lvl2pPr marL="0" indent="0">
              <a:lnSpc>
                <a:spcPct val="100000"/>
              </a:lnSpc>
              <a:spcAft>
                <a:spcPts val="0"/>
              </a:spcAft>
              <a:buFontTx/>
              <a:buNone/>
              <a:defRPr sz="2200">
                <a:solidFill>
                  <a:schemeClr val="bg1"/>
                </a:solidFill>
              </a:defRPr>
            </a:lvl2pPr>
            <a:lvl3pPr marL="0" indent="0">
              <a:lnSpc>
                <a:spcPct val="100000"/>
              </a:lnSpc>
              <a:spcAft>
                <a:spcPts val="0"/>
              </a:spcAft>
              <a:buFontTx/>
              <a:buNone/>
              <a:defRPr sz="2200">
                <a:solidFill>
                  <a:schemeClr val="bg1"/>
                </a:solidFill>
              </a:defRPr>
            </a:lvl3pPr>
            <a:lvl4pPr marL="0" indent="0">
              <a:lnSpc>
                <a:spcPct val="100000"/>
              </a:lnSpc>
              <a:spcAft>
                <a:spcPts val="0"/>
              </a:spcAft>
              <a:buFontTx/>
              <a:buNone/>
              <a:defRPr sz="2200">
                <a:solidFill>
                  <a:schemeClr val="bg1"/>
                </a:solidFill>
              </a:defRPr>
            </a:lvl4pPr>
            <a:lvl5pPr marL="0" indent="0">
              <a:lnSpc>
                <a:spcPct val="100000"/>
              </a:lnSpc>
              <a:spcAft>
                <a:spcPts val="0"/>
              </a:spcAft>
              <a:buFontTx/>
              <a:buNone/>
              <a:defRPr sz="2200">
                <a:solidFill>
                  <a:schemeClr val="bg1"/>
                </a:solidFill>
              </a:defRPr>
            </a:lvl5pPr>
            <a:lvl6pPr marL="0" indent="0">
              <a:lnSpc>
                <a:spcPct val="100000"/>
              </a:lnSpc>
              <a:spcAft>
                <a:spcPts val="0"/>
              </a:spcAft>
              <a:buFontTx/>
              <a:buNone/>
              <a:defRPr sz="2200">
                <a:solidFill>
                  <a:schemeClr val="bg1"/>
                </a:solidFill>
              </a:defRPr>
            </a:lvl6pPr>
            <a:lvl7pPr marL="0" indent="0">
              <a:lnSpc>
                <a:spcPct val="100000"/>
              </a:lnSpc>
              <a:spcAft>
                <a:spcPts val="0"/>
              </a:spcAft>
              <a:buFontTx/>
              <a:buNone/>
              <a:defRPr sz="2200">
                <a:solidFill>
                  <a:schemeClr val="bg1"/>
                </a:solidFill>
              </a:defRPr>
            </a:lvl7pPr>
            <a:lvl8pPr marL="0" indent="0">
              <a:lnSpc>
                <a:spcPct val="100000"/>
              </a:lnSpc>
              <a:spcAft>
                <a:spcPts val="0"/>
              </a:spcAft>
              <a:buFontTx/>
              <a:buNone/>
              <a:defRPr sz="2200">
                <a:solidFill>
                  <a:schemeClr val="bg1"/>
                </a:solidFill>
              </a:defRPr>
            </a:lvl8pPr>
            <a:lvl9pPr marL="0" indent="0">
              <a:lnSpc>
                <a:spcPct val="100000"/>
              </a:lnSpc>
              <a:spcAft>
                <a:spcPts val="0"/>
              </a:spcAft>
              <a:buFontTx/>
              <a:buNone/>
              <a:defRPr sz="2200">
                <a:solidFill>
                  <a:schemeClr val="bg1"/>
                </a:solidFill>
              </a:defRPr>
            </a:lvl9pPr>
          </a:lstStyle>
          <a:p>
            <a:pPr lvl="0"/>
            <a:r>
              <a:rPr lang="en-US" dirty="0"/>
              <a:t>SELECT TO ADD PRESENTATION SUBTITLE (UPPERCASE)</a:t>
            </a:r>
          </a:p>
        </p:txBody>
      </p:sp>
      <p:sp>
        <p:nvSpPr>
          <p:cNvPr id="14" name="SEL_Copyright">
            <a:extLst>
              <a:ext uri="{FF2B5EF4-FFF2-40B4-BE49-F238E27FC236}">
                <a16:creationId xmlns:a16="http://schemas.microsoft.com/office/drawing/2014/main" id="{52D3E24F-F6D1-4773-83DB-3E587C9D1188}"/>
              </a:ext>
            </a:extLst>
          </p:cNvPr>
          <p:cNvSpPr txBox="1">
            <a:spLocks/>
          </p:cNvSpPr>
          <p:nvPr/>
        </p:nvSpPr>
        <p:spPr>
          <a:xfrm>
            <a:off x="10698611" y="628168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rPr>
              <a:t>© </a:t>
            </a:r>
            <a:fld id="{D15F6786-B767-47FD-B80E-44E0BCF4AD80}" type="datetimeyyyy">
              <a:rPr kumimoji="0" lang="en-US" sz="900" b="0" i="0" u="none" strike="noStrike" kern="0" cap="none" spc="0" normalizeH="0" baseline="0" noProof="0" smtClean="0">
                <a:ln>
                  <a:noFill/>
                </a:ln>
                <a:solidFill>
                  <a:schemeClr val="tx1"/>
                </a:solidFill>
                <a:effectLst/>
                <a:uLnTx/>
                <a:uFillTx/>
              </a:rPr>
              <a:t>2025</a:t>
            </a:fld>
            <a:r>
              <a:rPr kumimoji="0" lang="en-US" sz="900" b="0" i="0" u="none" strike="noStrike" kern="0" cap="none" spc="0" normalizeH="0" baseline="0" noProof="0" dirty="0">
                <a:ln>
                  <a:noFill/>
                </a:ln>
                <a:solidFill>
                  <a:schemeClr val="tx1"/>
                </a:solidFill>
                <a:effectLst/>
                <a:uLnTx/>
                <a:uFillTx/>
              </a:rPr>
              <a:t> SEL</a:t>
            </a:r>
          </a:p>
        </p:txBody>
      </p:sp>
      <p:sp>
        <p:nvSpPr>
          <p:cNvPr id="6" name="Title 5">
            <a:extLst>
              <a:ext uri="{FF2B5EF4-FFF2-40B4-BE49-F238E27FC236}">
                <a16:creationId xmlns:a16="http://schemas.microsoft.com/office/drawing/2014/main" id="{97E8C56C-0936-4CBE-81AB-510B907CC82B}"/>
              </a:ext>
            </a:extLst>
          </p:cNvPr>
          <p:cNvSpPr>
            <a:spLocks noGrp="1"/>
          </p:cNvSpPr>
          <p:nvPr>
            <p:ph type="title" hasCustomPrompt="1"/>
          </p:nvPr>
        </p:nvSpPr>
        <p:spPr>
          <a:xfrm>
            <a:off x="660400" y="647700"/>
            <a:ext cx="10868024" cy="2337486"/>
          </a:xfrm>
        </p:spPr>
        <p:txBody>
          <a:bodyPr anchor="b"/>
          <a:lstStyle>
            <a:lvl1pPr>
              <a:defRPr sz="4400">
                <a:solidFill>
                  <a:schemeClr val="bg1"/>
                </a:solidFill>
              </a:defRPr>
            </a:lvl1pPr>
          </a:lstStyle>
          <a:p>
            <a:r>
              <a:rPr lang="en-US" dirty="0"/>
              <a:t>Select to add presentation title</a:t>
            </a:r>
          </a:p>
        </p:txBody>
      </p:sp>
    </p:spTree>
    <p:extLst>
      <p:ext uri="{BB962C8B-B14F-4D97-AF65-F5344CB8AC3E}">
        <p14:creationId xmlns:p14="http://schemas.microsoft.com/office/powerpoint/2010/main" val="333363868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Subtitle (Multiple A)">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413E2DB-6AEF-F6DA-8907-737AE65CD14E}"/>
              </a:ext>
            </a:extLst>
          </p:cNvPr>
          <p:cNvSpPr>
            <a:spLocks/>
          </p:cNvSpPr>
          <p:nvPr/>
        </p:nvSpPr>
        <p:spPr bwMode="ltGray">
          <a:xfrm>
            <a:off x="0" y="-1"/>
            <a:ext cx="12192000" cy="4475163"/>
          </a:xfrm>
          <a:prstGeom prst="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noFill/>
            </a:endParaRPr>
          </a:p>
        </p:txBody>
      </p:sp>
      <p:sp>
        <p:nvSpPr>
          <p:cNvPr id="7" name="Text Placeholder 6">
            <a:extLst>
              <a:ext uri="{FF2B5EF4-FFF2-40B4-BE49-F238E27FC236}">
                <a16:creationId xmlns:a16="http://schemas.microsoft.com/office/drawing/2014/main" id="{67EEE90A-F4D8-E6DD-8B08-D09495B9E589}"/>
              </a:ext>
            </a:extLst>
          </p:cNvPr>
          <p:cNvSpPr>
            <a:spLocks noGrp="1"/>
          </p:cNvSpPr>
          <p:nvPr>
            <p:ph type="body" sz="quarter" idx="10" hasCustomPrompt="1"/>
          </p:nvPr>
        </p:nvSpPr>
        <p:spPr>
          <a:xfrm>
            <a:off x="660401" y="6185174"/>
            <a:ext cx="2416174" cy="305993"/>
          </a:xfrm>
        </p:spPr>
        <p:txBody>
          <a:bodyPr/>
          <a:lstStyle>
            <a:lvl1pPr marL="0" indent="0">
              <a:lnSpc>
                <a:spcPct val="100000"/>
              </a:lnSpc>
              <a:spcAft>
                <a:spcPts val="0"/>
              </a:spcAft>
              <a:buNone/>
              <a:defRPr sz="1800"/>
            </a:lvl1pPr>
            <a:lvl2pPr marL="0" indent="0">
              <a:lnSpc>
                <a:spcPct val="100000"/>
              </a:lnSpc>
              <a:spcAft>
                <a:spcPts val="0"/>
              </a:spcAft>
              <a:buNone/>
              <a:defRPr sz="1800"/>
            </a:lvl2pPr>
            <a:lvl3pPr marL="0" indent="0">
              <a:lnSpc>
                <a:spcPct val="100000"/>
              </a:lnSpc>
              <a:spcAft>
                <a:spcPts val="0"/>
              </a:spcAft>
              <a:buNone/>
              <a:defRPr sz="1800"/>
            </a:lvl3pPr>
            <a:lvl4pPr marL="0" indent="0">
              <a:lnSpc>
                <a:spcPct val="100000"/>
              </a:lnSpc>
              <a:spcAft>
                <a:spcPts val="0"/>
              </a:spcAft>
              <a:buNone/>
              <a:defRPr sz="1800"/>
            </a:lvl4pPr>
            <a:lvl5pPr marL="0" indent="0">
              <a:lnSpc>
                <a:spcPct val="100000"/>
              </a:lnSpc>
              <a:spcAft>
                <a:spcPts val="0"/>
              </a:spcAft>
              <a:buNone/>
              <a:defRPr sz="1800"/>
            </a:lvl5pPr>
            <a:lvl6pPr marL="0" indent="0">
              <a:lnSpc>
                <a:spcPct val="100000"/>
              </a:lnSpc>
              <a:spcAft>
                <a:spcPts val="0"/>
              </a:spcAft>
              <a:buNone/>
              <a:defRPr sz="1800"/>
            </a:lvl6pPr>
            <a:lvl7pPr marL="0" indent="0">
              <a:lnSpc>
                <a:spcPct val="100000"/>
              </a:lnSpc>
              <a:spcAft>
                <a:spcPts val="0"/>
              </a:spcAft>
              <a:buNone/>
              <a:defRPr sz="1800"/>
            </a:lvl7pPr>
            <a:lvl8pPr marL="0" indent="0">
              <a:lnSpc>
                <a:spcPct val="100000"/>
              </a:lnSpc>
              <a:spcAft>
                <a:spcPts val="0"/>
              </a:spcAft>
              <a:buNone/>
              <a:defRPr sz="1800"/>
            </a:lvl8pPr>
            <a:lvl9pPr marL="0" indent="0">
              <a:lnSpc>
                <a:spcPct val="100000"/>
              </a:lnSpc>
              <a:spcAft>
                <a:spcPts val="0"/>
              </a:spcAft>
              <a:buNone/>
              <a:defRPr sz="1800"/>
            </a:lvl9pPr>
          </a:lstStyle>
          <a:p>
            <a:pPr lvl="0"/>
            <a:r>
              <a:rPr lang="en-US" dirty="0"/>
              <a:t>Date code (if needed)</a:t>
            </a:r>
          </a:p>
        </p:txBody>
      </p:sp>
      <p:sp>
        <p:nvSpPr>
          <p:cNvPr id="11" name="Text Placeholder 10">
            <a:extLst>
              <a:ext uri="{FF2B5EF4-FFF2-40B4-BE49-F238E27FC236}">
                <a16:creationId xmlns:a16="http://schemas.microsoft.com/office/drawing/2014/main" id="{BB6BCAEE-D2E6-7D72-1A8D-F5B3C81A4CB4}"/>
              </a:ext>
            </a:extLst>
          </p:cNvPr>
          <p:cNvSpPr>
            <a:spLocks noGrp="1"/>
          </p:cNvSpPr>
          <p:nvPr>
            <p:ph type="body" sz="quarter" idx="12" hasCustomPrompt="1"/>
          </p:nvPr>
        </p:nvSpPr>
        <p:spPr>
          <a:xfrm>
            <a:off x="6256732" y="4986261"/>
            <a:ext cx="5271691" cy="1224039"/>
          </a:xfrm>
        </p:spPr>
        <p:txBody>
          <a:bodyPr/>
          <a:lstStyle>
            <a:lvl1pPr marL="0" indent="0">
              <a:lnSpc>
                <a:spcPct val="100000"/>
              </a:lnSpc>
              <a:spcAft>
                <a:spcPts val="1200"/>
              </a:spcAft>
              <a:buNone/>
              <a:defRPr sz="2800"/>
            </a:lvl1pPr>
            <a:lvl2pPr marL="0" indent="0">
              <a:lnSpc>
                <a:spcPct val="100000"/>
              </a:lnSpc>
              <a:spcAft>
                <a:spcPts val="1200"/>
              </a:spcAft>
              <a:buNone/>
              <a:defRPr sz="2800"/>
            </a:lvl2pPr>
            <a:lvl3pPr marL="0" indent="0">
              <a:lnSpc>
                <a:spcPct val="100000"/>
              </a:lnSpc>
              <a:spcAft>
                <a:spcPts val="1200"/>
              </a:spcAft>
              <a:buNone/>
              <a:defRPr sz="2800"/>
            </a:lvl3pPr>
            <a:lvl4pPr marL="0" indent="0">
              <a:lnSpc>
                <a:spcPct val="100000"/>
              </a:lnSpc>
              <a:spcAft>
                <a:spcPts val="1200"/>
              </a:spcAft>
              <a:buNone/>
              <a:defRPr sz="2800"/>
            </a:lvl4pPr>
            <a:lvl5pPr marL="0" indent="0">
              <a:lnSpc>
                <a:spcPct val="100000"/>
              </a:lnSpc>
              <a:spcAft>
                <a:spcPts val="1200"/>
              </a:spcAft>
              <a:buNone/>
              <a:defRPr sz="2800"/>
            </a:lvl5pPr>
            <a:lvl6pPr marL="0" indent="0">
              <a:lnSpc>
                <a:spcPct val="100000"/>
              </a:lnSpc>
              <a:spcAft>
                <a:spcPts val="1200"/>
              </a:spcAft>
              <a:buNone/>
              <a:defRPr sz="2800"/>
            </a:lvl6pPr>
            <a:lvl7pPr marL="0" indent="0">
              <a:lnSpc>
                <a:spcPct val="100000"/>
              </a:lnSpc>
              <a:spcAft>
                <a:spcPts val="1200"/>
              </a:spcAft>
              <a:buNone/>
              <a:defRPr sz="2800"/>
            </a:lvl7pPr>
            <a:lvl8pPr marL="0" indent="0">
              <a:lnSpc>
                <a:spcPct val="100000"/>
              </a:lnSpc>
              <a:spcAft>
                <a:spcPts val="1200"/>
              </a:spcAft>
              <a:buNone/>
              <a:defRPr sz="2800"/>
            </a:lvl8pPr>
            <a:lvl9pPr marL="0" indent="0">
              <a:lnSpc>
                <a:spcPct val="100000"/>
              </a:lnSpc>
              <a:spcAft>
                <a:spcPts val="1200"/>
              </a:spcAft>
              <a:buNone/>
              <a:defRPr sz="2800"/>
            </a:lvl9pPr>
          </a:lstStyle>
          <a:p>
            <a:pPr lvl="0"/>
            <a:r>
              <a:rPr lang="en-US" dirty="0"/>
              <a:t>Presenter name, presenter title (up to two)</a:t>
            </a:r>
          </a:p>
        </p:txBody>
      </p:sp>
      <p:sp>
        <p:nvSpPr>
          <p:cNvPr id="9" name="Text Placeholder 8">
            <a:extLst>
              <a:ext uri="{FF2B5EF4-FFF2-40B4-BE49-F238E27FC236}">
                <a16:creationId xmlns:a16="http://schemas.microsoft.com/office/drawing/2014/main" id="{A20F8A2B-B885-1F6B-CBF3-CBCAB1E0D855}"/>
              </a:ext>
            </a:extLst>
          </p:cNvPr>
          <p:cNvSpPr>
            <a:spLocks noGrp="1"/>
          </p:cNvSpPr>
          <p:nvPr>
            <p:ph type="body" sz="quarter" idx="11" hasCustomPrompt="1"/>
          </p:nvPr>
        </p:nvSpPr>
        <p:spPr>
          <a:xfrm>
            <a:off x="660400" y="4986261"/>
            <a:ext cx="5114132" cy="1224039"/>
          </a:xfrm>
        </p:spPr>
        <p:txBody>
          <a:bodyPr/>
          <a:lstStyle>
            <a:lvl1pPr marL="0" indent="0">
              <a:lnSpc>
                <a:spcPct val="100000"/>
              </a:lnSpc>
              <a:spcAft>
                <a:spcPts val="1200"/>
              </a:spcAft>
              <a:buNone/>
              <a:defRPr sz="2800"/>
            </a:lvl1pPr>
            <a:lvl2pPr marL="0" indent="0">
              <a:lnSpc>
                <a:spcPct val="100000"/>
              </a:lnSpc>
              <a:spcAft>
                <a:spcPts val="1200"/>
              </a:spcAft>
              <a:buNone/>
              <a:defRPr sz="2800"/>
            </a:lvl2pPr>
            <a:lvl3pPr marL="0" indent="0">
              <a:lnSpc>
                <a:spcPct val="100000"/>
              </a:lnSpc>
              <a:spcAft>
                <a:spcPts val="1200"/>
              </a:spcAft>
              <a:buNone/>
              <a:defRPr sz="2800"/>
            </a:lvl3pPr>
            <a:lvl4pPr marL="0" indent="0">
              <a:lnSpc>
                <a:spcPct val="100000"/>
              </a:lnSpc>
              <a:spcAft>
                <a:spcPts val="1200"/>
              </a:spcAft>
              <a:buNone/>
              <a:defRPr sz="2800"/>
            </a:lvl4pPr>
            <a:lvl5pPr marL="0" indent="0">
              <a:lnSpc>
                <a:spcPct val="100000"/>
              </a:lnSpc>
              <a:spcAft>
                <a:spcPts val="1200"/>
              </a:spcAft>
              <a:buNone/>
              <a:defRPr sz="2800"/>
            </a:lvl5pPr>
            <a:lvl6pPr marL="0" indent="0">
              <a:lnSpc>
                <a:spcPct val="100000"/>
              </a:lnSpc>
              <a:spcAft>
                <a:spcPts val="1200"/>
              </a:spcAft>
              <a:buNone/>
              <a:defRPr sz="2800"/>
            </a:lvl6pPr>
            <a:lvl7pPr marL="0" indent="0">
              <a:lnSpc>
                <a:spcPct val="100000"/>
              </a:lnSpc>
              <a:spcAft>
                <a:spcPts val="1200"/>
              </a:spcAft>
              <a:buNone/>
              <a:defRPr sz="2800"/>
            </a:lvl7pPr>
            <a:lvl8pPr marL="0" indent="0">
              <a:lnSpc>
                <a:spcPct val="100000"/>
              </a:lnSpc>
              <a:spcAft>
                <a:spcPts val="1200"/>
              </a:spcAft>
              <a:buNone/>
              <a:defRPr sz="2800"/>
            </a:lvl8pPr>
            <a:lvl9pPr marL="0" indent="0">
              <a:lnSpc>
                <a:spcPct val="100000"/>
              </a:lnSpc>
              <a:spcAft>
                <a:spcPts val="1200"/>
              </a:spcAft>
              <a:buNone/>
              <a:defRPr sz="2800"/>
            </a:lvl9pPr>
          </a:lstStyle>
          <a:p>
            <a:pPr lvl="0"/>
            <a:r>
              <a:rPr lang="en-US" dirty="0"/>
              <a:t>Presenter name, presenter title (up to two)</a:t>
            </a:r>
          </a:p>
        </p:txBody>
      </p:sp>
      <p:sp>
        <p:nvSpPr>
          <p:cNvPr id="17" name="Text Placeholder 16">
            <a:extLst>
              <a:ext uri="{FF2B5EF4-FFF2-40B4-BE49-F238E27FC236}">
                <a16:creationId xmlns:a16="http://schemas.microsoft.com/office/drawing/2014/main" id="{ACF320E2-998C-93B5-2B5B-3CAA115189E6}"/>
              </a:ext>
            </a:extLst>
          </p:cNvPr>
          <p:cNvSpPr>
            <a:spLocks noGrp="1"/>
          </p:cNvSpPr>
          <p:nvPr>
            <p:ph type="body" sz="quarter" idx="14" hasCustomPrompt="1"/>
          </p:nvPr>
        </p:nvSpPr>
        <p:spPr>
          <a:xfrm>
            <a:off x="660399" y="2565994"/>
            <a:ext cx="10868025" cy="357588"/>
          </a:xfrm>
        </p:spPr>
        <p:txBody>
          <a:bodyPr vert="horz" lIns="0" tIns="0" rIns="0" bIns="0" rtlCol="0" anchor="b" anchorCtr="0">
            <a:noAutofit/>
          </a:bodyPr>
          <a:lstStyle>
            <a:lvl1pPr marL="0" indent="0">
              <a:lnSpc>
                <a:spcPct val="100000"/>
              </a:lnSpc>
              <a:spcAft>
                <a:spcPts val="0"/>
              </a:spcAft>
              <a:buNone/>
              <a:defRPr lang="en-US" sz="2400" cap="all" baseline="0" dirty="0" smtClean="0">
                <a:solidFill>
                  <a:schemeClr val="bg1"/>
                </a:solidFill>
              </a:defRPr>
            </a:lvl1pPr>
            <a:lvl2pPr marL="0" indent="0">
              <a:lnSpc>
                <a:spcPct val="100000"/>
              </a:lnSpc>
              <a:spcAft>
                <a:spcPts val="0"/>
              </a:spcAft>
              <a:buNone/>
              <a:defRPr lang="en-US" sz="2200" dirty="0" smtClean="0">
                <a:solidFill>
                  <a:schemeClr val="bg1"/>
                </a:solidFill>
              </a:defRPr>
            </a:lvl2pPr>
            <a:lvl3pPr marL="0" indent="0">
              <a:lnSpc>
                <a:spcPct val="100000"/>
              </a:lnSpc>
              <a:spcAft>
                <a:spcPts val="0"/>
              </a:spcAft>
              <a:buNone/>
              <a:defRPr lang="en-US" sz="2200" dirty="0" smtClean="0">
                <a:solidFill>
                  <a:schemeClr val="bg1"/>
                </a:solidFill>
              </a:defRPr>
            </a:lvl3pPr>
            <a:lvl4pPr marL="0" indent="0">
              <a:lnSpc>
                <a:spcPct val="100000"/>
              </a:lnSpc>
              <a:spcAft>
                <a:spcPts val="0"/>
              </a:spcAft>
              <a:buNone/>
              <a:defRPr lang="en-US" sz="2200" dirty="0" smtClean="0">
                <a:solidFill>
                  <a:schemeClr val="bg1"/>
                </a:solidFill>
              </a:defRPr>
            </a:lvl4pPr>
            <a:lvl5pPr marL="0" indent="0">
              <a:lnSpc>
                <a:spcPct val="100000"/>
              </a:lnSpc>
              <a:spcAft>
                <a:spcPts val="0"/>
              </a:spcAft>
              <a:buNone/>
              <a:defRPr lang="en-US" sz="2200" dirty="0" smtClean="0">
                <a:solidFill>
                  <a:schemeClr val="bg1"/>
                </a:solidFill>
              </a:defRPr>
            </a:lvl5pPr>
            <a:lvl6pPr marL="0" indent="0">
              <a:lnSpc>
                <a:spcPct val="100000"/>
              </a:lnSpc>
              <a:spcAft>
                <a:spcPts val="0"/>
              </a:spcAft>
              <a:buNone/>
              <a:defRPr lang="en-US" sz="2200" dirty="0" smtClean="0">
                <a:solidFill>
                  <a:schemeClr val="bg1"/>
                </a:solidFill>
              </a:defRPr>
            </a:lvl6pPr>
            <a:lvl7pPr marL="0" indent="0">
              <a:lnSpc>
                <a:spcPct val="100000"/>
              </a:lnSpc>
              <a:spcAft>
                <a:spcPts val="0"/>
              </a:spcAft>
              <a:buNone/>
              <a:defRPr lang="en-US" sz="2200" dirty="0" smtClean="0">
                <a:solidFill>
                  <a:schemeClr val="bg1"/>
                </a:solidFill>
              </a:defRPr>
            </a:lvl7pPr>
            <a:lvl8pPr marL="0" indent="0">
              <a:lnSpc>
                <a:spcPct val="100000"/>
              </a:lnSpc>
              <a:spcAft>
                <a:spcPts val="0"/>
              </a:spcAft>
              <a:buNone/>
              <a:defRPr lang="en-US" sz="2200" dirty="0" smtClean="0">
                <a:solidFill>
                  <a:schemeClr val="bg1"/>
                </a:solidFill>
              </a:defRPr>
            </a:lvl8pPr>
            <a:lvl9pPr marL="0" indent="0">
              <a:lnSpc>
                <a:spcPct val="100000"/>
              </a:lnSpc>
              <a:spcAft>
                <a:spcPts val="0"/>
              </a:spcAft>
              <a:buNone/>
              <a:defRPr lang="en-US" sz="2200" dirty="0">
                <a:solidFill>
                  <a:schemeClr val="bg1"/>
                </a:solidFill>
              </a:defRPr>
            </a:lvl9pPr>
          </a:lstStyle>
          <a:p>
            <a:pPr marL="0" lvl="0" indent="0">
              <a:lnSpc>
                <a:spcPct val="100000"/>
              </a:lnSpc>
              <a:spcAft>
                <a:spcPts val="0"/>
              </a:spcAft>
              <a:buFontTx/>
              <a:buNone/>
            </a:pPr>
            <a:r>
              <a:rPr lang="en-US" dirty="0"/>
              <a:t>Select to add presentation subtitle (Uppercase)</a:t>
            </a:r>
          </a:p>
        </p:txBody>
      </p:sp>
      <p:sp>
        <p:nvSpPr>
          <p:cNvPr id="2" name="Title 1">
            <a:extLst>
              <a:ext uri="{FF2B5EF4-FFF2-40B4-BE49-F238E27FC236}">
                <a16:creationId xmlns:a16="http://schemas.microsoft.com/office/drawing/2014/main" id="{1A0E9BCC-61AC-8F52-38F2-EA98F3C042F2}"/>
              </a:ext>
            </a:extLst>
          </p:cNvPr>
          <p:cNvSpPr>
            <a:spLocks noGrp="1"/>
          </p:cNvSpPr>
          <p:nvPr>
            <p:ph type="title" hasCustomPrompt="1"/>
          </p:nvPr>
        </p:nvSpPr>
        <p:spPr>
          <a:xfrm>
            <a:off x="660401" y="647699"/>
            <a:ext cx="10868023" cy="1765393"/>
          </a:xfrm>
        </p:spPr>
        <p:txBody>
          <a:bodyPr vert="horz" lIns="0" tIns="0" rIns="0" bIns="0" rtlCol="0" anchor="b" anchorCtr="0">
            <a:noAutofit/>
          </a:bodyPr>
          <a:lstStyle>
            <a:lvl1pPr>
              <a:defRPr lang="en-US" sz="4400">
                <a:solidFill>
                  <a:schemeClr val="bg1"/>
                </a:solidFill>
              </a:defRPr>
            </a:lvl1pPr>
          </a:lstStyle>
          <a:p>
            <a:pPr lvl="0"/>
            <a:r>
              <a:rPr lang="en-US" dirty="0"/>
              <a:t>Select to add presentation title</a:t>
            </a:r>
          </a:p>
        </p:txBody>
      </p:sp>
      <p:sp>
        <p:nvSpPr>
          <p:cNvPr id="18" name="SEL_Copyright">
            <a:extLst>
              <a:ext uri="{FF2B5EF4-FFF2-40B4-BE49-F238E27FC236}">
                <a16:creationId xmlns:a16="http://schemas.microsoft.com/office/drawing/2014/main" id="{547E8AFA-AB0E-FC2A-6897-D01E11AE9CE7}"/>
              </a:ext>
            </a:extLst>
          </p:cNvPr>
          <p:cNvSpPr txBox="1">
            <a:spLocks/>
          </p:cNvSpPr>
          <p:nvPr/>
        </p:nvSpPr>
        <p:spPr>
          <a:xfrm>
            <a:off x="10698611" y="628168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rPr>
              <a:t>© </a:t>
            </a:r>
            <a:fld id="{D15F6786-B767-47FD-B80E-44E0BCF4AD80}" type="datetimeyyyy">
              <a:rPr kumimoji="0" lang="en-US" sz="900" b="0" i="0" u="none" strike="noStrike" kern="0" cap="none" spc="0" normalizeH="0" baseline="0" noProof="0" smtClean="0">
                <a:ln>
                  <a:noFill/>
                </a:ln>
                <a:solidFill>
                  <a:schemeClr val="tx1"/>
                </a:solidFill>
                <a:effectLst/>
                <a:uLnTx/>
                <a:uFillTx/>
              </a:rPr>
              <a:t>2025</a:t>
            </a:fld>
            <a:r>
              <a:rPr kumimoji="0" lang="en-US" sz="900" b="0" i="0" u="none" strike="noStrike" kern="0" cap="none" spc="0" normalizeH="0" baseline="0" noProof="0" dirty="0">
                <a:ln>
                  <a:noFill/>
                </a:ln>
                <a:solidFill>
                  <a:schemeClr val="tx1"/>
                </a:solidFill>
                <a:effectLst/>
                <a:uLnTx/>
                <a:uFillTx/>
              </a:rPr>
              <a:t> SEL</a:t>
            </a:r>
          </a:p>
        </p:txBody>
      </p:sp>
    </p:spTree>
    <p:extLst>
      <p:ext uri="{BB962C8B-B14F-4D97-AF65-F5344CB8AC3E}">
        <p14:creationId xmlns:p14="http://schemas.microsoft.com/office/powerpoint/2010/main" val="35782732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Subtitle (Multiple B)">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B3AEA11-2A2C-FF15-1EAD-41E1C99BEB5E}"/>
              </a:ext>
            </a:extLst>
          </p:cNvPr>
          <p:cNvSpPr>
            <a:spLocks/>
          </p:cNvSpPr>
          <p:nvPr userDrawn="1"/>
        </p:nvSpPr>
        <p:spPr bwMode="ltGray">
          <a:xfrm>
            <a:off x="0" y="0"/>
            <a:ext cx="12192000" cy="3429000"/>
          </a:xfrm>
          <a:prstGeom prst="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noFill/>
            </a:endParaRPr>
          </a:p>
        </p:txBody>
      </p:sp>
      <p:sp>
        <p:nvSpPr>
          <p:cNvPr id="16" name="Text Placeholder 15">
            <a:extLst>
              <a:ext uri="{FF2B5EF4-FFF2-40B4-BE49-F238E27FC236}">
                <a16:creationId xmlns:a16="http://schemas.microsoft.com/office/drawing/2014/main" id="{A1A9921D-CC6D-46F6-C817-996585E78CC9}"/>
              </a:ext>
            </a:extLst>
          </p:cNvPr>
          <p:cNvSpPr>
            <a:spLocks noGrp="1"/>
          </p:cNvSpPr>
          <p:nvPr>
            <p:ph type="body" sz="quarter" idx="13" hasCustomPrompt="1"/>
          </p:nvPr>
        </p:nvSpPr>
        <p:spPr>
          <a:xfrm>
            <a:off x="660401" y="6185174"/>
            <a:ext cx="2416174" cy="305993"/>
          </a:xfrm>
        </p:spPr>
        <p:txBody>
          <a:bodyPr/>
          <a:lstStyle>
            <a:lvl1pPr marL="0" indent="0">
              <a:lnSpc>
                <a:spcPct val="100000"/>
              </a:lnSpc>
              <a:spcAft>
                <a:spcPts val="0"/>
              </a:spcAft>
              <a:buNone/>
              <a:defRPr sz="1800"/>
            </a:lvl1pPr>
            <a:lvl2pPr marL="0" indent="0">
              <a:lnSpc>
                <a:spcPct val="100000"/>
              </a:lnSpc>
              <a:spcAft>
                <a:spcPts val="0"/>
              </a:spcAft>
              <a:buNone/>
              <a:defRPr sz="1800"/>
            </a:lvl2pPr>
            <a:lvl3pPr marL="0" indent="0">
              <a:lnSpc>
                <a:spcPct val="100000"/>
              </a:lnSpc>
              <a:spcAft>
                <a:spcPts val="0"/>
              </a:spcAft>
              <a:buNone/>
              <a:defRPr sz="1800"/>
            </a:lvl3pPr>
            <a:lvl4pPr marL="0" indent="0">
              <a:lnSpc>
                <a:spcPct val="100000"/>
              </a:lnSpc>
              <a:spcAft>
                <a:spcPts val="0"/>
              </a:spcAft>
              <a:buNone/>
              <a:defRPr sz="1800"/>
            </a:lvl4pPr>
            <a:lvl5pPr marL="0" indent="0">
              <a:lnSpc>
                <a:spcPct val="100000"/>
              </a:lnSpc>
              <a:spcAft>
                <a:spcPts val="0"/>
              </a:spcAft>
              <a:buNone/>
              <a:defRPr sz="1800"/>
            </a:lvl5pPr>
            <a:lvl6pPr marL="0" indent="0">
              <a:lnSpc>
                <a:spcPct val="100000"/>
              </a:lnSpc>
              <a:spcAft>
                <a:spcPts val="0"/>
              </a:spcAft>
              <a:buNone/>
              <a:defRPr sz="1800"/>
            </a:lvl6pPr>
            <a:lvl7pPr marL="0" indent="0">
              <a:lnSpc>
                <a:spcPct val="100000"/>
              </a:lnSpc>
              <a:spcAft>
                <a:spcPts val="0"/>
              </a:spcAft>
              <a:buNone/>
              <a:defRPr sz="1800"/>
            </a:lvl7pPr>
            <a:lvl8pPr marL="0" indent="0">
              <a:lnSpc>
                <a:spcPct val="100000"/>
              </a:lnSpc>
              <a:spcAft>
                <a:spcPts val="0"/>
              </a:spcAft>
              <a:buNone/>
              <a:defRPr sz="1800"/>
            </a:lvl8pPr>
            <a:lvl9pPr marL="0" indent="0">
              <a:lnSpc>
                <a:spcPct val="100000"/>
              </a:lnSpc>
              <a:spcAft>
                <a:spcPts val="0"/>
              </a:spcAft>
              <a:buNone/>
              <a:defRPr sz="1800"/>
            </a:lvl9pPr>
          </a:lstStyle>
          <a:p>
            <a:pPr lvl="0"/>
            <a:r>
              <a:rPr lang="en-US" dirty="0"/>
              <a:t>Date code (if needed)</a:t>
            </a:r>
          </a:p>
        </p:txBody>
      </p:sp>
      <p:sp>
        <p:nvSpPr>
          <p:cNvPr id="14" name="Text Placeholder 13">
            <a:extLst>
              <a:ext uri="{FF2B5EF4-FFF2-40B4-BE49-F238E27FC236}">
                <a16:creationId xmlns:a16="http://schemas.microsoft.com/office/drawing/2014/main" id="{29EEDF8A-BCBE-6755-DF49-1ED4660844D2}"/>
              </a:ext>
            </a:extLst>
          </p:cNvPr>
          <p:cNvSpPr>
            <a:spLocks noGrp="1"/>
          </p:cNvSpPr>
          <p:nvPr>
            <p:ph type="body" sz="quarter" idx="12" hasCustomPrompt="1"/>
          </p:nvPr>
        </p:nvSpPr>
        <p:spPr>
          <a:xfrm>
            <a:off x="6096000" y="4029834"/>
            <a:ext cx="5435600" cy="2180466"/>
          </a:xfrm>
        </p:spPr>
        <p:txBody>
          <a:bodyPr/>
          <a:lstStyle>
            <a:lvl1pPr marL="0" indent="0">
              <a:lnSpc>
                <a:spcPct val="100000"/>
              </a:lnSpc>
              <a:spcAft>
                <a:spcPts val="1200"/>
              </a:spcAft>
              <a:buNone/>
              <a:defRPr sz="2800"/>
            </a:lvl1pPr>
            <a:lvl2pPr marL="0" indent="0">
              <a:lnSpc>
                <a:spcPct val="100000"/>
              </a:lnSpc>
              <a:spcAft>
                <a:spcPts val="1200"/>
              </a:spcAft>
              <a:buNone/>
              <a:defRPr sz="2800"/>
            </a:lvl2pPr>
            <a:lvl3pPr marL="0" indent="0">
              <a:lnSpc>
                <a:spcPct val="100000"/>
              </a:lnSpc>
              <a:spcAft>
                <a:spcPts val="1200"/>
              </a:spcAft>
              <a:buNone/>
              <a:defRPr sz="2800"/>
            </a:lvl3pPr>
            <a:lvl4pPr marL="0" indent="0">
              <a:lnSpc>
                <a:spcPct val="100000"/>
              </a:lnSpc>
              <a:spcAft>
                <a:spcPts val="1200"/>
              </a:spcAft>
              <a:buNone/>
              <a:defRPr sz="2800"/>
            </a:lvl4pPr>
            <a:lvl5pPr marL="0" indent="0">
              <a:lnSpc>
                <a:spcPct val="100000"/>
              </a:lnSpc>
              <a:spcAft>
                <a:spcPts val="1200"/>
              </a:spcAft>
              <a:buNone/>
              <a:defRPr sz="2800"/>
            </a:lvl5pPr>
            <a:lvl6pPr marL="0" indent="0">
              <a:lnSpc>
                <a:spcPct val="100000"/>
              </a:lnSpc>
              <a:spcAft>
                <a:spcPts val="1200"/>
              </a:spcAft>
              <a:buNone/>
              <a:defRPr sz="2800"/>
            </a:lvl6pPr>
            <a:lvl7pPr marL="0" indent="0">
              <a:lnSpc>
                <a:spcPct val="100000"/>
              </a:lnSpc>
              <a:spcAft>
                <a:spcPts val="1200"/>
              </a:spcAft>
              <a:buNone/>
              <a:defRPr sz="2800"/>
            </a:lvl7pPr>
            <a:lvl8pPr marL="0" indent="0">
              <a:lnSpc>
                <a:spcPct val="100000"/>
              </a:lnSpc>
              <a:spcAft>
                <a:spcPts val="1200"/>
              </a:spcAft>
              <a:buNone/>
              <a:defRPr sz="2800"/>
            </a:lvl8pPr>
            <a:lvl9pPr marL="0" indent="0">
              <a:lnSpc>
                <a:spcPct val="100000"/>
              </a:lnSpc>
              <a:spcAft>
                <a:spcPts val="1200"/>
              </a:spcAft>
              <a:buNone/>
              <a:defRPr sz="2800"/>
            </a:lvl9pPr>
          </a:lstStyle>
          <a:p>
            <a:pPr lvl="0"/>
            <a:r>
              <a:rPr lang="en-US" dirty="0"/>
              <a:t>Presenter name, presenter title (up to three)</a:t>
            </a:r>
          </a:p>
        </p:txBody>
      </p:sp>
      <p:sp>
        <p:nvSpPr>
          <p:cNvPr id="12" name="Text Placeholder 11">
            <a:extLst>
              <a:ext uri="{FF2B5EF4-FFF2-40B4-BE49-F238E27FC236}">
                <a16:creationId xmlns:a16="http://schemas.microsoft.com/office/drawing/2014/main" id="{A7AA1C17-67FB-2C17-73A3-E595AEAE2C05}"/>
              </a:ext>
            </a:extLst>
          </p:cNvPr>
          <p:cNvSpPr>
            <a:spLocks noGrp="1"/>
          </p:cNvSpPr>
          <p:nvPr>
            <p:ph type="body" sz="quarter" idx="11" hasCustomPrompt="1"/>
          </p:nvPr>
        </p:nvSpPr>
        <p:spPr>
          <a:xfrm>
            <a:off x="660400" y="4029834"/>
            <a:ext cx="5114132" cy="2180466"/>
          </a:xfrm>
        </p:spPr>
        <p:txBody>
          <a:bodyPr/>
          <a:lstStyle>
            <a:lvl1pPr marL="0" indent="0">
              <a:lnSpc>
                <a:spcPct val="100000"/>
              </a:lnSpc>
              <a:spcAft>
                <a:spcPts val="1200"/>
              </a:spcAft>
              <a:buNone/>
              <a:defRPr sz="2800"/>
            </a:lvl1pPr>
            <a:lvl2pPr marL="0" indent="0">
              <a:lnSpc>
                <a:spcPct val="100000"/>
              </a:lnSpc>
              <a:spcAft>
                <a:spcPts val="1200"/>
              </a:spcAft>
              <a:buNone/>
              <a:defRPr sz="2800"/>
            </a:lvl2pPr>
            <a:lvl3pPr marL="0" indent="0">
              <a:lnSpc>
                <a:spcPct val="100000"/>
              </a:lnSpc>
              <a:spcAft>
                <a:spcPts val="1200"/>
              </a:spcAft>
              <a:buNone/>
              <a:defRPr sz="2800"/>
            </a:lvl3pPr>
            <a:lvl4pPr marL="0" indent="0">
              <a:lnSpc>
                <a:spcPct val="100000"/>
              </a:lnSpc>
              <a:spcAft>
                <a:spcPts val="1200"/>
              </a:spcAft>
              <a:buNone/>
              <a:defRPr sz="2800"/>
            </a:lvl4pPr>
            <a:lvl5pPr marL="0" indent="0">
              <a:lnSpc>
                <a:spcPct val="100000"/>
              </a:lnSpc>
              <a:spcAft>
                <a:spcPts val="1200"/>
              </a:spcAft>
              <a:buNone/>
              <a:defRPr sz="2800"/>
            </a:lvl5pPr>
            <a:lvl6pPr marL="0" indent="0">
              <a:lnSpc>
                <a:spcPct val="100000"/>
              </a:lnSpc>
              <a:spcAft>
                <a:spcPts val="1200"/>
              </a:spcAft>
              <a:buNone/>
              <a:defRPr sz="2800"/>
            </a:lvl6pPr>
            <a:lvl7pPr marL="0" indent="0">
              <a:lnSpc>
                <a:spcPct val="100000"/>
              </a:lnSpc>
              <a:spcAft>
                <a:spcPts val="1200"/>
              </a:spcAft>
              <a:buNone/>
              <a:defRPr sz="2800"/>
            </a:lvl7pPr>
            <a:lvl8pPr marL="0" indent="0">
              <a:lnSpc>
                <a:spcPct val="100000"/>
              </a:lnSpc>
              <a:spcAft>
                <a:spcPts val="1200"/>
              </a:spcAft>
              <a:buNone/>
              <a:defRPr sz="2800"/>
            </a:lvl8pPr>
            <a:lvl9pPr marL="0" indent="0">
              <a:lnSpc>
                <a:spcPct val="100000"/>
              </a:lnSpc>
              <a:spcAft>
                <a:spcPts val="1200"/>
              </a:spcAft>
              <a:buNone/>
              <a:defRPr sz="2800"/>
            </a:lvl9pPr>
          </a:lstStyle>
          <a:p>
            <a:pPr lvl="0"/>
            <a:r>
              <a:rPr lang="en-US" dirty="0"/>
              <a:t>Presenter name, presenter title (up to three)</a:t>
            </a:r>
          </a:p>
        </p:txBody>
      </p:sp>
      <p:sp>
        <p:nvSpPr>
          <p:cNvPr id="7" name="Text Placeholder 6">
            <a:extLst>
              <a:ext uri="{FF2B5EF4-FFF2-40B4-BE49-F238E27FC236}">
                <a16:creationId xmlns:a16="http://schemas.microsoft.com/office/drawing/2014/main" id="{961A97AE-D513-A51D-5868-228281CA516F}"/>
              </a:ext>
            </a:extLst>
          </p:cNvPr>
          <p:cNvSpPr>
            <a:spLocks noGrp="1"/>
          </p:cNvSpPr>
          <p:nvPr>
            <p:ph type="body" sz="quarter" idx="10" hasCustomPrompt="1"/>
          </p:nvPr>
        </p:nvSpPr>
        <p:spPr>
          <a:xfrm>
            <a:off x="660399" y="1425017"/>
            <a:ext cx="10868025" cy="357588"/>
          </a:xfrm>
        </p:spPr>
        <p:txBody>
          <a:bodyPr anchor="b"/>
          <a:lstStyle>
            <a:lvl1pPr marL="0" indent="0">
              <a:lnSpc>
                <a:spcPct val="100000"/>
              </a:lnSpc>
              <a:spcAft>
                <a:spcPts val="0"/>
              </a:spcAft>
              <a:buNone/>
              <a:defRPr sz="2400" cap="all" baseline="0">
                <a:solidFill>
                  <a:schemeClr val="bg1"/>
                </a:solidFill>
              </a:defRPr>
            </a:lvl1pPr>
            <a:lvl2pPr marL="0" indent="0">
              <a:lnSpc>
                <a:spcPct val="100000"/>
              </a:lnSpc>
              <a:spcAft>
                <a:spcPts val="0"/>
              </a:spcAft>
              <a:buNone/>
              <a:defRPr sz="2400"/>
            </a:lvl2pPr>
            <a:lvl3pPr marL="0" indent="0">
              <a:lnSpc>
                <a:spcPct val="100000"/>
              </a:lnSpc>
              <a:spcAft>
                <a:spcPts val="0"/>
              </a:spcAft>
              <a:buNone/>
              <a:defRPr sz="2400"/>
            </a:lvl3pPr>
            <a:lvl4pPr marL="0" indent="0">
              <a:lnSpc>
                <a:spcPct val="100000"/>
              </a:lnSpc>
              <a:spcAft>
                <a:spcPts val="0"/>
              </a:spcAft>
              <a:buNone/>
              <a:defRPr sz="2400"/>
            </a:lvl4pPr>
            <a:lvl5pPr marL="0" indent="0">
              <a:lnSpc>
                <a:spcPct val="100000"/>
              </a:lnSpc>
              <a:spcAft>
                <a:spcPts val="0"/>
              </a:spcAft>
              <a:buNone/>
              <a:defRPr sz="2400"/>
            </a:lvl5pPr>
            <a:lvl6pPr marL="0" indent="0">
              <a:lnSpc>
                <a:spcPct val="100000"/>
              </a:lnSpc>
              <a:spcAft>
                <a:spcPts val="0"/>
              </a:spcAft>
              <a:buNone/>
              <a:defRPr sz="2400"/>
            </a:lvl6pPr>
            <a:lvl7pPr marL="0" indent="0">
              <a:lnSpc>
                <a:spcPct val="100000"/>
              </a:lnSpc>
              <a:spcAft>
                <a:spcPts val="0"/>
              </a:spcAft>
              <a:buNone/>
              <a:defRPr sz="2400"/>
            </a:lvl7pPr>
            <a:lvl8pPr marL="0" indent="0">
              <a:lnSpc>
                <a:spcPct val="100000"/>
              </a:lnSpc>
              <a:spcAft>
                <a:spcPts val="0"/>
              </a:spcAft>
              <a:buNone/>
              <a:defRPr sz="2400"/>
            </a:lvl8pPr>
            <a:lvl9pPr marL="0" indent="0">
              <a:lnSpc>
                <a:spcPct val="100000"/>
              </a:lnSpc>
              <a:spcAft>
                <a:spcPts val="0"/>
              </a:spcAft>
              <a:buNone/>
              <a:defRPr sz="2400"/>
            </a:lvl9pPr>
          </a:lstStyle>
          <a:p>
            <a:pPr lvl="0"/>
            <a:r>
              <a:rPr lang="en-US" dirty="0"/>
              <a:t>SELECT TO ADD PRESENTATION SUBTITLE (UPPERCASE)</a:t>
            </a:r>
          </a:p>
        </p:txBody>
      </p:sp>
      <p:sp>
        <p:nvSpPr>
          <p:cNvPr id="2" name="Title 1">
            <a:extLst>
              <a:ext uri="{FF2B5EF4-FFF2-40B4-BE49-F238E27FC236}">
                <a16:creationId xmlns:a16="http://schemas.microsoft.com/office/drawing/2014/main" id="{CFEE5EFD-C261-9FDA-BCD9-AD3F7283A82D}"/>
              </a:ext>
            </a:extLst>
          </p:cNvPr>
          <p:cNvSpPr>
            <a:spLocks noGrp="1"/>
          </p:cNvSpPr>
          <p:nvPr>
            <p:ph type="title" hasCustomPrompt="1"/>
          </p:nvPr>
        </p:nvSpPr>
        <p:spPr>
          <a:xfrm>
            <a:off x="660401" y="647700"/>
            <a:ext cx="10868023" cy="624415"/>
          </a:xfrm>
        </p:spPr>
        <p:txBody>
          <a:bodyPr anchor="b"/>
          <a:lstStyle>
            <a:lvl1pPr>
              <a:defRPr sz="4400">
                <a:solidFill>
                  <a:schemeClr val="bg1"/>
                </a:solidFill>
              </a:defRPr>
            </a:lvl1pPr>
          </a:lstStyle>
          <a:p>
            <a:r>
              <a:rPr lang="en-US" dirty="0"/>
              <a:t>Select to add presentation title</a:t>
            </a:r>
          </a:p>
        </p:txBody>
      </p:sp>
      <p:sp>
        <p:nvSpPr>
          <p:cNvPr id="3" name="SEL_Copyright">
            <a:extLst>
              <a:ext uri="{FF2B5EF4-FFF2-40B4-BE49-F238E27FC236}">
                <a16:creationId xmlns:a16="http://schemas.microsoft.com/office/drawing/2014/main" id="{31A6C09B-FDE6-7F79-93C4-AC976210800E}"/>
              </a:ext>
            </a:extLst>
          </p:cNvPr>
          <p:cNvSpPr txBox="1">
            <a:spLocks/>
          </p:cNvSpPr>
          <p:nvPr userDrawn="1"/>
        </p:nvSpPr>
        <p:spPr>
          <a:xfrm>
            <a:off x="10698611" y="628168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rPr>
              <a:t>© </a:t>
            </a:r>
            <a:fld id="{D15F6786-B767-47FD-B80E-44E0BCF4AD80}" type="datetimeyyyy">
              <a:rPr kumimoji="0" lang="en-US" sz="900" b="0" i="0" u="none" strike="noStrike" kern="0" cap="none" spc="0" normalizeH="0" baseline="0" noProof="0" smtClean="0">
                <a:ln>
                  <a:noFill/>
                </a:ln>
                <a:solidFill>
                  <a:schemeClr val="tx1"/>
                </a:solidFill>
                <a:effectLst/>
                <a:uLnTx/>
                <a:uFillTx/>
              </a:rPr>
              <a:t>2025</a:t>
            </a:fld>
            <a:r>
              <a:rPr kumimoji="0" lang="en-US" sz="900" b="0" i="0" u="none" strike="noStrike" kern="0" cap="none" spc="0" normalizeH="0" baseline="0" noProof="0" dirty="0">
                <a:ln>
                  <a:noFill/>
                </a:ln>
                <a:solidFill>
                  <a:schemeClr val="tx1"/>
                </a:solidFill>
                <a:effectLst/>
                <a:uLnTx/>
                <a:uFillTx/>
              </a:rPr>
              <a:t> SEL</a:t>
            </a:r>
          </a:p>
        </p:txBody>
      </p:sp>
    </p:spTree>
    <p:extLst>
      <p:ext uri="{BB962C8B-B14F-4D97-AF65-F5344CB8AC3E}">
        <p14:creationId xmlns:p14="http://schemas.microsoft.com/office/powerpoint/2010/main" val="2700792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1B0C2B0-9760-48D7-97C9-BC12F2283F97}"/>
              </a:ext>
            </a:extLst>
          </p:cNvPr>
          <p:cNvSpPr>
            <a:spLocks/>
          </p:cNvSpPr>
          <p:nvPr/>
        </p:nvSpPr>
        <p:spPr bwMode="ltGray">
          <a:xfrm>
            <a:off x="0" y="0"/>
            <a:ext cx="12192000" cy="3429000"/>
          </a:xfrm>
          <a:prstGeom prst="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noFill/>
            </a:endParaRPr>
          </a:p>
        </p:txBody>
      </p:sp>
      <p:sp>
        <p:nvSpPr>
          <p:cNvPr id="3" name="Text Placeholder 2">
            <a:extLst>
              <a:ext uri="{FF2B5EF4-FFF2-40B4-BE49-F238E27FC236}">
                <a16:creationId xmlns:a16="http://schemas.microsoft.com/office/drawing/2014/main" id="{EF47F425-A066-4216-9C82-E350CD3938CC}"/>
              </a:ext>
            </a:extLst>
          </p:cNvPr>
          <p:cNvSpPr>
            <a:spLocks noGrp="1"/>
          </p:cNvSpPr>
          <p:nvPr>
            <p:ph type="body" idx="1" hasCustomPrompt="1"/>
          </p:nvPr>
        </p:nvSpPr>
        <p:spPr>
          <a:xfrm>
            <a:off x="660399" y="4048396"/>
            <a:ext cx="10868025" cy="2161904"/>
          </a:xfrm>
        </p:spPr>
        <p:txBody>
          <a:bodyPr lIns="0" rIns="0"/>
          <a:lstStyle>
            <a:lvl1pPr marL="0" indent="0">
              <a:buNone/>
              <a:defRPr sz="2800" b="0">
                <a:solidFill>
                  <a:schemeClr val="tx1"/>
                </a:solidFill>
              </a:defRPr>
            </a:lvl1pPr>
            <a:lvl2pPr marL="0" indent="0">
              <a:buNone/>
              <a:defRPr sz="2400">
                <a:solidFill>
                  <a:schemeClr val="tx1"/>
                </a:solidFill>
              </a:defRPr>
            </a:lvl2pPr>
            <a:lvl3pPr marL="0" indent="0">
              <a:buNone/>
              <a:defRPr sz="2400">
                <a:solidFill>
                  <a:schemeClr val="tx1"/>
                </a:solidFill>
              </a:defRPr>
            </a:lvl3pPr>
            <a:lvl4pPr marL="0" indent="0">
              <a:buNone/>
              <a:defRPr sz="2400">
                <a:solidFill>
                  <a:schemeClr val="tx1"/>
                </a:solidFill>
              </a:defRPr>
            </a:lvl4pPr>
            <a:lvl5pPr marL="0" indent="0">
              <a:buNone/>
              <a:defRPr sz="2400">
                <a:solidFill>
                  <a:schemeClr val="tx1"/>
                </a:solidFill>
              </a:defRPr>
            </a:lvl5pPr>
            <a:lvl6pPr marL="0" indent="0">
              <a:buNone/>
              <a:defRPr sz="2400">
                <a:solidFill>
                  <a:schemeClr val="tx1"/>
                </a:solidFill>
              </a:defRPr>
            </a:lvl6pPr>
            <a:lvl7pPr marL="0" indent="0">
              <a:buNone/>
              <a:defRPr sz="2400">
                <a:solidFill>
                  <a:schemeClr val="tx1"/>
                </a:solidFill>
              </a:defRPr>
            </a:lvl7pPr>
            <a:lvl8pPr marL="0" indent="0">
              <a:buNone/>
              <a:defRPr sz="2400">
                <a:solidFill>
                  <a:schemeClr val="tx1"/>
                </a:solidFill>
              </a:defRPr>
            </a:lvl8pPr>
            <a:lvl9pPr marL="0" indent="0">
              <a:buNone/>
              <a:defRPr sz="2400">
                <a:solidFill>
                  <a:schemeClr val="tx1"/>
                </a:solidFill>
              </a:defRPr>
            </a:lvl9pPr>
          </a:lstStyle>
          <a:p>
            <a:pPr lvl="0"/>
            <a:r>
              <a:rPr lang="en-US" dirty="0"/>
              <a:t>Select to add </a:t>
            </a:r>
            <a:r>
              <a:rPr lang="en-US"/>
              <a:t>section subtitle or descriptive text (four lines maximum)</a:t>
            </a:r>
            <a:endParaRPr lang="en-US" dirty="0"/>
          </a:p>
        </p:txBody>
      </p:sp>
      <p:sp>
        <p:nvSpPr>
          <p:cNvPr id="2" name="Title 1">
            <a:extLst>
              <a:ext uri="{FF2B5EF4-FFF2-40B4-BE49-F238E27FC236}">
                <a16:creationId xmlns:a16="http://schemas.microsoft.com/office/drawing/2014/main" id="{2F2451D7-450B-4306-A9FF-6A9986A04577}"/>
              </a:ext>
            </a:extLst>
          </p:cNvPr>
          <p:cNvSpPr>
            <a:spLocks noGrp="1"/>
          </p:cNvSpPr>
          <p:nvPr>
            <p:ph type="title" hasCustomPrompt="1"/>
          </p:nvPr>
        </p:nvSpPr>
        <p:spPr>
          <a:xfrm>
            <a:off x="660399" y="647700"/>
            <a:ext cx="10868025" cy="2223517"/>
          </a:xfrm>
        </p:spPr>
        <p:txBody>
          <a:bodyPr anchor="b" anchorCtr="0"/>
          <a:lstStyle>
            <a:lvl1pPr>
              <a:defRPr sz="4000">
                <a:solidFill>
                  <a:schemeClr val="bg1"/>
                </a:solidFill>
              </a:defRPr>
            </a:lvl1pPr>
          </a:lstStyle>
          <a:p>
            <a:r>
              <a:rPr lang="en-US" dirty="0"/>
              <a:t>Select to add </a:t>
            </a:r>
            <a:r>
              <a:rPr lang="en-US"/>
              <a:t>section title</a:t>
            </a:r>
            <a:endParaRPr lang="en-US" dirty="0"/>
          </a:p>
        </p:txBody>
      </p:sp>
    </p:spTree>
    <p:extLst>
      <p:ext uri="{BB962C8B-B14F-4D97-AF65-F5344CB8AC3E}">
        <p14:creationId xmlns:p14="http://schemas.microsoft.com/office/powerpoint/2010/main" val="26018422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ection Header (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6FC2DB-C44E-48C9-B72E-A341730AA423}"/>
              </a:ext>
            </a:extLst>
          </p:cNvPr>
          <p:cNvSpPr>
            <a:spLocks/>
          </p:cNvSpPr>
          <p:nvPr/>
        </p:nvSpPr>
        <p:spPr bwMode="ltGray">
          <a:xfrm>
            <a:off x="0" y="0"/>
            <a:ext cx="12192000" cy="3429000"/>
          </a:xfrm>
          <a:prstGeom prst="rect">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bg1"/>
              </a:solidFill>
            </a:endParaRPr>
          </a:p>
        </p:txBody>
      </p:sp>
      <p:sp>
        <p:nvSpPr>
          <p:cNvPr id="2" name="Title 1">
            <a:extLst>
              <a:ext uri="{FF2B5EF4-FFF2-40B4-BE49-F238E27FC236}">
                <a16:creationId xmlns:a16="http://schemas.microsoft.com/office/drawing/2014/main" id="{3EB0B0BC-EDDF-4248-BEA5-A2F5FA892C2B}"/>
              </a:ext>
            </a:extLst>
          </p:cNvPr>
          <p:cNvSpPr>
            <a:spLocks noGrp="1"/>
          </p:cNvSpPr>
          <p:nvPr>
            <p:ph type="title" hasCustomPrompt="1"/>
          </p:nvPr>
        </p:nvSpPr>
        <p:spPr>
          <a:xfrm>
            <a:off x="660399" y="4050438"/>
            <a:ext cx="10868025" cy="2159862"/>
          </a:xfrm>
        </p:spPr>
        <p:txBody>
          <a:bodyPr/>
          <a:lstStyle>
            <a:lvl1pPr>
              <a:defRPr/>
            </a:lvl1pPr>
          </a:lstStyle>
          <a:p>
            <a:r>
              <a:rPr lang="en-US"/>
              <a:t>Select to add section title</a:t>
            </a:r>
          </a:p>
        </p:txBody>
      </p:sp>
    </p:spTree>
    <p:extLst>
      <p:ext uri="{BB962C8B-B14F-4D97-AF65-F5344CB8AC3E}">
        <p14:creationId xmlns:p14="http://schemas.microsoft.com/office/powerpoint/2010/main" val="17783816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ection Header (Picture)">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772FB6C-EDF3-4CCD-ACA8-4513E52295CD}"/>
              </a:ext>
            </a:extLst>
          </p:cNvPr>
          <p:cNvSpPr>
            <a:spLocks noGrp="1"/>
          </p:cNvSpPr>
          <p:nvPr>
            <p:ph type="pic" sz="quarter" idx="10" hasCustomPrompt="1"/>
          </p:nvPr>
        </p:nvSpPr>
        <p:spPr>
          <a:xfrm>
            <a:off x="0" y="0"/>
            <a:ext cx="12192000" cy="3429000"/>
          </a:xfrm>
          <a:solidFill>
            <a:srgbClr val="C3D1DD"/>
          </a:solidFill>
        </p:spPr>
        <p:txBody>
          <a:bodyPr tIns="950976" anchor="t" anchorCtr="1"/>
          <a:lstStyle>
            <a:lvl1pPr marL="0" indent="0" algn="ctr">
              <a:buNone/>
              <a:defRPr/>
            </a:lvl1pPr>
          </a:lstStyle>
          <a:p>
            <a:r>
              <a:rPr lang="en-US" dirty="0"/>
              <a:t>Select icon below to insert image</a:t>
            </a:r>
          </a:p>
        </p:txBody>
      </p:sp>
      <p:sp>
        <p:nvSpPr>
          <p:cNvPr id="9" name="Text Placeholder 8">
            <a:extLst>
              <a:ext uri="{FF2B5EF4-FFF2-40B4-BE49-F238E27FC236}">
                <a16:creationId xmlns:a16="http://schemas.microsoft.com/office/drawing/2014/main" id="{2DAF6CCD-82B7-45E9-BFD9-ED35073D6183}"/>
              </a:ext>
            </a:extLst>
          </p:cNvPr>
          <p:cNvSpPr>
            <a:spLocks noGrp="1"/>
          </p:cNvSpPr>
          <p:nvPr>
            <p:ph type="body" sz="quarter" idx="11" hasCustomPrompt="1"/>
          </p:nvPr>
        </p:nvSpPr>
        <p:spPr>
          <a:xfrm>
            <a:off x="660400" y="4048396"/>
            <a:ext cx="10868025" cy="2161904"/>
          </a:xfrm>
        </p:spPr>
        <p:txBody>
          <a:bodyPr/>
          <a:lstStyle>
            <a:lvl1pPr marL="0" indent="0">
              <a:buNone/>
              <a:defRPr sz="2800">
                <a:solidFill>
                  <a:schemeClr val="tx1"/>
                </a:solidFill>
              </a:defRPr>
            </a:lvl1pPr>
            <a:lvl2pPr marL="0" indent="0">
              <a:buNone/>
              <a:defRPr sz="2400">
                <a:solidFill>
                  <a:schemeClr val="tx2"/>
                </a:solidFill>
              </a:defRPr>
            </a:lvl2pPr>
            <a:lvl3pPr marL="0" indent="0">
              <a:buNone/>
              <a:defRPr sz="2400">
                <a:solidFill>
                  <a:schemeClr val="tx2"/>
                </a:solidFill>
              </a:defRPr>
            </a:lvl3pPr>
            <a:lvl4pPr marL="0" indent="0">
              <a:buNone/>
              <a:defRPr sz="2400">
                <a:solidFill>
                  <a:schemeClr val="tx2"/>
                </a:solidFill>
              </a:defRPr>
            </a:lvl4pPr>
            <a:lvl5pPr marL="0" indent="0">
              <a:buNone/>
              <a:defRPr sz="2400">
                <a:solidFill>
                  <a:schemeClr val="tx2"/>
                </a:solidFill>
              </a:defRPr>
            </a:lvl5pPr>
            <a:lvl6pPr marL="0" indent="0">
              <a:buNone/>
              <a:defRPr sz="2400">
                <a:solidFill>
                  <a:schemeClr val="tx2"/>
                </a:solidFill>
              </a:defRPr>
            </a:lvl6pPr>
            <a:lvl7pPr marL="0" indent="0">
              <a:buNone/>
              <a:defRPr sz="2400">
                <a:solidFill>
                  <a:schemeClr val="tx2"/>
                </a:solidFill>
              </a:defRPr>
            </a:lvl7pPr>
            <a:lvl8pPr marL="0" indent="0">
              <a:buNone/>
              <a:defRPr sz="2400">
                <a:solidFill>
                  <a:schemeClr val="tx2"/>
                </a:solidFill>
              </a:defRPr>
            </a:lvl8pPr>
            <a:lvl9pPr marL="0" indent="0">
              <a:buNone/>
              <a:defRPr sz="2400">
                <a:solidFill>
                  <a:schemeClr val="tx2"/>
                </a:solidFill>
              </a:defRPr>
            </a:lvl9pPr>
          </a:lstStyle>
          <a:p>
            <a:pPr lvl="0"/>
            <a:r>
              <a:rPr lang="en-US" dirty="0"/>
              <a:t>Select to </a:t>
            </a:r>
            <a:r>
              <a:rPr lang="en-US"/>
              <a:t>add section subtitle or descriptive text (four lines maximum)</a:t>
            </a:r>
          </a:p>
        </p:txBody>
      </p:sp>
      <p:sp>
        <p:nvSpPr>
          <p:cNvPr id="2" name="Title 1">
            <a:extLst>
              <a:ext uri="{FF2B5EF4-FFF2-40B4-BE49-F238E27FC236}">
                <a16:creationId xmlns:a16="http://schemas.microsoft.com/office/drawing/2014/main" id="{52AD2A72-F710-48D6-8ED3-66B6E1DC8079}"/>
              </a:ext>
            </a:extLst>
          </p:cNvPr>
          <p:cNvSpPr>
            <a:spLocks noGrp="1"/>
          </p:cNvSpPr>
          <p:nvPr>
            <p:ph type="title" hasCustomPrompt="1"/>
          </p:nvPr>
        </p:nvSpPr>
        <p:spPr>
          <a:xfrm>
            <a:off x="660399" y="647700"/>
            <a:ext cx="10868025" cy="2223517"/>
          </a:xfrm>
        </p:spPr>
        <p:txBody>
          <a:bodyPr anchor="b" anchorCtr="0"/>
          <a:lstStyle>
            <a:lvl1pPr>
              <a:defRPr>
                <a:solidFill>
                  <a:schemeClr val="bg1"/>
                </a:solidFill>
              </a:defRPr>
            </a:lvl1pPr>
          </a:lstStyle>
          <a:p>
            <a:r>
              <a:rPr lang="en-US" dirty="0"/>
              <a:t>Select to add section title</a:t>
            </a:r>
          </a:p>
        </p:txBody>
      </p:sp>
    </p:spTree>
    <p:extLst>
      <p:ext uri="{BB962C8B-B14F-4D97-AF65-F5344CB8AC3E}">
        <p14:creationId xmlns:p14="http://schemas.microsoft.com/office/powerpoint/2010/main" val="30467160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ection Header (Picture and Titl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55E27C80-F119-4341-98C1-2DA0F95978E0}"/>
              </a:ext>
            </a:extLst>
          </p:cNvPr>
          <p:cNvSpPr>
            <a:spLocks noGrp="1"/>
          </p:cNvSpPr>
          <p:nvPr>
            <p:ph type="pic" sz="quarter" idx="11" hasCustomPrompt="1"/>
          </p:nvPr>
        </p:nvSpPr>
        <p:spPr>
          <a:xfrm>
            <a:off x="0" y="0"/>
            <a:ext cx="12192000" cy="3429000"/>
          </a:xfrm>
          <a:solidFill>
            <a:srgbClr val="C3D1DD"/>
          </a:solidFill>
        </p:spPr>
        <p:txBody>
          <a:bodyPr tIns="950976"/>
          <a:lstStyle>
            <a:lvl1pPr algn="ctr">
              <a:buNone/>
              <a:defRPr/>
            </a:lvl1pPr>
          </a:lstStyle>
          <a:p>
            <a:r>
              <a:rPr lang="en-US" dirty="0"/>
              <a:t>Select icon below to insert image</a:t>
            </a:r>
          </a:p>
        </p:txBody>
      </p:sp>
      <p:sp>
        <p:nvSpPr>
          <p:cNvPr id="14" name="Title 13">
            <a:extLst>
              <a:ext uri="{FF2B5EF4-FFF2-40B4-BE49-F238E27FC236}">
                <a16:creationId xmlns:a16="http://schemas.microsoft.com/office/drawing/2014/main" id="{422208D6-D237-4535-A440-7EC29ED0B8D8}"/>
              </a:ext>
            </a:extLst>
          </p:cNvPr>
          <p:cNvSpPr>
            <a:spLocks noGrp="1"/>
          </p:cNvSpPr>
          <p:nvPr>
            <p:ph type="title" hasCustomPrompt="1"/>
          </p:nvPr>
        </p:nvSpPr>
        <p:spPr>
          <a:xfrm>
            <a:off x="660399" y="4050438"/>
            <a:ext cx="10868025" cy="2159862"/>
          </a:xfrm>
        </p:spPr>
        <p:txBody>
          <a:bodyPr/>
          <a:lstStyle>
            <a:lvl1pPr>
              <a:defRPr/>
            </a:lvl1pPr>
          </a:lstStyle>
          <a:p>
            <a:r>
              <a:rPr lang="en-US" dirty="0"/>
              <a:t>Select to add section title</a:t>
            </a:r>
          </a:p>
        </p:txBody>
      </p:sp>
    </p:spTree>
    <p:extLst>
      <p:ext uri="{BB962C8B-B14F-4D97-AF65-F5344CB8AC3E}">
        <p14:creationId xmlns:p14="http://schemas.microsoft.com/office/powerpoint/2010/main" val="26522633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___ ">
    <p:bg bwMode="gray">
      <p:bgPr>
        <a:solidFill>
          <a:schemeClr val="tx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8EFB5C-B108-47AE-A47A-51418934717B}"/>
              </a:ext>
            </a:extLst>
          </p:cNvPr>
          <p:cNvSpPr txBox="1">
            <a:spLocks/>
          </p:cNvSpPr>
          <p:nvPr/>
        </p:nvSpPr>
        <p:spPr bwMode="white">
          <a:xfrm>
            <a:off x="457200" y="728261"/>
            <a:ext cx="11277600" cy="5401479"/>
          </a:xfrm>
          <a:prstGeom prst="rect">
            <a:avLst/>
          </a:prstGeom>
          <a:noFill/>
        </p:spPr>
        <p:txBody>
          <a:bodyPr wrap="square" rtlCol="0">
            <a:spAutoFit/>
          </a:bodyPr>
          <a:lstStyle/>
          <a:p>
            <a:pPr algn="ctr"/>
            <a:r>
              <a:rPr lang="en-US" sz="11500" b="1" dirty="0">
                <a:solidFill>
                  <a:schemeClr val="bg1"/>
                </a:solidFill>
              </a:rPr>
              <a:t>MULTIPLE</a:t>
            </a:r>
            <a:br>
              <a:rPr lang="en-US" sz="11500" b="1" dirty="0">
                <a:solidFill>
                  <a:schemeClr val="bg1"/>
                </a:solidFill>
              </a:rPr>
            </a:br>
            <a:r>
              <a:rPr lang="en-US" sz="11500" b="1" dirty="0">
                <a:solidFill>
                  <a:schemeClr val="bg1"/>
                </a:solidFill>
              </a:rPr>
              <a:t>TOPIC</a:t>
            </a:r>
            <a:br>
              <a:rPr lang="en-US" sz="11500" b="1" dirty="0">
                <a:solidFill>
                  <a:schemeClr val="bg1"/>
                </a:solidFill>
              </a:rPr>
            </a:br>
            <a:r>
              <a:rPr lang="en-US" sz="11500" b="1" dirty="0">
                <a:solidFill>
                  <a:schemeClr val="bg1"/>
                </a:solidFill>
              </a:rPr>
              <a:t>LAYOUTS</a:t>
            </a:r>
          </a:p>
        </p:txBody>
      </p:sp>
    </p:spTree>
    <p:extLst>
      <p:ext uri="{BB962C8B-B14F-4D97-AF65-F5344CB8AC3E}">
        <p14:creationId xmlns:p14="http://schemas.microsoft.com/office/powerpoint/2010/main" val="5165765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bg1"/>
        </a:solidFill>
        <a:effectLst/>
      </p:bgPr>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9D20DD4-B8A5-4667-9EB5-AD2224131A70}"/>
              </a:ext>
            </a:extLst>
          </p:cNvPr>
          <p:cNvSpPr>
            <a:spLocks noGrp="1"/>
          </p:cNvSpPr>
          <p:nvPr>
            <p:ph sz="quarter" idx="4" hasCustomPrompt="1"/>
          </p:nvPr>
        </p:nvSpPr>
        <p:spPr>
          <a:xfrm>
            <a:off x="6164063" y="2285324"/>
            <a:ext cx="5364361" cy="3924976"/>
          </a:xfrm>
        </p:spPr>
        <p:txBody>
          <a:bodyPr/>
          <a:lstStyle>
            <a:lvl1pPr>
              <a:spcBef>
                <a:spcPts val="0"/>
              </a:spcBef>
              <a:spcAft>
                <a:spcPts val="2000"/>
              </a:spcAft>
              <a:defRPr sz="2800"/>
            </a:lvl1pPr>
            <a:lvl2pPr marL="804672" indent="-347472">
              <a:spcBef>
                <a:spcPts val="0"/>
              </a:spcBef>
              <a:spcAft>
                <a:spcPts val="2000"/>
              </a:spcAft>
              <a:buFont typeface="Arial" panose="020B0604020202020204" pitchFamily="34" charset="0"/>
              <a:buChar char="–"/>
              <a:defRPr sz="2400"/>
            </a:lvl2pPr>
            <a:lvl3pPr marL="804672" indent="-347472">
              <a:spcBef>
                <a:spcPts val="0"/>
              </a:spcBef>
              <a:spcAft>
                <a:spcPts val="2000"/>
              </a:spcAft>
              <a:buFont typeface="Arial" panose="020B0604020202020204" pitchFamily="34" charset="0"/>
              <a:buChar char="–"/>
              <a:defRPr sz="2400"/>
            </a:lvl3pPr>
            <a:lvl4pPr marL="804672" indent="-347472">
              <a:spcBef>
                <a:spcPts val="0"/>
              </a:spcBef>
              <a:spcAft>
                <a:spcPts val="2000"/>
              </a:spcAft>
              <a:buFont typeface="Arial" panose="020B0604020202020204" pitchFamily="34" charset="0"/>
              <a:buChar char="–"/>
              <a:defRPr sz="2400"/>
            </a:lvl4pPr>
            <a:lvl5pPr marL="804672" indent="-347472">
              <a:spcBef>
                <a:spcPts val="0"/>
              </a:spcBef>
              <a:spcAft>
                <a:spcPts val="2000"/>
              </a:spcAft>
              <a:buFont typeface="Arial" panose="020B0604020202020204" pitchFamily="34" charset="0"/>
              <a:buChar char="–"/>
              <a:defRPr sz="2400"/>
            </a:lvl5pPr>
            <a:lvl6pPr marL="804672" indent="-347472">
              <a:spcAft>
                <a:spcPts val="2000"/>
              </a:spcAft>
              <a:buFont typeface="Arial" panose="020B0604020202020204" pitchFamily="34" charset="0"/>
              <a:buChar char="–"/>
              <a:defRPr sz="2400"/>
            </a:lvl6pPr>
            <a:lvl7pPr marL="804672" indent="-347472">
              <a:spcAft>
                <a:spcPts val="2000"/>
              </a:spcAft>
              <a:buFont typeface="Arial" panose="020B0604020202020204" pitchFamily="34" charset="0"/>
              <a:buChar char="–"/>
              <a:defRPr sz="2000"/>
            </a:lvl7pPr>
            <a:lvl8pPr marL="804672" indent="-347472">
              <a:spcAft>
                <a:spcPts val="2000"/>
              </a:spcAft>
              <a:buFont typeface="Arial" panose="020B0604020202020204" pitchFamily="34" charset="0"/>
              <a:buChar char="–"/>
              <a:defRPr sz="2000"/>
            </a:lvl8pPr>
            <a:lvl9pPr marL="804672" indent="-347472">
              <a:spcAft>
                <a:spcPts val="2000"/>
              </a:spcAft>
              <a:buFont typeface="Arial" panose="020B0604020202020204" pitchFamily="34" charset="0"/>
              <a:buChar char="–"/>
              <a:defRPr sz="2000"/>
            </a:lvl9pPr>
          </a:lstStyle>
          <a:p>
            <a:pPr lvl="0"/>
            <a:r>
              <a:rPr lang="en-US" dirty="0"/>
              <a:t>Select to </a:t>
            </a:r>
            <a:r>
              <a:rPr lang="en-US"/>
              <a:t>add speaking points or </a:t>
            </a:r>
            <a:r>
              <a:rPr lang="en-US" dirty="0"/>
              <a:t>choose an </a:t>
            </a:r>
            <a:r>
              <a:rPr lang="en-US"/>
              <a:t>icon below</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1CF325A-87EA-4664-902E-A8C9062C524A}"/>
              </a:ext>
            </a:extLst>
          </p:cNvPr>
          <p:cNvSpPr>
            <a:spLocks noGrp="1"/>
          </p:cNvSpPr>
          <p:nvPr>
            <p:ph sz="half" idx="2" hasCustomPrompt="1"/>
          </p:nvPr>
        </p:nvSpPr>
        <p:spPr>
          <a:xfrm>
            <a:off x="660401" y="2285324"/>
            <a:ext cx="5364361" cy="3924976"/>
          </a:xfrm>
        </p:spPr>
        <p:txBody>
          <a:bodyPr/>
          <a:lstStyle>
            <a:lvl1pPr>
              <a:spcBef>
                <a:spcPts val="0"/>
              </a:spcBef>
              <a:spcAft>
                <a:spcPts val="2000"/>
              </a:spcAft>
              <a:defRPr sz="2800"/>
            </a:lvl1pPr>
            <a:lvl2pPr marL="804672" indent="-347472">
              <a:spcBef>
                <a:spcPts val="0"/>
              </a:spcBef>
              <a:spcAft>
                <a:spcPts val="2000"/>
              </a:spcAft>
              <a:buFont typeface="Arial" panose="020B0604020202020204" pitchFamily="34" charset="0"/>
              <a:buChar char="–"/>
              <a:defRPr sz="2400"/>
            </a:lvl2pPr>
            <a:lvl3pPr marL="804672" indent="-347472">
              <a:spcBef>
                <a:spcPts val="0"/>
              </a:spcBef>
              <a:spcAft>
                <a:spcPts val="2000"/>
              </a:spcAft>
              <a:buFont typeface="Arial" panose="020B0604020202020204" pitchFamily="34" charset="0"/>
              <a:buChar char="–"/>
              <a:defRPr sz="2400"/>
            </a:lvl3pPr>
            <a:lvl4pPr marL="804672" indent="-347472">
              <a:spcBef>
                <a:spcPts val="0"/>
              </a:spcBef>
              <a:spcAft>
                <a:spcPts val="2000"/>
              </a:spcAft>
              <a:buFont typeface="Arial" panose="020B0604020202020204" pitchFamily="34" charset="0"/>
              <a:buChar char="–"/>
              <a:defRPr sz="2400"/>
            </a:lvl4pPr>
            <a:lvl5pPr marL="804672" indent="-347472">
              <a:spcBef>
                <a:spcPts val="0"/>
              </a:spcBef>
              <a:spcAft>
                <a:spcPts val="2000"/>
              </a:spcAft>
              <a:buFont typeface="Arial" panose="020B0604020202020204" pitchFamily="34" charset="0"/>
              <a:buChar char="–"/>
              <a:defRPr sz="2400"/>
            </a:lvl5pPr>
            <a:lvl6pPr marL="804672" indent="-347472">
              <a:spcAft>
                <a:spcPts val="2000"/>
              </a:spcAft>
              <a:buFont typeface="Arial" panose="020B0604020202020204" pitchFamily="34" charset="0"/>
              <a:buChar char="–"/>
              <a:defRPr sz="2400"/>
            </a:lvl6pPr>
            <a:lvl7pPr marL="804672" indent="-347472">
              <a:spcAft>
                <a:spcPts val="2000"/>
              </a:spcAft>
              <a:buFont typeface="Arial" panose="020B0604020202020204" pitchFamily="34" charset="0"/>
              <a:buChar char="–"/>
              <a:defRPr sz="2000"/>
            </a:lvl7pPr>
            <a:lvl8pPr marL="804672" indent="-347472">
              <a:spcAft>
                <a:spcPts val="2000"/>
              </a:spcAft>
              <a:buFont typeface="Arial" panose="020B0604020202020204" pitchFamily="34" charset="0"/>
              <a:buChar char="–"/>
              <a:defRPr sz="2000"/>
            </a:lvl8pPr>
            <a:lvl9pPr marL="804672" indent="-347472">
              <a:spcAft>
                <a:spcPts val="2000"/>
              </a:spcAft>
              <a:buFont typeface="Arial" panose="020B0604020202020204" pitchFamily="34" charset="0"/>
              <a:buChar char="–"/>
              <a:defRPr sz="2000"/>
            </a:lvl9pPr>
          </a:lstStyle>
          <a:p>
            <a:pPr lvl="0"/>
            <a:r>
              <a:rPr lang="en-US" dirty="0"/>
              <a:t>Select to </a:t>
            </a:r>
            <a:r>
              <a:rPr lang="en-US"/>
              <a:t>add speaking points or </a:t>
            </a:r>
            <a:r>
              <a:rPr lang="en-US" dirty="0"/>
              <a:t>choose an </a:t>
            </a:r>
            <a:r>
              <a:rPr lang="en-US"/>
              <a:t>icon below</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BA7A66B-90D2-4867-981E-AEC5E3A7BC34}"/>
              </a:ext>
            </a:extLst>
          </p:cNvPr>
          <p:cNvSpPr>
            <a:spLocks noGrp="1"/>
          </p:cNvSpPr>
          <p:nvPr>
            <p:ph type="title" hasCustomPrompt="1"/>
          </p:nvPr>
        </p:nvSpPr>
        <p:spPr>
          <a:xfrm>
            <a:off x="660401" y="582627"/>
            <a:ext cx="10868023" cy="1108061"/>
          </a:xfrm>
        </p:spPr>
        <p:txBody>
          <a:bodyPr/>
          <a:lstStyle>
            <a:lvl1pPr>
              <a:defRPr/>
            </a:lvl1pPr>
          </a:lstStyle>
          <a:p>
            <a:r>
              <a:rPr lang="en-US" dirty="0"/>
              <a:t>Select to add slide title</a:t>
            </a:r>
          </a:p>
        </p:txBody>
      </p:sp>
      <p:sp>
        <p:nvSpPr>
          <p:cNvPr id="5" name="Text Placeholder 4">
            <a:extLst>
              <a:ext uri="{FF2B5EF4-FFF2-40B4-BE49-F238E27FC236}">
                <a16:creationId xmlns:a16="http://schemas.microsoft.com/office/drawing/2014/main" id="{F180FF89-0765-42FC-AE08-4F851BC5C78D}"/>
              </a:ext>
            </a:extLst>
          </p:cNvPr>
          <p:cNvSpPr>
            <a:spLocks noGrp="1"/>
          </p:cNvSpPr>
          <p:nvPr>
            <p:ph type="body" sz="quarter" idx="3" hasCustomPrompt="1"/>
          </p:nvPr>
        </p:nvSpPr>
        <p:spPr>
          <a:xfrm>
            <a:off x="6164062" y="1616631"/>
            <a:ext cx="5364363" cy="583162"/>
          </a:xfrm>
        </p:spPr>
        <p:txBody>
          <a:bodyPr anchor="t" anchorCtr="0"/>
          <a:lstStyle>
            <a:lvl1pPr marL="0" indent="0">
              <a:lnSpc>
                <a:spcPct val="100000"/>
              </a:lnSpc>
              <a:spcAft>
                <a:spcPts val="0"/>
              </a:spcAft>
              <a:buNone/>
              <a:defRPr sz="2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SELECT TO ADD COLUMN TITLE</a:t>
            </a:r>
            <a:endParaRPr lang="en-US" dirty="0"/>
          </a:p>
        </p:txBody>
      </p:sp>
      <p:sp>
        <p:nvSpPr>
          <p:cNvPr id="3" name="Text Placeholder 2">
            <a:extLst>
              <a:ext uri="{FF2B5EF4-FFF2-40B4-BE49-F238E27FC236}">
                <a16:creationId xmlns:a16="http://schemas.microsoft.com/office/drawing/2014/main" id="{15BC0D9B-99B5-4394-A2EA-D70CE58418EF}"/>
              </a:ext>
            </a:extLst>
          </p:cNvPr>
          <p:cNvSpPr>
            <a:spLocks noGrp="1"/>
          </p:cNvSpPr>
          <p:nvPr>
            <p:ph type="body" idx="1" hasCustomPrompt="1"/>
          </p:nvPr>
        </p:nvSpPr>
        <p:spPr>
          <a:xfrm>
            <a:off x="660401" y="1616631"/>
            <a:ext cx="5364362" cy="583162"/>
          </a:xfrm>
        </p:spPr>
        <p:txBody>
          <a:bodyPr anchor="t" anchorCtr="0"/>
          <a:lstStyle>
            <a:lvl1pPr marL="0" indent="0">
              <a:lnSpc>
                <a:spcPct val="100000"/>
              </a:lnSpc>
              <a:spcAft>
                <a:spcPts val="0"/>
              </a:spcAft>
              <a:buNone/>
              <a:defRPr sz="2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SELECT TO ADD COLUMN TITLE</a:t>
            </a:r>
            <a:endParaRPr lang="en-US" dirty="0"/>
          </a:p>
        </p:txBody>
      </p:sp>
    </p:spTree>
    <p:extLst>
      <p:ext uri="{BB962C8B-B14F-4D97-AF65-F5344CB8AC3E}">
        <p14:creationId xmlns:p14="http://schemas.microsoft.com/office/powerpoint/2010/main" val="20157299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mparison (Single Subtitle)">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A217D771-5044-98A8-33E4-54DA4488EBBB}"/>
              </a:ext>
            </a:extLst>
          </p:cNvPr>
          <p:cNvSpPr>
            <a:spLocks noGrp="1"/>
          </p:cNvSpPr>
          <p:nvPr>
            <p:ph sz="quarter" idx="12" hasCustomPrompt="1"/>
          </p:nvPr>
        </p:nvSpPr>
        <p:spPr>
          <a:xfrm>
            <a:off x="6164063" y="2285324"/>
            <a:ext cx="5364361" cy="3924976"/>
          </a:xfrm>
        </p:spPr>
        <p:txBody>
          <a:bodyPr/>
          <a:lstStyle>
            <a:lvl1pPr>
              <a:defRPr/>
            </a:lvl1pPr>
            <a:lvl5pPr>
              <a:defRPr/>
            </a:lvl5pPr>
          </a:lstStyle>
          <a:p>
            <a:pPr lvl="0"/>
            <a:r>
              <a:rPr lang="en-US" dirty="0"/>
              <a:t>Select to add speaking points or choose an icon below</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A9072C9-BDEA-E35E-5485-FFA211B06AB6}"/>
              </a:ext>
            </a:extLst>
          </p:cNvPr>
          <p:cNvSpPr>
            <a:spLocks noGrp="1"/>
          </p:cNvSpPr>
          <p:nvPr>
            <p:ph sz="quarter" idx="11" hasCustomPrompt="1"/>
          </p:nvPr>
        </p:nvSpPr>
        <p:spPr>
          <a:xfrm>
            <a:off x="660401" y="2285324"/>
            <a:ext cx="5364361" cy="3924976"/>
          </a:xfrm>
        </p:spPr>
        <p:txBody>
          <a:bodyPr/>
          <a:lstStyle>
            <a:lvl1pPr>
              <a:defRPr/>
            </a:lvl1pPr>
            <a:lvl5pPr>
              <a:defRPr/>
            </a:lvl5pPr>
            <a:lvl7pPr>
              <a:defRPr/>
            </a:lvl7pPr>
            <a:lvl8pPr>
              <a:defRPr/>
            </a:lvl8pPr>
            <a:lvl9pPr>
              <a:buNone/>
              <a:defRPr/>
            </a:lvl9pPr>
          </a:lstStyle>
          <a:p>
            <a:pPr lvl="0"/>
            <a:r>
              <a:rPr lang="en-US" dirty="0"/>
              <a:t>Select to add speaking points or choose an icon below</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89262715-75C2-B62E-46AE-69183B964E13}"/>
              </a:ext>
            </a:extLst>
          </p:cNvPr>
          <p:cNvSpPr>
            <a:spLocks noGrp="1"/>
          </p:cNvSpPr>
          <p:nvPr>
            <p:ph type="title" hasCustomPrompt="1"/>
          </p:nvPr>
        </p:nvSpPr>
        <p:spPr/>
        <p:txBody>
          <a:bodyPr/>
          <a:lstStyle>
            <a:lvl1pPr>
              <a:defRPr/>
            </a:lvl1pPr>
          </a:lstStyle>
          <a:p>
            <a:r>
              <a:rPr lang="en-US" dirty="0"/>
              <a:t>Select to add slide title</a:t>
            </a:r>
          </a:p>
        </p:txBody>
      </p:sp>
      <p:sp>
        <p:nvSpPr>
          <p:cNvPr id="7" name="Text Placeholder 6">
            <a:extLst>
              <a:ext uri="{FF2B5EF4-FFF2-40B4-BE49-F238E27FC236}">
                <a16:creationId xmlns:a16="http://schemas.microsoft.com/office/drawing/2014/main" id="{B0240809-F660-D72D-49E6-5235D6C6A19A}"/>
              </a:ext>
            </a:extLst>
          </p:cNvPr>
          <p:cNvSpPr>
            <a:spLocks noGrp="1"/>
          </p:cNvSpPr>
          <p:nvPr>
            <p:ph type="body" sz="quarter" idx="10" hasCustomPrompt="1"/>
          </p:nvPr>
        </p:nvSpPr>
        <p:spPr>
          <a:xfrm>
            <a:off x="660401" y="1616631"/>
            <a:ext cx="10868023" cy="583162"/>
          </a:xfrm>
        </p:spPr>
        <p:txBody>
          <a:bodyPr/>
          <a:lstStyle>
            <a:lvl1pPr marL="0" indent="0">
              <a:lnSpc>
                <a:spcPct val="100000"/>
              </a:lnSpc>
              <a:spcAft>
                <a:spcPts val="0"/>
              </a:spcAft>
              <a:buNone/>
              <a:defRPr sz="2400" b="1" cap="all" baseline="0"/>
            </a:lvl1pPr>
            <a:lvl2pPr marL="0" indent="0">
              <a:lnSpc>
                <a:spcPct val="100000"/>
              </a:lnSpc>
              <a:spcAft>
                <a:spcPts val="0"/>
              </a:spcAft>
              <a:buNone/>
              <a:defRPr sz="2400" b="1"/>
            </a:lvl2pPr>
            <a:lvl3pPr marL="0" indent="0">
              <a:lnSpc>
                <a:spcPct val="100000"/>
              </a:lnSpc>
              <a:spcAft>
                <a:spcPts val="0"/>
              </a:spcAft>
              <a:buNone/>
              <a:defRPr sz="2400" b="1"/>
            </a:lvl3pPr>
            <a:lvl4pPr marL="0" indent="0">
              <a:lnSpc>
                <a:spcPct val="100000"/>
              </a:lnSpc>
              <a:spcAft>
                <a:spcPts val="0"/>
              </a:spcAft>
              <a:buNone/>
              <a:defRPr sz="2400" b="1"/>
            </a:lvl4pPr>
            <a:lvl5pPr marL="0" indent="0">
              <a:lnSpc>
                <a:spcPct val="100000"/>
              </a:lnSpc>
              <a:spcAft>
                <a:spcPts val="0"/>
              </a:spcAft>
              <a:buNone/>
              <a:defRPr sz="2400" b="1"/>
            </a:lvl5pPr>
            <a:lvl6pPr marL="0" indent="0">
              <a:lnSpc>
                <a:spcPct val="100000"/>
              </a:lnSpc>
              <a:spcAft>
                <a:spcPts val="0"/>
              </a:spcAft>
              <a:buNone/>
              <a:defRPr sz="2400" b="1"/>
            </a:lvl6pPr>
            <a:lvl7pPr marL="0" indent="0">
              <a:lnSpc>
                <a:spcPct val="100000"/>
              </a:lnSpc>
              <a:spcAft>
                <a:spcPts val="0"/>
              </a:spcAft>
              <a:buNone/>
              <a:defRPr sz="2400" b="1"/>
            </a:lvl7pPr>
            <a:lvl8pPr marL="0" indent="0">
              <a:lnSpc>
                <a:spcPct val="100000"/>
              </a:lnSpc>
              <a:spcAft>
                <a:spcPts val="0"/>
              </a:spcAft>
              <a:buNone/>
              <a:defRPr sz="2400" b="1"/>
            </a:lvl8pPr>
            <a:lvl9pPr marL="0" indent="0">
              <a:lnSpc>
                <a:spcPct val="100000"/>
              </a:lnSpc>
              <a:spcAft>
                <a:spcPts val="0"/>
              </a:spcAft>
              <a:buNone/>
              <a:defRPr sz="2400" b="1"/>
            </a:lvl9pPr>
          </a:lstStyle>
          <a:p>
            <a:pPr lvl="0"/>
            <a:r>
              <a:rPr lang="en-US" dirty="0"/>
              <a:t>SELECT TO ADD SUBTITLE (UPPERCASE)</a:t>
            </a:r>
          </a:p>
        </p:txBody>
      </p:sp>
    </p:spTree>
    <p:extLst>
      <p:ext uri="{BB962C8B-B14F-4D97-AF65-F5344CB8AC3E}">
        <p14:creationId xmlns:p14="http://schemas.microsoft.com/office/powerpoint/2010/main" val="32739164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4D2FF-C398-4D27-BCE2-0097356124A1}"/>
              </a:ext>
            </a:extLst>
          </p:cNvPr>
          <p:cNvSpPr>
            <a:spLocks noGrp="1"/>
          </p:cNvSpPr>
          <p:nvPr>
            <p:ph type="title" hasCustomPrompt="1"/>
          </p:nvPr>
        </p:nvSpPr>
        <p:spPr>
          <a:xfrm>
            <a:off x="660401" y="582627"/>
            <a:ext cx="10868023" cy="1108061"/>
          </a:xfrm>
        </p:spPr>
        <p:txBody>
          <a:bodyPr/>
          <a:lstStyle>
            <a:lvl1pPr>
              <a:defRPr/>
            </a:lvl1pPr>
          </a:lstStyle>
          <a:p>
            <a:r>
              <a:rPr lang="en-US" dirty="0"/>
              <a:t>Select to add slide title</a:t>
            </a:r>
          </a:p>
        </p:txBody>
      </p:sp>
      <p:sp>
        <p:nvSpPr>
          <p:cNvPr id="4" name="Content Placeholder 3">
            <a:extLst>
              <a:ext uri="{FF2B5EF4-FFF2-40B4-BE49-F238E27FC236}">
                <a16:creationId xmlns:a16="http://schemas.microsoft.com/office/drawing/2014/main" id="{69D0C0F6-B3A7-4F3D-BEBC-B2F2FD57D806}"/>
              </a:ext>
            </a:extLst>
          </p:cNvPr>
          <p:cNvSpPr>
            <a:spLocks noGrp="1"/>
          </p:cNvSpPr>
          <p:nvPr>
            <p:ph sz="half" idx="2" hasCustomPrompt="1"/>
          </p:nvPr>
        </p:nvSpPr>
        <p:spPr>
          <a:xfrm>
            <a:off x="6164063" y="1602223"/>
            <a:ext cx="5364362" cy="4608077"/>
          </a:xfrm>
        </p:spPr>
        <p:txBody>
          <a:bodyPr/>
          <a:lstStyle>
            <a:lvl1pPr>
              <a:spcBef>
                <a:spcPts val="0"/>
              </a:spcBef>
              <a:spcAft>
                <a:spcPts val="2000"/>
              </a:spcAft>
              <a:defRPr sz="2800"/>
            </a:lvl1pPr>
            <a:lvl2pPr marL="804672" indent="-347472">
              <a:spcBef>
                <a:spcPts val="0"/>
              </a:spcBef>
              <a:spcAft>
                <a:spcPts val="2000"/>
              </a:spcAft>
              <a:buFont typeface="Arial" panose="020B0604020202020204" pitchFamily="34" charset="0"/>
              <a:buChar char="–"/>
              <a:defRPr sz="2400"/>
            </a:lvl2pPr>
            <a:lvl3pPr marL="804672" indent="-347472">
              <a:spcBef>
                <a:spcPts val="0"/>
              </a:spcBef>
              <a:spcAft>
                <a:spcPts val="2000"/>
              </a:spcAft>
              <a:buFont typeface="Arial" panose="020B0604020202020204" pitchFamily="34" charset="0"/>
              <a:buChar char="–"/>
              <a:defRPr sz="2400"/>
            </a:lvl3pPr>
            <a:lvl4pPr marL="804672" indent="-347472">
              <a:spcBef>
                <a:spcPts val="0"/>
              </a:spcBef>
              <a:spcAft>
                <a:spcPts val="2000"/>
              </a:spcAft>
              <a:buFont typeface="Arial" panose="020B0604020202020204" pitchFamily="34" charset="0"/>
              <a:buChar char="–"/>
              <a:defRPr sz="2400"/>
            </a:lvl4pPr>
            <a:lvl5pPr marL="804672" indent="-347472">
              <a:spcBef>
                <a:spcPts val="0"/>
              </a:spcBef>
              <a:spcAft>
                <a:spcPts val="2000"/>
              </a:spcAft>
              <a:buFont typeface="Arial" panose="020B0604020202020204" pitchFamily="34" charset="0"/>
              <a:buChar char="–"/>
              <a:defRPr sz="2400"/>
            </a:lvl5pPr>
            <a:lvl6pPr marL="804672" indent="-347472">
              <a:spcAft>
                <a:spcPts val="2000"/>
              </a:spcAft>
              <a:buFont typeface="Arial" panose="020B0604020202020204" pitchFamily="34" charset="0"/>
              <a:buChar char="–"/>
              <a:defRPr sz="2400"/>
            </a:lvl6pPr>
            <a:lvl7pPr marL="804672" indent="-347472">
              <a:spcAft>
                <a:spcPts val="2000"/>
              </a:spcAft>
              <a:buFont typeface="Arial" panose="020B0604020202020204" pitchFamily="34" charset="0"/>
              <a:buChar char="–"/>
              <a:defRPr sz="2400"/>
            </a:lvl7pPr>
            <a:lvl8pPr marL="804672" indent="-347472">
              <a:spcAft>
                <a:spcPts val="2000"/>
              </a:spcAft>
              <a:buFont typeface="Arial" panose="020B0604020202020204" pitchFamily="34" charset="0"/>
              <a:buChar char="–"/>
              <a:defRPr sz="2000"/>
            </a:lvl8pPr>
            <a:lvl9pPr marL="804672" indent="-347472">
              <a:spcAft>
                <a:spcPts val="2000"/>
              </a:spcAft>
              <a:buFont typeface="Arial" panose="020B0604020202020204" pitchFamily="34" charset="0"/>
              <a:buChar char="–"/>
              <a:defRPr sz="2000"/>
            </a:lvl9pPr>
          </a:lstStyle>
          <a:p>
            <a:pPr lvl="0"/>
            <a:r>
              <a:rPr lang="en-US" dirty="0"/>
              <a:t>Select to </a:t>
            </a:r>
            <a:r>
              <a:rPr lang="en-US"/>
              <a:t>add speaking points or choose an icon below</a:t>
            </a:r>
          </a:p>
          <a:p>
            <a:pPr lvl="1"/>
            <a:r>
              <a:rPr lang="en-US"/>
              <a:t>Second level</a:t>
            </a:r>
          </a:p>
          <a:p>
            <a:pPr lvl="2"/>
            <a:r>
              <a:rPr lang="en-US"/>
              <a:t>Third level</a:t>
            </a:r>
          </a:p>
          <a:p>
            <a:pPr lvl="3"/>
            <a:r>
              <a:rPr lang="en-US"/>
              <a:t>Fourth level</a:t>
            </a:r>
          </a:p>
          <a:p>
            <a:pPr lvl="4"/>
            <a:r>
              <a:rPr lang="en-US"/>
              <a:t>Fifth level</a:t>
            </a:r>
          </a:p>
          <a:p>
            <a:pPr lvl="5"/>
            <a:r>
              <a:rPr lang="en-US"/>
              <a:t>Sixth level</a:t>
            </a:r>
            <a:endParaRPr lang="en-US" dirty="0"/>
          </a:p>
        </p:txBody>
      </p:sp>
      <p:sp>
        <p:nvSpPr>
          <p:cNvPr id="3" name="Content Placeholder 2">
            <a:extLst>
              <a:ext uri="{FF2B5EF4-FFF2-40B4-BE49-F238E27FC236}">
                <a16:creationId xmlns:a16="http://schemas.microsoft.com/office/drawing/2014/main" id="{1D67B1F4-3BE1-43EA-9CB9-127479312F5A}"/>
              </a:ext>
            </a:extLst>
          </p:cNvPr>
          <p:cNvSpPr>
            <a:spLocks noGrp="1"/>
          </p:cNvSpPr>
          <p:nvPr>
            <p:ph sz="half" idx="1" hasCustomPrompt="1"/>
          </p:nvPr>
        </p:nvSpPr>
        <p:spPr>
          <a:xfrm>
            <a:off x="660403" y="1602223"/>
            <a:ext cx="5364362" cy="4608077"/>
          </a:xfrm>
        </p:spPr>
        <p:txBody>
          <a:bodyPr/>
          <a:lstStyle>
            <a:lvl1pPr>
              <a:spcBef>
                <a:spcPts val="0"/>
              </a:spcBef>
              <a:spcAft>
                <a:spcPts val="2000"/>
              </a:spcAft>
              <a:defRPr sz="2800"/>
            </a:lvl1pPr>
            <a:lvl2pPr marL="804672" indent="-347472">
              <a:spcBef>
                <a:spcPts val="0"/>
              </a:spcBef>
              <a:spcAft>
                <a:spcPts val="2000"/>
              </a:spcAft>
              <a:buFont typeface="Arial" panose="020B0604020202020204" pitchFamily="34" charset="0"/>
              <a:buChar char="–"/>
              <a:defRPr sz="2400"/>
            </a:lvl2pPr>
            <a:lvl3pPr marL="804672" indent="-347472">
              <a:spcBef>
                <a:spcPts val="0"/>
              </a:spcBef>
              <a:spcAft>
                <a:spcPts val="2000"/>
              </a:spcAft>
              <a:buFont typeface="Arial" panose="020B0604020202020204" pitchFamily="34" charset="0"/>
              <a:buChar char="–"/>
              <a:defRPr sz="2400"/>
            </a:lvl3pPr>
            <a:lvl4pPr marL="804672" indent="-347472">
              <a:spcBef>
                <a:spcPts val="0"/>
              </a:spcBef>
              <a:spcAft>
                <a:spcPts val="2000"/>
              </a:spcAft>
              <a:buFont typeface="Arial" panose="020B0604020202020204" pitchFamily="34" charset="0"/>
              <a:buChar char="–"/>
              <a:defRPr sz="2400"/>
            </a:lvl4pPr>
            <a:lvl5pPr marL="804672" indent="-347472">
              <a:spcBef>
                <a:spcPts val="0"/>
              </a:spcBef>
              <a:spcAft>
                <a:spcPts val="2000"/>
              </a:spcAft>
              <a:buFont typeface="Arial" panose="020B0604020202020204" pitchFamily="34" charset="0"/>
              <a:buChar char="–"/>
              <a:defRPr sz="2400"/>
            </a:lvl5pPr>
            <a:lvl6pPr marL="804672" indent="-347472">
              <a:spcAft>
                <a:spcPts val="2000"/>
              </a:spcAft>
              <a:buFont typeface="Arial" panose="020B0604020202020204" pitchFamily="34" charset="0"/>
              <a:buChar char="–"/>
              <a:defRPr sz="2400"/>
            </a:lvl6pPr>
            <a:lvl7pPr marL="804672" indent="-347472">
              <a:spcAft>
                <a:spcPts val="2000"/>
              </a:spcAft>
              <a:buFont typeface="Arial" panose="020B0604020202020204" pitchFamily="34" charset="0"/>
              <a:buChar char="–"/>
              <a:defRPr sz="2400"/>
            </a:lvl7pPr>
            <a:lvl8pPr marL="804672" indent="-347472">
              <a:spcAft>
                <a:spcPts val="2000"/>
              </a:spcAft>
              <a:buFont typeface="Arial" panose="020B0604020202020204" pitchFamily="34" charset="0"/>
              <a:buChar char="–"/>
              <a:defRPr sz="2000"/>
            </a:lvl8pPr>
            <a:lvl9pPr marL="804672" indent="-347472">
              <a:spcAft>
                <a:spcPts val="2000"/>
              </a:spcAft>
              <a:buFont typeface="Arial" panose="020B0604020202020204" pitchFamily="34" charset="0"/>
              <a:buChar char="–"/>
              <a:defRPr sz="2000"/>
            </a:lvl9pPr>
          </a:lstStyle>
          <a:p>
            <a:pPr lvl="0"/>
            <a:r>
              <a:rPr lang="en-US" dirty="0"/>
              <a:t>Select to </a:t>
            </a:r>
            <a:r>
              <a:rPr lang="en-US"/>
              <a:t>add speaking points or choose an icon below</a:t>
            </a:r>
          </a:p>
          <a:p>
            <a:pPr lvl="1"/>
            <a:r>
              <a:rPr lang="en-US"/>
              <a:t>Second level</a:t>
            </a:r>
          </a:p>
          <a:p>
            <a:pPr lvl="2"/>
            <a:r>
              <a:rPr lang="en-US"/>
              <a:t>Third level</a:t>
            </a:r>
            <a:endParaRPr lang="en-US" dirty="0"/>
          </a:p>
          <a:p>
            <a:pPr lvl="3"/>
            <a:r>
              <a:rPr lang="en-US"/>
              <a:t>Fourth level</a:t>
            </a:r>
            <a:endParaRPr lang="en-US" dirty="0"/>
          </a:p>
          <a:p>
            <a:pPr lvl="4"/>
            <a:r>
              <a:rPr lang="en-US"/>
              <a:t>Fifth level</a:t>
            </a:r>
            <a:endParaRPr lang="en-US" dirty="0"/>
          </a:p>
          <a:p>
            <a:pPr lvl="5"/>
            <a:r>
              <a:rPr lang="en-US"/>
              <a:t>Sixth level</a:t>
            </a:r>
          </a:p>
        </p:txBody>
      </p:sp>
    </p:spTree>
    <p:extLst>
      <p:ext uri="{BB962C8B-B14F-4D97-AF65-F5344CB8AC3E}">
        <p14:creationId xmlns:p14="http://schemas.microsoft.com/office/powerpoint/2010/main" val="14185767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wo Content (Banners)">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2F2079DF-4E86-4C3A-8CCC-3844D5945C1E}"/>
              </a:ext>
            </a:extLst>
          </p:cNvPr>
          <p:cNvSpPr>
            <a:spLocks noGrp="1"/>
          </p:cNvSpPr>
          <p:nvPr>
            <p:ph type="pic" sz="quarter" idx="13" hasCustomPrompt="1"/>
          </p:nvPr>
        </p:nvSpPr>
        <p:spPr>
          <a:xfrm>
            <a:off x="4891088" y="3771902"/>
            <a:ext cx="7300911" cy="2438398"/>
          </a:xfrm>
          <a:solidFill>
            <a:srgbClr val="C3D1DD"/>
          </a:solidFill>
        </p:spPr>
        <p:txBody>
          <a:bodyPr tIns="457200"/>
          <a:lstStyle>
            <a:lvl1pPr algn="ctr">
              <a:buNone/>
              <a:defRPr/>
            </a:lvl1pPr>
          </a:lstStyle>
          <a:p>
            <a:r>
              <a:rPr lang="en-US" dirty="0"/>
              <a:t>Select icon to insert image</a:t>
            </a:r>
          </a:p>
        </p:txBody>
      </p:sp>
      <p:sp>
        <p:nvSpPr>
          <p:cNvPr id="11" name="Picture Placeholder 10">
            <a:extLst>
              <a:ext uri="{FF2B5EF4-FFF2-40B4-BE49-F238E27FC236}">
                <a16:creationId xmlns:a16="http://schemas.microsoft.com/office/drawing/2014/main" id="{3FF46083-0CCD-4930-B58E-B4225BABBDDC}"/>
              </a:ext>
            </a:extLst>
          </p:cNvPr>
          <p:cNvSpPr>
            <a:spLocks noGrp="1"/>
          </p:cNvSpPr>
          <p:nvPr>
            <p:ph type="pic" sz="quarter" idx="12" hasCustomPrompt="1"/>
          </p:nvPr>
        </p:nvSpPr>
        <p:spPr>
          <a:xfrm>
            <a:off x="4891088" y="647700"/>
            <a:ext cx="7300912" cy="2438400"/>
          </a:xfrm>
          <a:solidFill>
            <a:srgbClr val="C3D1DD"/>
          </a:solidFill>
        </p:spPr>
        <p:txBody>
          <a:bodyPr tIns="457200"/>
          <a:lstStyle>
            <a:lvl1pPr algn="ctr">
              <a:buNone/>
              <a:defRPr/>
            </a:lvl1pPr>
          </a:lstStyle>
          <a:p>
            <a:r>
              <a:rPr lang="en-US" dirty="0"/>
              <a:t>Select icon to insert image</a:t>
            </a:r>
          </a:p>
        </p:txBody>
      </p:sp>
      <p:sp>
        <p:nvSpPr>
          <p:cNvPr id="2" name="Title 1">
            <a:extLst>
              <a:ext uri="{FF2B5EF4-FFF2-40B4-BE49-F238E27FC236}">
                <a16:creationId xmlns:a16="http://schemas.microsoft.com/office/drawing/2014/main" id="{167987B6-F117-4693-941E-7A1181A09C17}"/>
              </a:ext>
            </a:extLst>
          </p:cNvPr>
          <p:cNvSpPr>
            <a:spLocks noGrp="1"/>
          </p:cNvSpPr>
          <p:nvPr>
            <p:ph type="title" hasCustomPrompt="1"/>
          </p:nvPr>
        </p:nvSpPr>
        <p:spPr>
          <a:xfrm>
            <a:off x="660401" y="582627"/>
            <a:ext cx="3627437" cy="1108061"/>
          </a:xfrm>
        </p:spPr>
        <p:txBody>
          <a:bodyPr/>
          <a:lstStyle>
            <a:lvl1pPr>
              <a:defRPr/>
            </a:lvl1pPr>
          </a:lstStyle>
          <a:p>
            <a:r>
              <a:rPr lang="en-US"/>
              <a:t>Slide title</a:t>
            </a:r>
          </a:p>
        </p:txBody>
      </p:sp>
      <p:sp>
        <p:nvSpPr>
          <p:cNvPr id="9" name="Text Placeholder 8">
            <a:extLst>
              <a:ext uri="{FF2B5EF4-FFF2-40B4-BE49-F238E27FC236}">
                <a16:creationId xmlns:a16="http://schemas.microsoft.com/office/drawing/2014/main" id="{4F3B60D4-4B6C-4314-B6F1-3F46840EE298}"/>
              </a:ext>
            </a:extLst>
          </p:cNvPr>
          <p:cNvSpPr>
            <a:spLocks noGrp="1"/>
          </p:cNvSpPr>
          <p:nvPr>
            <p:ph type="body" sz="quarter" idx="11" hasCustomPrompt="1"/>
          </p:nvPr>
        </p:nvSpPr>
        <p:spPr>
          <a:xfrm>
            <a:off x="660401" y="3673785"/>
            <a:ext cx="3627438" cy="2536516"/>
          </a:xfrm>
        </p:spPr>
        <p:txBody>
          <a:bodyPr/>
          <a:lstStyle>
            <a:lvl1pPr marL="0" indent="0">
              <a:buNone/>
              <a:defRPr/>
            </a:lvl1pPr>
            <a:lvl2pPr>
              <a:buSzPct val="75000"/>
              <a:buFont typeface="Wingdings" panose="05000000000000000000" pitchFamily="2" charset="2"/>
              <a:buChar char="§"/>
              <a:defRPr/>
            </a:lvl2pPr>
            <a:lvl3pPr>
              <a:buSzPct val="75000"/>
              <a:buFont typeface="Wingdings" panose="05000000000000000000" pitchFamily="2" charset="2"/>
              <a:buChar char="§"/>
              <a:defRPr/>
            </a:lvl3pPr>
            <a:lvl4pPr>
              <a:buSzPct val="75000"/>
              <a:buFont typeface="Wingdings" panose="05000000000000000000" pitchFamily="2" charset="2"/>
              <a:buChar char="§"/>
              <a:defRPr/>
            </a:lvl4pPr>
            <a:lvl5pPr>
              <a:buSzPct val="75000"/>
              <a:buFont typeface="Wingdings" panose="05000000000000000000" pitchFamily="2" charset="2"/>
              <a:buChar char="§"/>
              <a:defRPr/>
            </a:lvl5pPr>
            <a:lvl6pPr>
              <a:buSzPct val="75000"/>
              <a:buFont typeface="Wingdings" panose="05000000000000000000" pitchFamily="2" charset="2"/>
              <a:buChar char="§"/>
              <a:defRPr/>
            </a:lvl6pPr>
            <a:lvl7pPr>
              <a:buSzPct val="75000"/>
              <a:buFont typeface="Wingdings" panose="05000000000000000000" pitchFamily="2" charset="2"/>
              <a:buChar char="§"/>
              <a:defRPr/>
            </a:lvl7pPr>
            <a:lvl8pPr>
              <a:buSzPct val="75000"/>
              <a:buFont typeface="Wingdings" panose="05000000000000000000" pitchFamily="2" charset="2"/>
              <a:buChar char="§"/>
              <a:defRPr/>
            </a:lvl8pPr>
            <a:lvl9pPr>
              <a:buSzPct val="75000"/>
              <a:buFont typeface="Wingdings" panose="05000000000000000000" pitchFamily="2" charset="2"/>
              <a:buChar char="§"/>
              <a:defRPr/>
            </a:lvl9pPr>
          </a:lstStyle>
          <a:p>
            <a:pPr lvl="0"/>
            <a:r>
              <a:rPr lang="en-US"/>
              <a:t>Select to add text</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034121D8-D50B-4F3F-9690-958B97BF902C}"/>
              </a:ext>
            </a:extLst>
          </p:cNvPr>
          <p:cNvSpPr>
            <a:spLocks noGrp="1"/>
          </p:cNvSpPr>
          <p:nvPr>
            <p:ph type="body" sz="quarter" idx="10" hasCustomPrompt="1"/>
          </p:nvPr>
        </p:nvSpPr>
        <p:spPr>
          <a:xfrm>
            <a:off x="660403" y="1602223"/>
            <a:ext cx="3627436" cy="1826777"/>
          </a:xfrm>
        </p:spPr>
        <p:txBody>
          <a:bodyPr/>
          <a:lstStyle>
            <a:lvl1pPr marL="0" indent="0">
              <a:buNone/>
              <a:defRPr/>
            </a:lvl1pPr>
            <a:lvl2pPr>
              <a:buSzPct val="75000"/>
              <a:buFont typeface="Wingdings" panose="05000000000000000000" pitchFamily="2" charset="2"/>
              <a:buChar char="§"/>
              <a:defRPr/>
            </a:lvl2pPr>
            <a:lvl3pPr>
              <a:buSzPct val="75000"/>
              <a:buFont typeface="Wingdings" panose="05000000000000000000" pitchFamily="2" charset="2"/>
              <a:buChar char="§"/>
              <a:defRPr/>
            </a:lvl3pPr>
            <a:lvl4pPr>
              <a:buSzPct val="75000"/>
              <a:buFont typeface="Wingdings" panose="05000000000000000000" pitchFamily="2" charset="2"/>
              <a:buChar char="§"/>
              <a:defRPr/>
            </a:lvl4pPr>
            <a:lvl5pPr>
              <a:buSzPct val="75000"/>
              <a:buFont typeface="Wingdings" panose="05000000000000000000" pitchFamily="2" charset="2"/>
              <a:buChar char="§"/>
              <a:defRPr/>
            </a:lvl5pPr>
            <a:lvl6pPr>
              <a:buSzPct val="75000"/>
              <a:buFont typeface="Wingdings" panose="05000000000000000000" pitchFamily="2" charset="2"/>
              <a:buChar char="§"/>
              <a:defRPr/>
            </a:lvl6pPr>
            <a:lvl7pPr>
              <a:buSzPct val="75000"/>
              <a:buFont typeface="Wingdings" panose="05000000000000000000" pitchFamily="2" charset="2"/>
              <a:buChar char="§"/>
              <a:defRPr/>
            </a:lvl7pPr>
            <a:lvl8pPr>
              <a:buSzPct val="75000"/>
              <a:buFont typeface="Wingdings" panose="05000000000000000000" pitchFamily="2" charset="2"/>
              <a:buChar char="§"/>
              <a:defRPr/>
            </a:lvl8pPr>
            <a:lvl9pPr>
              <a:buSzPct val="75000"/>
              <a:buFont typeface="Wingdings" panose="05000000000000000000" pitchFamily="2" charset="2"/>
              <a:buChar char="§"/>
              <a:defRPr/>
            </a:lvl9pPr>
          </a:lstStyle>
          <a:p>
            <a:pPr lvl="0"/>
            <a:r>
              <a:rPr lang="en-US"/>
              <a:t>Select to add text</a:t>
            </a:r>
          </a:p>
          <a:p>
            <a:pPr lvl="1"/>
            <a:r>
              <a:rPr lang="en-US"/>
              <a:t>Second level</a:t>
            </a:r>
          </a:p>
          <a:p>
            <a:pPr lvl="2"/>
            <a:r>
              <a:rPr lang="en-US"/>
              <a:t>Third level</a:t>
            </a:r>
          </a:p>
        </p:txBody>
      </p:sp>
    </p:spTree>
    <p:extLst>
      <p:ext uri="{BB962C8B-B14F-4D97-AF65-F5344CB8AC3E}">
        <p14:creationId xmlns:p14="http://schemas.microsoft.com/office/powerpoint/2010/main" val="5587938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hree Topic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4A68A-0ED3-44A5-A446-1E58B60D2B0B}"/>
              </a:ext>
            </a:extLst>
          </p:cNvPr>
          <p:cNvSpPr>
            <a:spLocks noGrp="1"/>
          </p:cNvSpPr>
          <p:nvPr>
            <p:ph type="title" hasCustomPrompt="1"/>
          </p:nvPr>
        </p:nvSpPr>
        <p:spPr>
          <a:xfrm>
            <a:off x="660401" y="582627"/>
            <a:ext cx="10868023" cy="1108061"/>
          </a:xfrm>
        </p:spPr>
        <p:txBody>
          <a:bodyPr/>
          <a:lstStyle>
            <a:lvl1pPr>
              <a:defRPr/>
            </a:lvl1pPr>
          </a:lstStyle>
          <a:p>
            <a:r>
              <a:rPr lang="en-US" dirty="0"/>
              <a:t>Select to add slide title</a:t>
            </a:r>
          </a:p>
        </p:txBody>
      </p:sp>
      <p:sp>
        <p:nvSpPr>
          <p:cNvPr id="11" name="Content Placeholder 10">
            <a:extLst>
              <a:ext uri="{FF2B5EF4-FFF2-40B4-BE49-F238E27FC236}">
                <a16:creationId xmlns:a16="http://schemas.microsoft.com/office/drawing/2014/main" id="{94F5AA28-FF09-496C-923E-7F721A06EDE3}"/>
              </a:ext>
            </a:extLst>
          </p:cNvPr>
          <p:cNvSpPr>
            <a:spLocks noGrp="1"/>
          </p:cNvSpPr>
          <p:nvPr>
            <p:ph sz="quarter" idx="12" hasCustomPrompt="1"/>
          </p:nvPr>
        </p:nvSpPr>
        <p:spPr>
          <a:xfrm>
            <a:off x="8301589" y="1602223"/>
            <a:ext cx="3231045" cy="4608077"/>
          </a:xfrm>
        </p:spPr>
        <p:txBody>
          <a:bodyPr/>
          <a:lstStyle>
            <a:lvl1pPr marL="0" indent="0">
              <a:buNone/>
              <a:defRPr sz="2800"/>
            </a:lvl1pPr>
            <a:lvl2pPr marL="804672" indent="-344488">
              <a:buSzPct val="75000"/>
              <a:buFont typeface="Wingdings" panose="05000000000000000000" pitchFamily="2" charset="2"/>
              <a:buChar char="§"/>
              <a:defRPr sz="2400"/>
            </a:lvl2pPr>
            <a:lvl3pPr marL="804672" indent="-344488">
              <a:buSzPct val="75000"/>
              <a:buFont typeface="Wingdings" panose="05000000000000000000" pitchFamily="2" charset="2"/>
              <a:buChar char="§"/>
              <a:defRPr sz="2400"/>
            </a:lvl3pPr>
            <a:lvl4pPr marL="804672" indent="-344488">
              <a:buSzPct val="75000"/>
              <a:buFont typeface="Wingdings" panose="05000000000000000000" pitchFamily="2" charset="2"/>
              <a:buChar char="§"/>
              <a:defRPr sz="2400"/>
            </a:lvl4pPr>
            <a:lvl5pPr marL="804672" indent="-344488">
              <a:buSzPct val="75000"/>
              <a:buFont typeface="Wingdings" panose="05000000000000000000" pitchFamily="2" charset="2"/>
              <a:buChar char="§"/>
              <a:defRPr sz="2400"/>
            </a:lvl5pPr>
            <a:lvl6pPr marL="804672" indent="-344488">
              <a:buSzPct val="75000"/>
              <a:buFont typeface="Wingdings" panose="05000000000000000000" pitchFamily="2" charset="2"/>
              <a:buChar char="§"/>
              <a:defRPr sz="2400"/>
            </a:lvl6pPr>
            <a:lvl7pPr marL="804672" indent="-344488">
              <a:buSzPct val="75000"/>
              <a:buFont typeface="Wingdings" panose="05000000000000000000" pitchFamily="2" charset="2"/>
              <a:buChar char="§"/>
              <a:defRPr sz="2400"/>
            </a:lvl7pPr>
            <a:lvl8pPr marL="804672" indent="-344488">
              <a:buSzPct val="75000"/>
              <a:buFont typeface="Wingdings" panose="05000000000000000000" pitchFamily="2" charset="2"/>
              <a:buChar char="§"/>
              <a:defRPr sz="2000"/>
            </a:lvl8pPr>
            <a:lvl9pPr marL="804672" indent="-344488">
              <a:buSzPct val="75000"/>
              <a:buFont typeface="Wingdings" panose="05000000000000000000" pitchFamily="2" charset="2"/>
              <a:buChar char="§"/>
              <a:defRPr sz="2000"/>
            </a:lvl9pPr>
          </a:lstStyle>
          <a:p>
            <a:pPr lvl="0"/>
            <a:r>
              <a:rPr lang="en-US" dirty="0"/>
              <a:t>Select to </a:t>
            </a:r>
            <a:r>
              <a:rPr lang="en-US"/>
              <a:t>add text </a:t>
            </a:r>
            <a:r>
              <a:rPr lang="en-US" dirty="0"/>
              <a:t>or </a:t>
            </a:r>
            <a:r>
              <a:rPr lang="en-US"/>
              <a:t>choose icon </a:t>
            </a:r>
            <a:r>
              <a:rPr lang="en-US" dirty="0"/>
              <a:t>below</a:t>
            </a:r>
          </a:p>
          <a:p>
            <a:pPr lvl="1"/>
            <a:r>
              <a:rPr lang="en-US" dirty="0"/>
              <a:t>Second level</a:t>
            </a:r>
          </a:p>
          <a:p>
            <a:pPr lvl="2"/>
            <a:r>
              <a:rPr lang="en-US" dirty="0"/>
              <a:t>Third level</a:t>
            </a:r>
          </a:p>
          <a:p>
            <a:pPr lvl="3"/>
            <a:r>
              <a:rPr lang="en-US" dirty="0"/>
              <a:t>Fourth level</a:t>
            </a:r>
          </a:p>
          <a:p>
            <a:pPr lvl="4"/>
            <a:r>
              <a:rPr lang="en-US" dirty="0"/>
              <a:t>Fifth level</a:t>
            </a:r>
          </a:p>
          <a:p>
            <a:pPr lvl="5"/>
            <a:r>
              <a:rPr lang="en-US"/>
              <a:t>Sixth level</a:t>
            </a:r>
            <a:endParaRPr lang="en-US" dirty="0"/>
          </a:p>
        </p:txBody>
      </p:sp>
      <p:sp>
        <p:nvSpPr>
          <p:cNvPr id="9" name="Content Placeholder 8">
            <a:extLst>
              <a:ext uri="{FF2B5EF4-FFF2-40B4-BE49-F238E27FC236}">
                <a16:creationId xmlns:a16="http://schemas.microsoft.com/office/drawing/2014/main" id="{6CA267C0-47AD-4617-9BF1-162D7E8F7819}"/>
              </a:ext>
            </a:extLst>
          </p:cNvPr>
          <p:cNvSpPr>
            <a:spLocks noGrp="1"/>
          </p:cNvSpPr>
          <p:nvPr>
            <p:ph sz="quarter" idx="11" hasCustomPrompt="1"/>
          </p:nvPr>
        </p:nvSpPr>
        <p:spPr>
          <a:xfrm>
            <a:off x="4480478" y="1602223"/>
            <a:ext cx="3231045" cy="4608077"/>
          </a:xfrm>
        </p:spPr>
        <p:txBody>
          <a:bodyPr/>
          <a:lstStyle>
            <a:lvl1pPr marL="0" indent="0">
              <a:buNone/>
              <a:defRPr sz="2800"/>
            </a:lvl1pPr>
            <a:lvl2pPr marL="804672" indent="-344488">
              <a:buSzPct val="75000"/>
              <a:buFont typeface="Wingdings" panose="05000000000000000000" pitchFamily="2" charset="2"/>
              <a:buChar char="§"/>
              <a:defRPr sz="2400"/>
            </a:lvl2pPr>
            <a:lvl3pPr marL="804672" indent="-344488">
              <a:buSzPct val="75000"/>
              <a:buFont typeface="Wingdings" panose="05000000000000000000" pitchFamily="2" charset="2"/>
              <a:buChar char="§"/>
              <a:defRPr sz="2400"/>
            </a:lvl3pPr>
            <a:lvl4pPr marL="804672" indent="-344488">
              <a:buSzPct val="75000"/>
              <a:buFont typeface="Wingdings" panose="05000000000000000000" pitchFamily="2" charset="2"/>
              <a:buChar char="§"/>
              <a:defRPr sz="2400"/>
            </a:lvl4pPr>
            <a:lvl5pPr marL="804672" indent="-344488">
              <a:buSzPct val="75000"/>
              <a:buFont typeface="Wingdings" panose="05000000000000000000" pitchFamily="2" charset="2"/>
              <a:buChar char="§"/>
              <a:defRPr sz="2400"/>
            </a:lvl5pPr>
            <a:lvl6pPr marL="804672" indent="-344488">
              <a:buSzPct val="75000"/>
              <a:buFont typeface="Wingdings" panose="05000000000000000000" pitchFamily="2" charset="2"/>
              <a:buChar char="§"/>
              <a:defRPr sz="2400"/>
            </a:lvl6pPr>
            <a:lvl7pPr marL="804672" indent="-344488">
              <a:buSzPct val="75000"/>
              <a:buFont typeface="Wingdings" panose="05000000000000000000" pitchFamily="2" charset="2"/>
              <a:buChar char="§"/>
              <a:defRPr sz="2400"/>
            </a:lvl7pPr>
            <a:lvl8pPr marL="804672" indent="-344488">
              <a:buSzPct val="75000"/>
              <a:buFont typeface="Wingdings" panose="05000000000000000000" pitchFamily="2" charset="2"/>
              <a:buChar char="§"/>
              <a:defRPr sz="2000"/>
            </a:lvl8pPr>
            <a:lvl9pPr marL="804672" indent="-344488">
              <a:buSzPct val="75000"/>
              <a:buFont typeface="Wingdings" panose="05000000000000000000" pitchFamily="2" charset="2"/>
              <a:buChar char="§"/>
              <a:defRPr sz="2000"/>
            </a:lvl9pPr>
          </a:lstStyle>
          <a:p>
            <a:pPr lvl="0"/>
            <a:r>
              <a:rPr lang="en-US" dirty="0"/>
              <a:t>Select to </a:t>
            </a:r>
            <a:r>
              <a:rPr lang="en-US"/>
              <a:t>add text or choose icon </a:t>
            </a:r>
            <a:r>
              <a:rPr lang="en-US" dirty="0"/>
              <a:t>below</a:t>
            </a:r>
          </a:p>
          <a:p>
            <a:pPr lvl="1"/>
            <a:r>
              <a:rPr lang="en-US" dirty="0"/>
              <a:t>Second level</a:t>
            </a:r>
          </a:p>
          <a:p>
            <a:pPr lvl="2"/>
            <a:r>
              <a:rPr lang="en-US" dirty="0"/>
              <a:t>Third level</a:t>
            </a:r>
          </a:p>
          <a:p>
            <a:pPr lvl="3"/>
            <a:r>
              <a:rPr lang="en-US" dirty="0"/>
              <a:t>Fourth level</a:t>
            </a:r>
          </a:p>
          <a:p>
            <a:pPr lvl="4"/>
            <a:r>
              <a:rPr lang="en-US" dirty="0"/>
              <a:t>Fifth level</a:t>
            </a:r>
          </a:p>
          <a:p>
            <a:pPr lvl="5"/>
            <a:r>
              <a:rPr lang="en-US"/>
              <a:t>Sixth level</a:t>
            </a:r>
            <a:endParaRPr lang="en-US" dirty="0"/>
          </a:p>
        </p:txBody>
      </p:sp>
      <p:sp>
        <p:nvSpPr>
          <p:cNvPr id="7" name="Content Placeholder 6">
            <a:extLst>
              <a:ext uri="{FF2B5EF4-FFF2-40B4-BE49-F238E27FC236}">
                <a16:creationId xmlns:a16="http://schemas.microsoft.com/office/drawing/2014/main" id="{F94EFDFE-BBD6-4A8B-8175-42E580B31AD4}"/>
              </a:ext>
            </a:extLst>
          </p:cNvPr>
          <p:cNvSpPr>
            <a:spLocks noGrp="1"/>
          </p:cNvSpPr>
          <p:nvPr>
            <p:ph sz="quarter" idx="10" hasCustomPrompt="1"/>
          </p:nvPr>
        </p:nvSpPr>
        <p:spPr>
          <a:xfrm>
            <a:off x="660403" y="1602223"/>
            <a:ext cx="3231045" cy="4608077"/>
          </a:xfrm>
        </p:spPr>
        <p:txBody>
          <a:bodyPr/>
          <a:lstStyle>
            <a:lvl1pPr marL="0" indent="0">
              <a:buFontTx/>
              <a:buNone/>
              <a:defRPr sz="2800"/>
            </a:lvl1pPr>
            <a:lvl2pPr marL="804672" indent="-347472">
              <a:buSzPct val="75000"/>
              <a:buFont typeface="Wingdings" panose="05000000000000000000" pitchFamily="2" charset="2"/>
              <a:buChar char="§"/>
              <a:defRPr sz="2400"/>
            </a:lvl2pPr>
            <a:lvl3pPr marL="804672" indent="-347472">
              <a:buSzPct val="75000"/>
              <a:buFont typeface="Wingdings" panose="05000000000000000000" pitchFamily="2" charset="2"/>
              <a:buChar char="§"/>
              <a:defRPr sz="2400"/>
            </a:lvl3pPr>
            <a:lvl4pPr marL="804672" indent="-347472">
              <a:buSzPct val="75000"/>
              <a:buFont typeface="Wingdings" panose="05000000000000000000" pitchFamily="2" charset="2"/>
              <a:buChar char="§"/>
              <a:defRPr sz="2400"/>
            </a:lvl4pPr>
            <a:lvl5pPr marL="804672" indent="-347472">
              <a:buSzPct val="75000"/>
              <a:buFont typeface="Wingdings" panose="05000000000000000000" pitchFamily="2" charset="2"/>
              <a:buChar char="§"/>
              <a:defRPr sz="2400"/>
            </a:lvl5pPr>
            <a:lvl6pPr marL="804672" indent="-347472">
              <a:buSzPct val="75000"/>
              <a:buFont typeface="Wingdings" panose="05000000000000000000" pitchFamily="2" charset="2"/>
              <a:buChar char="§"/>
              <a:defRPr sz="2400"/>
            </a:lvl6pPr>
            <a:lvl7pPr marL="804672" indent="-347472">
              <a:buSzPct val="75000"/>
              <a:buFont typeface="Wingdings" panose="05000000000000000000" pitchFamily="2" charset="2"/>
              <a:buChar char="§"/>
              <a:defRPr sz="2400"/>
            </a:lvl7pPr>
            <a:lvl8pPr marL="804672" indent="-347472">
              <a:buSzPct val="75000"/>
              <a:buFont typeface="Wingdings" panose="05000000000000000000" pitchFamily="2" charset="2"/>
              <a:buNone/>
              <a:defRPr sz="2000"/>
            </a:lvl8pPr>
            <a:lvl9pPr marL="804672" indent="-347472">
              <a:buSzPct val="75000"/>
              <a:buFont typeface="Wingdings" panose="05000000000000000000" pitchFamily="2" charset="2"/>
              <a:buChar char="§"/>
              <a:defRPr sz="2000"/>
            </a:lvl9pPr>
          </a:lstStyle>
          <a:p>
            <a:pPr lvl="0"/>
            <a:r>
              <a:rPr lang="en-US" dirty="0"/>
              <a:t>Select to add text or choose icon below</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26547449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ree Topics (Subtitles)">
    <p:spTree>
      <p:nvGrpSpPr>
        <p:cNvPr id="1" name=""/>
        <p:cNvGrpSpPr/>
        <p:nvPr/>
      </p:nvGrpSpPr>
      <p:grpSpPr>
        <a:xfrm>
          <a:off x="0" y="0"/>
          <a:ext cx="0" cy="0"/>
          <a:chOff x="0" y="0"/>
          <a:chExt cx="0" cy="0"/>
        </a:xfrm>
      </p:grpSpPr>
      <p:sp>
        <p:nvSpPr>
          <p:cNvPr id="18" name="Content Placeholder 17">
            <a:extLst>
              <a:ext uri="{FF2B5EF4-FFF2-40B4-BE49-F238E27FC236}">
                <a16:creationId xmlns:a16="http://schemas.microsoft.com/office/drawing/2014/main" id="{969B2318-4F28-05C6-7F83-9A9BE8F56D42}"/>
              </a:ext>
            </a:extLst>
          </p:cNvPr>
          <p:cNvSpPr>
            <a:spLocks noGrp="1"/>
          </p:cNvSpPr>
          <p:nvPr>
            <p:ph sz="quarter" idx="15" hasCustomPrompt="1"/>
          </p:nvPr>
        </p:nvSpPr>
        <p:spPr>
          <a:xfrm>
            <a:off x="8301589" y="2285324"/>
            <a:ext cx="3231045" cy="3924976"/>
          </a:xfrm>
        </p:spPr>
        <p:txBody>
          <a:bodyPr/>
          <a:lstStyle>
            <a:lvl1pPr marL="0" indent="0">
              <a:buNone/>
              <a:defRPr/>
            </a:lvl1pPr>
            <a:lvl2pPr>
              <a:buSzPct val="75000"/>
              <a:buFont typeface="Wingdings" panose="05000000000000000000" pitchFamily="2" charset="2"/>
              <a:buChar char="§"/>
              <a:defRPr/>
            </a:lvl2pPr>
            <a:lvl3pPr>
              <a:buSzPct val="75000"/>
              <a:buFont typeface="Wingdings" panose="05000000000000000000" pitchFamily="2" charset="2"/>
              <a:buChar char="§"/>
              <a:defRPr/>
            </a:lvl3pPr>
            <a:lvl4pPr>
              <a:buSzPct val="75000"/>
              <a:buFont typeface="Wingdings" panose="05000000000000000000" pitchFamily="2" charset="2"/>
              <a:buChar char="§"/>
              <a:defRPr/>
            </a:lvl4pPr>
            <a:lvl5pPr>
              <a:buSzPct val="75000"/>
              <a:buFont typeface="Wingdings" panose="05000000000000000000" pitchFamily="2" charset="2"/>
              <a:buChar char="§"/>
              <a:defRPr/>
            </a:lvl5pPr>
            <a:lvl6pPr>
              <a:buSzPct val="75000"/>
              <a:buFont typeface="Wingdings" panose="05000000000000000000" pitchFamily="2" charset="2"/>
              <a:buChar char="§"/>
              <a:defRPr/>
            </a:lvl6pPr>
            <a:lvl7pPr>
              <a:buSzPct val="75000"/>
              <a:buFont typeface="Wingdings" panose="05000000000000000000" pitchFamily="2" charset="2"/>
              <a:buChar char="§"/>
              <a:defRPr/>
            </a:lvl7pPr>
            <a:lvl8pPr>
              <a:buSzPct val="75000"/>
              <a:buFont typeface="Wingdings" panose="05000000000000000000" pitchFamily="2" charset="2"/>
              <a:buChar char="§"/>
              <a:defRPr/>
            </a:lvl8pPr>
            <a:lvl9pPr>
              <a:buSzPct val="75000"/>
              <a:buFont typeface="Wingdings" panose="05000000000000000000" pitchFamily="2" charset="2"/>
              <a:buChar char="§"/>
              <a:defRPr/>
            </a:lvl9pPr>
          </a:lstStyle>
          <a:p>
            <a:pPr lvl="0"/>
            <a:r>
              <a:rPr lang="en-US" dirty="0"/>
              <a:t>Select to add text or choose icon below</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3E672FD3-D730-8E56-F3F7-74E08C4B294C}"/>
              </a:ext>
            </a:extLst>
          </p:cNvPr>
          <p:cNvSpPr>
            <a:spLocks noGrp="1"/>
          </p:cNvSpPr>
          <p:nvPr>
            <p:ph sz="quarter" idx="13" hasCustomPrompt="1"/>
          </p:nvPr>
        </p:nvSpPr>
        <p:spPr>
          <a:xfrm>
            <a:off x="4480478" y="2285324"/>
            <a:ext cx="3231045" cy="3924976"/>
          </a:xfrm>
        </p:spPr>
        <p:txBody>
          <a:bodyPr/>
          <a:lstStyle>
            <a:lvl1pPr marL="0" indent="0">
              <a:buNone/>
              <a:defRPr/>
            </a:lvl1pPr>
            <a:lvl2pPr marL="804672" indent="-347472">
              <a:buSzPct val="75000"/>
              <a:buFont typeface="Wingdings" panose="05000000000000000000" pitchFamily="2" charset="2"/>
              <a:buChar char="§"/>
              <a:defRPr/>
            </a:lvl2pPr>
            <a:lvl3pPr marL="804672" indent="-347472">
              <a:buSzPct val="75000"/>
              <a:buFont typeface="Wingdings" panose="05000000000000000000" pitchFamily="2" charset="2"/>
              <a:buChar char="§"/>
              <a:defRPr/>
            </a:lvl3pPr>
            <a:lvl4pPr marL="804672" indent="-347472">
              <a:buSzPct val="75000"/>
              <a:buFont typeface="Wingdings" panose="05000000000000000000" pitchFamily="2" charset="2"/>
              <a:buChar char="§"/>
              <a:defRPr/>
            </a:lvl4pPr>
            <a:lvl5pPr marL="804672" indent="-347472">
              <a:buSzPct val="75000"/>
              <a:buFont typeface="Wingdings" panose="05000000000000000000" pitchFamily="2" charset="2"/>
              <a:buChar char="§"/>
              <a:defRPr/>
            </a:lvl5pPr>
            <a:lvl6pPr marL="804672" indent="-347472">
              <a:buSzPct val="75000"/>
              <a:buFont typeface="Wingdings" panose="05000000000000000000" pitchFamily="2" charset="2"/>
              <a:buChar char="§"/>
              <a:defRPr/>
            </a:lvl6pPr>
            <a:lvl7pPr marL="804672" indent="-347472">
              <a:buSzPct val="75000"/>
              <a:buFont typeface="Wingdings" panose="05000000000000000000" pitchFamily="2" charset="2"/>
              <a:buChar char="§"/>
              <a:defRPr/>
            </a:lvl7pPr>
            <a:lvl8pPr marL="804672" indent="-347472">
              <a:buSzPct val="75000"/>
              <a:buFont typeface="Wingdings" panose="05000000000000000000" pitchFamily="2" charset="2"/>
              <a:buChar char="§"/>
              <a:defRPr/>
            </a:lvl8pPr>
            <a:lvl9pPr marL="804672" indent="-347472">
              <a:buSzPct val="75000"/>
              <a:buFont typeface="Wingdings" panose="05000000000000000000" pitchFamily="2" charset="2"/>
              <a:buChar char="§"/>
              <a:defRPr/>
            </a:lvl9pPr>
          </a:lstStyle>
          <a:p>
            <a:pPr lvl="0"/>
            <a:r>
              <a:rPr lang="en-US" dirty="0"/>
              <a:t>Select to add text or  choose icon below</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5FBF359-0A95-B7EB-C94D-2A8338D8BD79}"/>
              </a:ext>
            </a:extLst>
          </p:cNvPr>
          <p:cNvSpPr>
            <a:spLocks noGrp="1"/>
          </p:cNvSpPr>
          <p:nvPr>
            <p:ph sz="quarter" idx="10" hasCustomPrompt="1"/>
          </p:nvPr>
        </p:nvSpPr>
        <p:spPr>
          <a:xfrm>
            <a:off x="660403" y="2285324"/>
            <a:ext cx="3231045" cy="3924976"/>
          </a:xfrm>
        </p:spPr>
        <p:txBody>
          <a:bodyPr/>
          <a:lstStyle>
            <a:lvl1pPr marL="0" indent="0">
              <a:buNone/>
              <a:defRPr/>
            </a:lvl1pPr>
            <a:lvl2pPr marL="804672" indent="-347472">
              <a:buSzPct val="75000"/>
              <a:buFont typeface="Wingdings" panose="05000000000000000000" pitchFamily="2" charset="2"/>
              <a:buChar char="§"/>
              <a:defRPr/>
            </a:lvl2pPr>
            <a:lvl3pPr marL="804672" indent="-347472">
              <a:buSzPct val="75000"/>
              <a:buFont typeface="Wingdings" panose="05000000000000000000" pitchFamily="2" charset="2"/>
              <a:buChar char="§"/>
              <a:defRPr/>
            </a:lvl3pPr>
            <a:lvl4pPr marL="804672" indent="-347472">
              <a:buSzPct val="75000"/>
              <a:buFont typeface="Wingdings" panose="05000000000000000000" pitchFamily="2" charset="2"/>
              <a:buChar char="§"/>
              <a:defRPr/>
            </a:lvl4pPr>
            <a:lvl5pPr marL="804672" indent="-347472">
              <a:buSzPct val="75000"/>
              <a:buFont typeface="Wingdings" panose="05000000000000000000" pitchFamily="2" charset="2"/>
              <a:buChar char="§"/>
              <a:defRPr/>
            </a:lvl5pPr>
            <a:lvl6pPr marL="804672" indent="-347472">
              <a:buSzPct val="75000"/>
              <a:buFont typeface="Wingdings" panose="05000000000000000000" pitchFamily="2" charset="2"/>
              <a:buNone/>
              <a:defRPr/>
            </a:lvl6pPr>
            <a:lvl7pPr marL="804672" indent="-347472">
              <a:buSzPct val="75000"/>
              <a:buFont typeface="Wingdings" panose="05000000000000000000" pitchFamily="2" charset="2"/>
              <a:buChar char="§"/>
              <a:defRPr/>
            </a:lvl7pPr>
            <a:lvl8pPr marL="804672" indent="-347472">
              <a:buSzPct val="75000"/>
              <a:buFont typeface="Wingdings" panose="05000000000000000000" pitchFamily="2" charset="2"/>
              <a:buChar char="§"/>
              <a:defRPr/>
            </a:lvl8pPr>
            <a:lvl9pPr marL="804672" indent="-347472">
              <a:buSzPct val="75000"/>
              <a:buFont typeface="Wingdings" panose="05000000000000000000" pitchFamily="2" charset="2"/>
              <a:buChar char="§"/>
              <a:defRPr/>
            </a:lvl9pPr>
          </a:lstStyle>
          <a:p>
            <a:pPr lvl="0"/>
            <a:r>
              <a:rPr lang="en-US" dirty="0"/>
              <a:t>Select to add text or choose icon below</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472FE7D6-1D4F-3CDD-E7E1-4549D9F485E9}"/>
              </a:ext>
            </a:extLst>
          </p:cNvPr>
          <p:cNvSpPr>
            <a:spLocks noGrp="1"/>
          </p:cNvSpPr>
          <p:nvPr>
            <p:ph type="title" hasCustomPrompt="1"/>
          </p:nvPr>
        </p:nvSpPr>
        <p:spPr/>
        <p:txBody>
          <a:bodyPr/>
          <a:lstStyle>
            <a:lvl1pPr>
              <a:defRPr/>
            </a:lvl1pPr>
          </a:lstStyle>
          <a:p>
            <a:r>
              <a:rPr lang="en-US" dirty="0"/>
              <a:t>Select to add slide title</a:t>
            </a:r>
          </a:p>
        </p:txBody>
      </p:sp>
      <p:sp>
        <p:nvSpPr>
          <p:cNvPr id="16" name="Text Placeholder 15">
            <a:extLst>
              <a:ext uri="{FF2B5EF4-FFF2-40B4-BE49-F238E27FC236}">
                <a16:creationId xmlns:a16="http://schemas.microsoft.com/office/drawing/2014/main" id="{CEABD321-60F4-C3AB-5666-E1135479CD6A}"/>
              </a:ext>
            </a:extLst>
          </p:cNvPr>
          <p:cNvSpPr>
            <a:spLocks noGrp="1"/>
          </p:cNvSpPr>
          <p:nvPr>
            <p:ph type="body" sz="quarter" idx="14" hasCustomPrompt="1"/>
          </p:nvPr>
        </p:nvSpPr>
        <p:spPr>
          <a:xfrm>
            <a:off x="8301589" y="1602224"/>
            <a:ext cx="3231045" cy="597570"/>
          </a:xfrm>
        </p:spPr>
        <p:txBody>
          <a:bodyPr/>
          <a:lstStyle>
            <a:lvl1pPr marL="0" indent="0">
              <a:lnSpc>
                <a:spcPct val="100000"/>
              </a:lnSpc>
              <a:spcAft>
                <a:spcPts val="0"/>
              </a:spcAft>
              <a:buNone/>
              <a:defRPr sz="2400" b="1" cap="all" baseline="0"/>
            </a:lvl1pPr>
            <a:lvl2pPr marL="0" indent="0">
              <a:lnSpc>
                <a:spcPct val="100000"/>
              </a:lnSpc>
              <a:spcAft>
                <a:spcPts val="0"/>
              </a:spcAft>
              <a:buNone/>
              <a:defRPr sz="2400" b="1"/>
            </a:lvl2pPr>
            <a:lvl3pPr marL="0" indent="0">
              <a:lnSpc>
                <a:spcPct val="100000"/>
              </a:lnSpc>
              <a:spcAft>
                <a:spcPts val="0"/>
              </a:spcAft>
              <a:buNone/>
              <a:defRPr sz="2400" b="1"/>
            </a:lvl3pPr>
            <a:lvl4pPr marL="0" indent="0">
              <a:lnSpc>
                <a:spcPct val="100000"/>
              </a:lnSpc>
              <a:spcAft>
                <a:spcPts val="0"/>
              </a:spcAft>
              <a:buNone/>
              <a:defRPr sz="2400" b="1"/>
            </a:lvl4pPr>
            <a:lvl5pPr marL="0" indent="0">
              <a:lnSpc>
                <a:spcPct val="100000"/>
              </a:lnSpc>
              <a:spcAft>
                <a:spcPts val="0"/>
              </a:spcAft>
              <a:buNone/>
              <a:defRPr sz="2400" b="1"/>
            </a:lvl5pPr>
            <a:lvl6pPr marL="0" indent="0">
              <a:lnSpc>
                <a:spcPct val="100000"/>
              </a:lnSpc>
              <a:spcAft>
                <a:spcPts val="0"/>
              </a:spcAft>
              <a:buNone/>
              <a:defRPr sz="2400" b="1"/>
            </a:lvl6pPr>
            <a:lvl7pPr marL="0" indent="0">
              <a:lnSpc>
                <a:spcPct val="100000"/>
              </a:lnSpc>
              <a:spcAft>
                <a:spcPts val="0"/>
              </a:spcAft>
              <a:buNone/>
              <a:defRPr sz="2400" b="1"/>
            </a:lvl7pPr>
            <a:lvl8pPr marL="0" indent="0">
              <a:lnSpc>
                <a:spcPct val="100000"/>
              </a:lnSpc>
              <a:spcAft>
                <a:spcPts val="0"/>
              </a:spcAft>
              <a:buNone/>
              <a:defRPr sz="2400" b="1"/>
            </a:lvl8pPr>
            <a:lvl9pPr marL="0" indent="0">
              <a:lnSpc>
                <a:spcPct val="100000"/>
              </a:lnSpc>
              <a:spcAft>
                <a:spcPts val="0"/>
              </a:spcAft>
              <a:buNone/>
              <a:defRPr sz="2400" b="1"/>
            </a:lvl9pPr>
          </a:lstStyle>
          <a:p>
            <a:pPr lvl="0"/>
            <a:r>
              <a:rPr lang="en-US" dirty="0"/>
              <a:t>ADD COLUMN TITLE</a:t>
            </a:r>
          </a:p>
        </p:txBody>
      </p:sp>
      <p:sp>
        <p:nvSpPr>
          <p:cNvPr id="12" name="Text Placeholder 11">
            <a:extLst>
              <a:ext uri="{FF2B5EF4-FFF2-40B4-BE49-F238E27FC236}">
                <a16:creationId xmlns:a16="http://schemas.microsoft.com/office/drawing/2014/main" id="{8AC0D8FE-6661-95C3-0D22-56DAFCAF6165}"/>
              </a:ext>
            </a:extLst>
          </p:cNvPr>
          <p:cNvSpPr>
            <a:spLocks noGrp="1"/>
          </p:cNvSpPr>
          <p:nvPr>
            <p:ph type="body" sz="quarter" idx="12" hasCustomPrompt="1"/>
          </p:nvPr>
        </p:nvSpPr>
        <p:spPr>
          <a:xfrm>
            <a:off x="4480478" y="1616632"/>
            <a:ext cx="3231045" cy="583162"/>
          </a:xfrm>
        </p:spPr>
        <p:txBody>
          <a:bodyPr/>
          <a:lstStyle>
            <a:lvl1pPr marL="0" indent="0">
              <a:lnSpc>
                <a:spcPct val="100000"/>
              </a:lnSpc>
              <a:spcAft>
                <a:spcPts val="0"/>
              </a:spcAft>
              <a:buNone/>
              <a:defRPr sz="2400" b="1" cap="all" baseline="0"/>
            </a:lvl1pPr>
            <a:lvl2pPr marL="0" indent="0">
              <a:lnSpc>
                <a:spcPct val="100000"/>
              </a:lnSpc>
              <a:spcAft>
                <a:spcPts val="0"/>
              </a:spcAft>
              <a:buNone/>
              <a:defRPr sz="2400" b="1"/>
            </a:lvl2pPr>
            <a:lvl3pPr marL="0" indent="0">
              <a:lnSpc>
                <a:spcPct val="100000"/>
              </a:lnSpc>
              <a:spcAft>
                <a:spcPts val="0"/>
              </a:spcAft>
              <a:buNone/>
              <a:defRPr sz="2400" b="1"/>
            </a:lvl3pPr>
            <a:lvl4pPr marL="0" indent="0">
              <a:lnSpc>
                <a:spcPct val="100000"/>
              </a:lnSpc>
              <a:spcAft>
                <a:spcPts val="0"/>
              </a:spcAft>
              <a:buNone/>
              <a:defRPr sz="2400" b="1"/>
            </a:lvl4pPr>
            <a:lvl5pPr marL="0" indent="0">
              <a:lnSpc>
                <a:spcPct val="100000"/>
              </a:lnSpc>
              <a:spcAft>
                <a:spcPts val="0"/>
              </a:spcAft>
              <a:buNone/>
              <a:defRPr sz="2400" b="1"/>
            </a:lvl5pPr>
            <a:lvl6pPr marL="0" indent="0">
              <a:lnSpc>
                <a:spcPct val="100000"/>
              </a:lnSpc>
              <a:spcAft>
                <a:spcPts val="0"/>
              </a:spcAft>
              <a:buNone/>
              <a:defRPr sz="2400" b="1"/>
            </a:lvl6pPr>
            <a:lvl7pPr marL="0" indent="0">
              <a:lnSpc>
                <a:spcPct val="100000"/>
              </a:lnSpc>
              <a:spcAft>
                <a:spcPts val="0"/>
              </a:spcAft>
              <a:buNone/>
              <a:defRPr sz="2400" b="1"/>
            </a:lvl7pPr>
            <a:lvl8pPr marL="0" indent="0">
              <a:lnSpc>
                <a:spcPct val="100000"/>
              </a:lnSpc>
              <a:spcAft>
                <a:spcPts val="0"/>
              </a:spcAft>
              <a:buNone/>
              <a:defRPr sz="2400" b="1"/>
            </a:lvl8pPr>
            <a:lvl9pPr marL="0" indent="0">
              <a:lnSpc>
                <a:spcPct val="100000"/>
              </a:lnSpc>
              <a:spcAft>
                <a:spcPts val="0"/>
              </a:spcAft>
              <a:buNone/>
              <a:defRPr sz="2400" b="1"/>
            </a:lvl9pPr>
          </a:lstStyle>
          <a:p>
            <a:pPr lvl="0"/>
            <a:r>
              <a:rPr lang="en-US" dirty="0"/>
              <a:t>ADD COLUMN TITLE</a:t>
            </a:r>
          </a:p>
        </p:txBody>
      </p:sp>
      <p:sp>
        <p:nvSpPr>
          <p:cNvPr id="9" name="Text Placeholder 8">
            <a:extLst>
              <a:ext uri="{FF2B5EF4-FFF2-40B4-BE49-F238E27FC236}">
                <a16:creationId xmlns:a16="http://schemas.microsoft.com/office/drawing/2014/main" id="{62AE09AB-CDFA-920A-E47E-D36AE5FA44E2}"/>
              </a:ext>
            </a:extLst>
          </p:cNvPr>
          <p:cNvSpPr>
            <a:spLocks noGrp="1"/>
          </p:cNvSpPr>
          <p:nvPr>
            <p:ph type="body" sz="quarter" idx="11" hasCustomPrompt="1"/>
          </p:nvPr>
        </p:nvSpPr>
        <p:spPr>
          <a:xfrm>
            <a:off x="660401" y="1616631"/>
            <a:ext cx="3231045" cy="583162"/>
          </a:xfrm>
        </p:spPr>
        <p:txBody>
          <a:bodyPr/>
          <a:lstStyle>
            <a:lvl1pPr marL="0" indent="0">
              <a:lnSpc>
                <a:spcPct val="100000"/>
              </a:lnSpc>
              <a:spcAft>
                <a:spcPts val="0"/>
              </a:spcAft>
              <a:buNone/>
              <a:defRPr sz="2400" b="1" cap="all" baseline="0"/>
            </a:lvl1pPr>
            <a:lvl2pPr marL="0" indent="0">
              <a:lnSpc>
                <a:spcPct val="100000"/>
              </a:lnSpc>
              <a:spcAft>
                <a:spcPts val="0"/>
              </a:spcAft>
              <a:buNone/>
              <a:defRPr sz="2400" b="1"/>
            </a:lvl2pPr>
            <a:lvl3pPr marL="0" indent="0">
              <a:lnSpc>
                <a:spcPct val="100000"/>
              </a:lnSpc>
              <a:spcAft>
                <a:spcPts val="0"/>
              </a:spcAft>
              <a:buNone/>
              <a:defRPr sz="2400" b="1"/>
            </a:lvl3pPr>
            <a:lvl4pPr marL="0" indent="0">
              <a:lnSpc>
                <a:spcPct val="100000"/>
              </a:lnSpc>
              <a:spcAft>
                <a:spcPts val="0"/>
              </a:spcAft>
              <a:buNone/>
              <a:defRPr sz="2400" b="1"/>
            </a:lvl4pPr>
            <a:lvl5pPr marL="0" indent="0">
              <a:lnSpc>
                <a:spcPct val="100000"/>
              </a:lnSpc>
              <a:spcAft>
                <a:spcPts val="0"/>
              </a:spcAft>
              <a:buNone/>
              <a:defRPr sz="2400" b="1"/>
            </a:lvl5pPr>
            <a:lvl6pPr marL="0" indent="0">
              <a:lnSpc>
                <a:spcPct val="100000"/>
              </a:lnSpc>
              <a:spcAft>
                <a:spcPts val="0"/>
              </a:spcAft>
              <a:buNone/>
              <a:defRPr sz="2400" b="1"/>
            </a:lvl6pPr>
            <a:lvl7pPr marL="0" indent="0">
              <a:lnSpc>
                <a:spcPct val="100000"/>
              </a:lnSpc>
              <a:spcAft>
                <a:spcPts val="0"/>
              </a:spcAft>
              <a:buNone/>
              <a:defRPr sz="2400" b="1"/>
            </a:lvl7pPr>
            <a:lvl8pPr marL="0" indent="0">
              <a:lnSpc>
                <a:spcPct val="100000"/>
              </a:lnSpc>
              <a:spcAft>
                <a:spcPts val="0"/>
              </a:spcAft>
              <a:buNone/>
              <a:defRPr sz="2400" b="1"/>
            </a:lvl8pPr>
            <a:lvl9pPr marL="0" indent="0">
              <a:lnSpc>
                <a:spcPct val="100000"/>
              </a:lnSpc>
              <a:spcAft>
                <a:spcPts val="0"/>
              </a:spcAft>
              <a:buNone/>
              <a:defRPr sz="2400" b="1"/>
            </a:lvl9pPr>
          </a:lstStyle>
          <a:p>
            <a:pPr lvl="0"/>
            <a:r>
              <a:rPr lang="en-US" dirty="0"/>
              <a:t>ADD COLUMN TITLE</a:t>
            </a:r>
          </a:p>
        </p:txBody>
      </p:sp>
    </p:spTree>
    <p:extLst>
      <p:ext uri="{BB962C8B-B14F-4D97-AF65-F5344CB8AC3E}">
        <p14:creationId xmlns:p14="http://schemas.microsoft.com/office/powerpoint/2010/main" val="22426628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Three Topics (Pictures)">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60332ED6-ADCA-475C-A20A-F09A12031F61}"/>
              </a:ext>
            </a:extLst>
          </p:cNvPr>
          <p:cNvSpPr>
            <a:spLocks noGrp="1"/>
          </p:cNvSpPr>
          <p:nvPr>
            <p:ph type="pic" sz="quarter" idx="15" hasCustomPrompt="1"/>
          </p:nvPr>
        </p:nvSpPr>
        <p:spPr>
          <a:xfrm>
            <a:off x="8301588" y="3771900"/>
            <a:ext cx="3231047" cy="2438399"/>
          </a:xfrm>
        </p:spPr>
        <p:txBody>
          <a:bodyPr/>
          <a:lstStyle>
            <a:lvl1pPr marL="0" indent="0">
              <a:buNone/>
              <a:defRPr>
                <a:solidFill>
                  <a:schemeClr val="tx1"/>
                </a:solidFill>
              </a:defRPr>
            </a:lvl1pPr>
          </a:lstStyle>
          <a:p>
            <a:r>
              <a:rPr lang="en-US" dirty="0"/>
              <a:t>Select icon to insert photo or pictogram</a:t>
            </a:r>
          </a:p>
        </p:txBody>
      </p:sp>
      <p:sp>
        <p:nvSpPr>
          <p:cNvPr id="15" name="Picture Placeholder 14">
            <a:extLst>
              <a:ext uri="{FF2B5EF4-FFF2-40B4-BE49-F238E27FC236}">
                <a16:creationId xmlns:a16="http://schemas.microsoft.com/office/drawing/2014/main" id="{E45650B8-5500-451A-8D8A-FCBF1EFBF86B}"/>
              </a:ext>
            </a:extLst>
          </p:cNvPr>
          <p:cNvSpPr>
            <a:spLocks noGrp="1"/>
          </p:cNvSpPr>
          <p:nvPr>
            <p:ph type="pic" sz="quarter" idx="14" hasCustomPrompt="1"/>
          </p:nvPr>
        </p:nvSpPr>
        <p:spPr>
          <a:xfrm>
            <a:off x="4480477" y="3771900"/>
            <a:ext cx="3231047" cy="2438399"/>
          </a:xfrm>
        </p:spPr>
        <p:txBody>
          <a:bodyPr/>
          <a:lstStyle>
            <a:lvl1pPr marL="0" indent="0">
              <a:buNone/>
              <a:defRPr>
                <a:solidFill>
                  <a:schemeClr val="tx1"/>
                </a:solidFill>
              </a:defRPr>
            </a:lvl1pPr>
          </a:lstStyle>
          <a:p>
            <a:r>
              <a:rPr lang="en-US" dirty="0"/>
              <a:t>Select icon to insert photo or pictogram</a:t>
            </a:r>
          </a:p>
        </p:txBody>
      </p:sp>
      <p:sp>
        <p:nvSpPr>
          <p:cNvPr id="13" name="Picture Placeholder 12">
            <a:extLst>
              <a:ext uri="{FF2B5EF4-FFF2-40B4-BE49-F238E27FC236}">
                <a16:creationId xmlns:a16="http://schemas.microsoft.com/office/drawing/2014/main" id="{3B6AF8D8-D4B6-4A23-BD56-DE64301FFBDD}"/>
              </a:ext>
            </a:extLst>
          </p:cNvPr>
          <p:cNvSpPr>
            <a:spLocks noGrp="1"/>
          </p:cNvSpPr>
          <p:nvPr>
            <p:ph type="pic" sz="quarter" idx="13" hasCustomPrompt="1"/>
          </p:nvPr>
        </p:nvSpPr>
        <p:spPr>
          <a:xfrm>
            <a:off x="660400" y="3771900"/>
            <a:ext cx="3231047" cy="2438399"/>
          </a:xfrm>
        </p:spPr>
        <p:txBody>
          <a:bodyPr/>
          <a:lstStyle>
            <a:lvl1pPr marL="0" indent="0">
              <a:buNone/>
              <a:defRPr>
                <a:solidFill>
                  <a:schemeClr val="tx1"/>
                </a:solidFill>
              </a:defRPr>
            </a:lvl1pPr>
          </a:lstStyle>
          <a:p>
            <a:r>
              <a:rPr lang="en-US" dirty="0"/>
              <a:t>Select icon to insert photo or pictogram</a:t>
            </a:r>
          </a:p>
        </p:txBody>
      </p:sp>
      <p:sp>
        <p:nvSpPr>
          <p:cNvPr id="2" name="Title 1">
            <a:extLst>
              <a:ext uri="{FF2B5EF4-FFF2-40B4-BE49-F238E27FC236}">
                <a16:creationId xmlns:a16="http://schemas.microsoft.com/office/drawing/2014/main" id="{9DC901F2-B523-4740-B176-403AC4F5507F}"/>
              </a:ext>
            </a:extLst>
          </p:cNvPr>
          <p:cNvSpPr>
            <a:spLocks noGrp="1"/>
          </p:cNvSpPr>
          <p:nvPr>
            <p:ph type="title" hasCustomPrompt="1"/>
          </p:nvPr>
        </p:nvSpPr>
        <p:spPr>
          <a:xfrm>
            <a:off x="660401" y="582627"/>
            <a:ext cx="10868023" cy="1108061"/>
          </a:xfrm>
        </p:spPr>
        <p:txBody>
          <a:bodyPr/>
          <a:lstStyle>
            <a:lvl1pPr>
              <a:defRPr/>
            </a:lvl1pPr>
          </a:lstStyle>
          <a:p>
            <a:r>
              <a:rPr lang="en-US"/>
              <a:t>Select to add slide title</a:t>
            </a:r>
          </a:p>
        </p:txBody>
      </p:sp>
      <p:sp>
        <p:nvSpPr>
          <p:cNvPr id="11" name="Text Placeholder 10">
            <a:extLst>
              <a:ext uri="{FF2B5EF4-FFF2-40B4-BE49-F238E27FC236}">
                <a16:creationId xmlns:a16="http://schemas.microsoft.com/office/drawing/2014/main" id="{871ED752-9A4C-456A-86AB-057BC1F668F1}"/>
              </a:ext>
            </a:extLst>
          </p:cNvPr>
          <p:cNvSpPr>
            <a:spLocks noGrp="1"/>
          </p:cNvSpPr>
          <p:nvPr>
            <p:ph type="body" sz="quarter" idx="12" hasCustomPrompt="1"/>
          </p:nvPr>
        </p:nvSpPr>
        <p:spPr>
          <a:xfrm>
            <a:off x="8301589" y="1602223"/>
            <a:ext cx="3231045" cy="1826777"/>
          </a:xfrm>
        </p:spPr>
        <p:txBody>
          <a:bodyPr/>
          <a:lstStyle>
            <a:lvl1pPr marL="0" indent="0">
              <a:buNone/>
              <a:defRPr/>
            </a:lvl1pPr>
            <a:lvl2pPr>
              <a:buSzPct val="75000"/>
              <a:buFont typeface="Wingdings" panose="05000000000000000000" pitchFamily="2" charset="2"/>
              <a:buChar char="§"/>
              <a:defRPr/>
            </a:lvl2pPr>
            <a:lvl3pPr>
              <a:buSzPct val="75000"/>
              <a:buFont typeface="Wingdings" panose="05000000000000000000" pitchFamily="2" charset="2"/>
              <a:buChar char="§"/>
              <a:defRPr/>
            </a:lvl3pPr>
            <a:lvl4pPr>
              <a:buSzPct val="75000"/>
              <a:buFont typeface="Wingdings" panose="05000000000000000000" pitchFamily="2" charset="2"/>
              <a:buChar char="§"/>
              <a:defRPr/>
            </a:lvl4pPr>
            <a:lvl5pPr>
              <a:buSzPct val="75000"/>
              <a:buFont typeface="Wingdings" panose="05000000000000000000" pitchFamily="2" charset="2"/>
              <a:buChar char="§"/>
              <a:defRPr/>
            </a:lvl5pPr>
            <a:lvl6pPr>
              <a:buSzPct val="75000"/>
              <a:buFont typeface="Wingdings" panose="05000000000000000000" pitchFamily="2" charset="2"/>
              <a:buChar char="§"/>
              <a:defRPr/>
            </a:lvl6pPr>
            <a:lvl7pPr>
              <a:buSzPct val="75000"/>
              <a:buFont typeface="Wingdings" panose="05000000000000000000" pitchFamily="2" charset="2"/>
              <a:buChar char="§"/>
              <a:defRPr/>
            </a:lvl7pPr>
            <a:lvl8pPr>
              <a:buSzPct val="75000"/>
              <a:buFont typeface="Wingdings" panose="05000000000000000000" pitchFamily="2" charset="2"/>
              <a:buChar char="§"/>
              <a:defRPr/>
            </a:lvl8pPr>
            <a:lvl9pPr>
              <a:buSzPct val="75000"/>
              <a:buFont typeface="Wingdings" panose="05000000000000000000" pitchFamily="2" charset="2"/>
              <a:buChar char="§"/>
              <a:defRPr/>
            </a:lvl9pPr>
          </a:lstStyle>
          <a:p>
            <a:pPr lvl="0"/>
            <a:r>
              <a:rPr lang="en-US"/>
              <a:t>Select to add text</a:t>
            </a:r>
          </a:p>
          <a:p>
            <a:pPr lvl="1"/>
            <a:r>
              <a:rPr lang="en-US"/>
              <a:t>Second level</a:t>
            </a:r>
          </a:p>
          <a:p>
            <a:pPr lvl="2"/>
            <a:r>
              <a:rPr lang="en-US"/>
              <a:t>Third level</a:t>
            </a:r>
          </a:p>
        </p:txBody>
      </p:sp>
      <p:sp>
        <p:nvSpPr>
          <p:cNvPr id="9" name="Text Placeholder 8">
            <a:extLst>
              <a:ext uri="{FF2B5EF4-FFF2-40B4-BE49-F238E27FC236}">
                <a16:creationId xmlns:a16="http://schemas.microsoft.com/office/drawing/2014/main" id="{1FC12386-5F3F-4682-B7DD-98E332201254}"/>
              </a:ext>
            </a:extLst>
          </p:cNvPr>
          <p:cNvSpPr>
            <a:spLocks noGrp="1"/>
          </p:cNvSpPr>
          <p:nvPr>
            <p:ph type="body" sz="quarter" idx="11" hasCustomPrompt="1"/>
          </p:nvPr>
        </p:nvSpPr>
        <p:spPr>
          <a:xfrm>
            <a:off x="4480478" y="1602223"/>
            <a:ext cx="3231045" cy="1826777"/>
          </a:xfrm>
        </p:spPr>
        <p:txBody>
          <a:bodyPr/>
          <a:lstStyle>
            <a:lvl1pPr marL="0" indent="0">
              <a:buNone/>
              <a:defRPr/>
            </a:lvl1pPr>
            <a:lvl2pPr>
              <a:buSzPct val="75000"/>
              <a:buFont typeface="Wingdings" panose="05000000000000000000" pitchFamily="2" charset="2"/>
              <a:buChar char="§"/>
              <a:defRPr/>
            </a:lvl2pPr>
            <a:lvl3pPr>
              <a:buSzPct val="75000"/>
              <a:buFont typeface="Wingdings" panose="05000000000000000000" pitchFamily="2" charset="2"/>
              <a:buChar char="§"/>
              <a:defRPr/>
            </a:lvl3pPr>
            <a:lvl4pPr>
              <a:buSzPct val="75000"/>
              <a:buFont typeface="Wingdings" panose="05000000000000000000" pitchFamily="2" charset="2"/>
              <a:buChar char="§"/>
              <a:defRPr/>
            </a:lvl4pPr>
            <a:lvl5pPr>
              <a:buSzPct val="75000"/>
              <a:buFont typeface="Wingdings" panose="05000000000000000000" pitchFamily="2" charset="2"/>
              <a:buChar char="§"/>
              <a:defRPr/>
            </a:lvl5pPr>
            <a:lvl6pPr>
              <a:buSzPct val="75000"/>
              <a:buFont typeface="Wingdings" panose="05000000000000000000" pitchFamily="2" charset="2"/>
              <a:buChar char="§"/>
              <a:defRPr/>
            </a:lvl6pPr>
            <a:lvl7pPr>
              <a:buSzPct val="75000"/>
              <a:buFont typeface="Wingdings" panose="05000000000000000000" pitchFamily="2" charset="2"/>
              <a:buChar char="§"/>
              <a:defRPr/>
            </a:lvl7pPr>
            <a:lvl8pPr>
              <a:buSzPct val="75000"/>
              <a:buFont typeface="Wingdings" panose="05000000000000000000" pitchFamily="2" charset="2"/>
              <a:buChar char="§"/>
              <a:defRPr/>
            </a:lvl8pPr>
            <a:lvl9pPr>
              <a:buSzPct val="75000"/>
              <a:buFont typeface="Wingdings" panose="05000000000000000000" pitchFamily="2" charset="2"/>
              <a:buChar char="§"/>
              <a:defRPr/>
            </a:lvl9pPr>
          </a:lstStyle>
          <a:p>
            <a:pPr lvl="0"/>
            <a:r>
              <a:rPr lang="en-US" dirty="0"/>
              <a:t>Select to add text</a:t>
            </a:r>
          </a:p>
          <a:p>
            <a:pPr lvl="1"/>
            <a:r>
              <a:rPr lang="en-US" dirty="0"/>
              <a:t>Second level</a:t>
            </a:r>
          </a:p>
          <a:p>
            <a:pPr lvl="2"/>
            <a:r>
              <a:rPr lang="en-US" dirty="0"/>
              <a:t>Third level</a:t>
            </a:r>
          </a:p>
        </p:txBody>
      </p:sp>
      <p:sp>
        <p:nvSpPr>
          <p:cNvPr id="7" name="Text Placeholder 6">
            <a:extLst>
              <a:ext uri="{FF2B5EF4-FFF2-40B4-BE49-F238E27FC236}">
                <a16:creationId xmlns:a16="http://schemas.microsoft.com/office/drawing/2014/main" id="{7DB22FE7-B675-4A43-9EC3-D23369E8BA31}"/>
              </a:ext>
            </a:extLst>
          </p:cNvPr>
          <p:cNvSpPr>
            <a:spLocks noGrp="1"/>
          </p:cNvSpPr>
          <p:nvPr>
            <p:ph type="body" sz="quarter" idx="10" hasCustomPrompt="1"/>
          </p:nvPr>
        </p:nvSpPr>
        <p:spPr>
          <a:xfrm>
            <a:off x="660403" y="1602223"/>
            <a:ext cx="3231045" cy="1826777"/>
          </a:xfrm>
        </p:spPr>
        <p:txBody>
          <a:bodyPr/>
          <a:lstStyle>
            <a:lvl1pPr marL="0" indent="0">
              <a:buNone/>
              <a:defRPr/>
            </a:lvl1pPr>
            <a:lvl2pPr marL="804672" indent="-347472">
              <a:buSzPct val="75000"/>
              <a:buFont typeface="Wingdings" panose="05000000000000000000" pitchFamily="2" charset="2"/>
              <a:buChar char="§"/>
              <a:defRPr/>
            </a:lvl2pPr>
            <a:lvl3pPr marL="804672" indent="-347472">
              <a:buSzPct val="75000"/>
              <a:buFont typeface="Wingdings" panose="05000000000000000000" pitchFamily="2" charset="2"/>
              <a:buChar char="§"/>
              <a:defRPr/>
            </a:lvl3pPr>
            <a:lvl4pPr marL="804672" indent="-347472">
              <a:buSzPct val="75000"/>
              <a:buFont typeface="Wingdings" panose="05000000000000000000" pitchFamily="2" charset="2"/>
              <a:buChar char="§"/>
              <a:defRPr/>
            </a:lvl4pPr>
            <a:lvl5pPr marL="804672" indent="-347472">
              <a:buSzPct val="75000"/>
              <a:buFont typeface="Wingdings" panose="05000000000000000000" pitchFamily="2" charset="2"/>
              <a:buChar char="§"/>
              <a:defRPr/>
            </a:lvl5pPr>
            <a:lvl6pPr marL="804672" indent="-347472">
              <a:buSzPct val="75000"/>
              <a:buFont typeface="Wingdings" panose="05000000000000000000" pitchFamily="2" charset="2"/>
              <a:buChar char="§"/>
              <a:defRPr/>
            </a:lvl6pPr>
            <a:lvl7pPr marL="804672" indent="-347472">
              <a:buSzPct val="75000"/>
              <a:buFont typeface="Wingdings" panose="05000000000000000000" pitchFamily="2" charset="2"/>
              <a:buChar char="§"/>
              <a:defRPr/>
            </a:lvl7pPr>
            <a:lvl8pPr marL="804672" indent="-347472">
              <a:buSzPct val="75000"/>
              <a:buFont typeface="Wingdings" panose="05000000000000000000" pitchFamily="2" charset="2"/>
              <a:buChar char="§"/>
              <a:defRPr/>
            </a:lvl8pPr>
            <a:lvl9pPr marL="804672" indent="-347472">
              <a:buSzPct val="75000"/>
              <a:buFont typeface="Wingdings" panose="05000000000000000000" pitchFamily="2" charset="2"/>
              <a:buChar char="§"/>
              <a:defRPr/>
            </a:lvl9pPr>
          </a:lstStyle>
          <a:p>
            <a:pPr lvl="0"/>
            <a:r>
              <a:rPr lang="en-US" dirty="0"/>
              <a:t>Select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5459579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Topics (Picture Bleed)">
    <p:spTree>
      <p:nvGrpSpPr>
        <p:cNvPr id="1" name=""/>
        <p:cNvGrpSpPr/>
        <p:nvPr/>
      </p:nvGrpSpPr>
      <p:grpSpPr>
        <a:xfrm>
          <a:off x="0" y="0"/>
          <a:ext cx="0" cy="0"/>
          <a:chOff x="0" y="0"/>
          <a:chExt cx="0" cy="0"/>
        </a:xfrm>
      </p:grpSpPr>
      <p:sp>
        <p:nvSpPr>
          <p:cNvPr id="5" name="Block_Watermark">
            <a:extLst>
              <a:ext uri="{FF2B5EF4-FFF2-40B4-BE49-F238E27FC236}">
                <a16:creationId xmlns:a16="http://schemas.microsoft.com/office/drawing/2014/main" id="{38311DD6-8486-18CE-3FD9-124D735E46A0}"/>
              </a:ext>
            </a:extLst>
          </p:cNvPr>
          <p:cNvSpPr/>
          <p:nvPr/>
        </p:nvSpPr>
        <p:spPr>
          <a:xfrm>
            <a:off x="11532235" y="6447934"/>
            <a:ext cx="310833" cy="1602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17" name="Picture Placeholder 16">
            <a:extLst>
              <a:ext uri="{FF2B5EF4-FFF2-40B4-BE49-F238E27FC236}">
                <a16:creationId xmlns:a16="http://schemas.microsoft.com/office/drawing/2014/main" id="{389F1590-56D7-4B96-A6C4-992EEA9DEEF8}"/>
              </a:ext>
            </a:extLst>
          </p:cNvPr>
          <p:cNvSpPr>
            <a:spLocks noGrp="1"/>
          </p:cNvSpPr>
          <p:nvPr>
            <p:ph type="pic" sz="quarter" idx="15" hasCustomPrompt="1"/>
          </p:nvPr>
        </p:nvSpPr>
        <p:spPr>
          <a:xfrm>
            <a:off x="8301589" y="3771900"/>
            <a:ext cx="3231046" cy="3086100"/>
          </a:xfrm>
          <a:solidFill>
            <a:srgbClr val="C3D1DD"/>
          </a:solidFill>
        </p:spPr>
        <p:txBody>
          <a:bodyPr/>
          <a:lstStyle>
            <a:lvl1pPr marL="0" indent="0">
              <a:buNone/>
              <a:defRPr/>
            </a:lvl1pPr>
          </a:lstStyle>
          <a:p>
            <a:r>
              <a:rPr lang="en-US" dirty="0"/>
              <a:t>Select icon below to insert image</a:t>
            </a:r>
          </a:p>
        </p:txBody>
      </p:sp>
      <p:sp>
        <p:nvSpPr>
          <p:cNvPr id="15" name="Picture Placeholder 14">
            <a:extLst>
              <a:ext uri="{FF2B5EF4-FFF2-40B4-BE49-F238E27FC236}">
                <a16:creationId xmlns:a16="http://schemas.microsoft.com/office/drawing/2014/main" id="{64B11BDF-C08F-4038-86D9-020C0C7E84AB}"/>
              </a:ext>
            </a:extLst>
          </p:cNvPr>
          <p:cNvSpPr>
            <a:spLocks noGrp="1"/>
          </p:cNvSpPr>
          <p:nvPr>
            <p:ph type="pic" sz="quarter" idx="14" hasCustomPrompt="1"/>
          </p:nvPr>
        </p:nvSpPr>
        <p:spPr>
          <a:xfrm>
            <a:off x="4480477" y="3771900"/>
            <a:ext cx="3231046" cy="3086100"/>
          </a:xfrm>
          <a:solidFill>
            <a:srgbClr val="C3D1DD"/>
          </a:solidFill>
        </p:spPr>
        <p:txBody>
          <a:bodyPr/>
          <a:lstStyle>
            <a:lvl1pPr marL="0" indent="0">
              <a:buNone/>
              <a:defRPr/>
            </a:lvl1pPr>
          </a:lstStyle>
          <a:p>
            <a:r>
              <a:rPr lang="en-US" dirty="0"/>
              <a:t>Select icon below to insert image</a:t>
            </a:r>
          </a:p>
        </p:txBody>
      </p:sp>
      <p:sp>
        <p:nvSpPr>
          <p:cNvPr id="13" name="Picture Placeholder 12">
            <a:extLst>
              <a:ext uri="{FF2B5EF4-FFF2-40B4-BE49-F238E27FC236}">
                <a16:creationId xmlns:a16="http://schemas.microsoft.com/office/drawing/2014/main" id="{99698934-2B37-47C6-80FF-B6E0A65C9223}"/>
              </a:ext>
            </a:extLst>
          </p:cNvPr>
          <p:cNvSpPr>
            <a:spLocks noGrp="1"/>
          </p:cNvSpPr>
          <p:nvPr>
            <p:ph type="pic" sz="quarter" idx="13" hasCustomPrompt="1"/>
          </p:nvPr>
        </p:nvSpPr>
        <p:spPr>
          <a:xfrm>
            <a:off x="660400" y="3771900"/>
            <a:ext cx="3231046" cy="3086100"/>
          </a:xfrm>
          <a:solidFill>
            <a:srgbClr val="C3D1DD"/>
          </a:solidFill>
        </p:spPr>
        <p:txBody>
          <a:bodyPr/>
          <a:lstStyle>
            <a:lvl1pPr marL="0" indent="0">
              <a:buNone/>
              <a:defRPr/>
            </a:lvl1pPr>
          </a:lstStyle>
          <a:p>
            <a:r>
              <a:rPr lang="en-US" dirty="0"/>
              <a:t>Select icon below to insert image</a:t>
            </a:r>
          </a:p>
        </p:txBody>
      </p:sp>
      <p:sp>
        <p:nvSpPr>
          <p:cNvPr id="2" name="Title 1">
            <a:extLst>
              <a:ext uri="{FF2B5EF4-FFF2-40B4-BE49-F238E27FC236}">
                <a16:creationId xmlns:a16="http://schemas.microsoft.com/office/drawing/2014/main" id="{5BBE5A40-026E-4C45-9996-D2C74022BB24}"/>
              </a:ext>
            </a:extLst>
          </p:cNvPr>
          <p:cNvSpPr>
            <a:spLocks noGrp="1"/>
          </p:cNvSpPr>
          <p:nvPr>
            <p:ph type="title" hasCustomPrompt="1"/>
          </p:nvPr>
        </p:nvSpPr>
        <p:spPr>
          <a:xfrm>
            <a:off x="660401" y="582627"/>
            <a:ext cx="10868023" cy="1108061"/>
          </a:xfrm>
        </p:spPr>
        <p:txBody>
          <a:bodyPr/>
          <a:lstStyle>
            <a:lvl1pPr>
              <a:defRPr/>
            </a:lvl1pPr>
          </a:lstStyle>
          <a:p>
            <a:r>
              <a:rPr lang="en-US" dirty="0"/>
              <a:t>Select to add slide title</a:t>
            </a:r>
          </a:p>
        </p:txBody>
      </p:sp>
      <p:sp>
        <p:nvSpPr>
          <p:cNvPr id="11" name="Text Placeholder 10">
            <a:extLst>
              <a:ext uri="{FF2B5EF4-FFF2-40B4-BE49-F238E27FC236}">
                <a16:creationId xmlns:a16="http://schemas.microsoft.com/office/drawing/2014/main" id="{E90A9019-733C-4130-921A-74236D5881FF}"/>
              </a:ext>
            </a:extLst>
          </p:cNvPr>
          <p:cNvSpPr>
            <a:spLocks noGrp="1"/>
          </p:cNvSpPr>
          <p:nvPr>
            <p:ph type="body" sz="quarter" idx="12" hasCustomPrompt="1"/>
          </p:nvPr>
        </p:nvSpPr>
        <p:spPr>
          <a:xfrm>
            <a:off x="8301589" y="1602223"/>
            <a:ext cx="3231045" cy="1826777"/>
          </a:xfrm>
        </p:spPr>
        <p:txBody>
          <a:bodyPr/>
          <a:lstStyle>
            <a:lvl1pPr marL="0" indent="0">
              <a:buNone/>
              <a:defRPr/>
            </a:lvl1pPr>
            <a:lvl2pPr marL="804672" indent="-347472">
              <a:buSzPct val="75000"/>
              <a:buFont typeface="Wingdings" panose="05000000000000000000" pitchFamily="2" charset="2"/>
              <a:buChar char="§"/>
              <a:defRPr/>
            </a:lvl2pPr>
            <a:lvl3pPr marL="804672" indent="-347472">
              <a:buSzPct val="75000"/>
              <a:buFont typeface="Wingdings" panose="05000000000000000000" pitchFamily="2" charset="2"/>
              <a:buChar char="§"/>
              <a:defRPr/>
            </a:lvl3pPr>
            <a:lvl4pPr marL="804672" indent="-347472">
              <a:buSzPct val="75000"/>
              <a:buFont typeface="Wingdings" panose="05000000000000000000" pitchFamily="2" charset="2"/>
              <a:buChar char="§"/>
              <a:defRPr/>
            </a:lvl4pPr>
            <a:lvl5pPr marL="804672" indent="-347472">
              <a:buSzPct val="75000"/>
              <a:buFont typeface="Wingdings" panose="05000000000000000000" pitchFamily="2" charset="2"/>
              <a:buChar char="§"/>
              <a:defRPr/>
            </a:lvl5pPr>
            <a:lvl6pPr marL="804672" indent="-347472">
              <a:buSzPct val="75000"/>
              <a:buFont typeface="Wingdings" panose="05000000000000000000" pitchFamily="2" charset="2"/>
              <a:buChar char="§"/>
              <a:defRPr/>
            </a:lvl6pPr>
            <a:lvl7pPr marL="804672" indent="-347472">
              <a:buSzPct val="75000"/>
              <a:buFont typeface="Wingdings" panose="05000000000000000000" pitchFamily="2" charset="2"/>
              <a:buChar char="§"/>
              <a:defRPr/>
            </a:lvl7pPr>
            <a:lvl8pPr marL="804672" indent="-347472">
              <a:buSzPct val="75000"/>
              <a:buFont typeface="Wingdings" panose="05000000000000000000" pitchFamily="2" charset="2"/>
              <a:buChar char="§"/>
              <a:defRPr/>
            </a:lvl8pPr>
            <a:lvl9pPr marL="804672" indent="-347472">
              <a:buSzPct val="75000"/>
              <a:buFont typeface="Wingdings" panose="05000000000000000000" pitchFamily="2" charset="2"/>
              <a:buChar char="§"/>
              <a:defRPr/>
            </a:lvl9pPr>
          </a:lstStyle>
          <a:p>
            <a:pPr lvl="0"/>
            <a:r>
              <a:rPr lang="en-US" dirty="0"/>
              <a:t>Select to add text</a:t>
            </a:r>
          </a:p>
          <a:p>
            <a:pPr lvl="1"/>
            <a:r>
              <a:rPr lang="en-US" dirty="0"/>
              <a:t>Second level</a:t>
            </a:r>
          </a:p>
          <a:p>
            <a:pPr lvl="2"/>
            <a:r>
              <a:rPr lang="en-US" dirty="0"/>
              <a:t>Third level</a:t>
            </a:r>
          </a:p>
        </p:txBody>
      </p:sp>
      <p:sp>
        <p:nvSpPr>
          <p:cNvPr id="9" name="Text Placeholder 8">
            <a:extLst>
              <a:ext uri="{FF2B5EF4-FFF2-40B4-BE49-F238E27FC236}">
                <a16:creationId xmlns:a16="http://schemas.microsoft.com/office/drawing/2014/main" id="{681EFC40-8E57-4F1C-9642-5966101A0A7E}"/>
              </a:ext>
            </a:extLst>
          </p:cNvPr>
          <p:cNvSpPr>
            <a:spLocks noGrp="1"/>
          </p:cNvSpPr>
          <p:nvPr>
            <p:ph type="body" sz="quarter" idx="11" hasCustomPrompt="1"/>
          </p:nvPr>
        </p:nvSpPr>
        <p:spPr>
          <a:xfrm>
            <a:off x="4480478" y="1602223"/>
            <a:ext cx="3231045" cy="1826777"/>
          </a:xfrm>
        </p:spPr>
        <p:txBody>
          <a:bodyPr/>
          <a:lstStyle>
            <a:lvl1pPr marL="0" indent="0">
              <a:buNone/>
              <a:defRPr/>
            </a:lvl1pPr>
            <a:lvl2pPr marL="804672" indent="-347472">
              <a:buSzPct val="75000"/>
              <a:buFont typeface="Wingdings" panose="05000000000000000000" pitchFamily="2" charset="2"/>
              <a:buChar char="§"/>
              <a:defRPr/>
            </a:lvl2pPr>
            <a:lvl3pPr marL="804672" indent="-347472">
              <a:buSzPct val="75000"/>
              <a:buFont typeface="Wingdings" panose="05000000000000000000" pitchFamily="2" charset="2"/>
              <a:buChar char="§"/>
              <a:defRPr/>
            </a:lvl3pPr>
            <a:lvl4pPr marL="804672" indent="-347472">
              <a:buSzPct val="75000"/>
              <a:buFont typeface="Wingdings" panose="05000000000000000000" pitchFamily="2" charset="2"/>
              <a:buChar char="§"/>
              <a:defRPr/>
            </a:lvl4pPr>
            <a:lvl5pPr marL="804672" indent="-347472">
              <a:buSzPct val="75000"/>
              <a:buFont typeface="Wingdings" panose="05000000000000000000" pitchFamily="2" charset="2"/>
              <a:buChar char="§"/>
              <a:defRPr/>
            </a:lvl5pPr>
            <a:lvl6pPr marL="804672" indent="-347472">
              <a:buSzPct val="75000"/>
              <a:buFont typeface="Wingdings" panose="05000000000000000000" pitchFamily="2" charset="2"/>
              <a:buChar char="§"/>
              <a:defRPr/>
            </a:lvl6pPr>
            <a:lvl7pPr marL="804672" indent="-347472">
              <a:buSzPct val="75000"/>
              <a:buFont typeface="Wingdings" panose="05000000000000000000" pitchFamily="2" charset="2"/>
              <a:buChar char="§"/>
              <a:defRPr/>
            </a:lvl7pPr>
            <a:lvl8pPr marL="804672" indent="-347472">
              <a:buSzPct val="75000"/>
              <a:buFont typeface="Wingdings" panose="05000000000000000000" pitchFamily="2" charset="2"/>
              <a:buChar char="§"/>
              <a:defRPr/>
            </a:lvl8pPr>
            <a:lvl9pPr marL="804672" indent="-347472">
              <a:buSzPct val="75000"/>
              <a:buFont typeface="Wingdings" panose="05000000000000000000" pitchFamily="2" charset="2"/>
              <a:buChar char="§"/>
              <a:defRPr/>
            </a:lvl9pPr>
          </a:lstStyle>
          <a:p>
            <a:pPr lvl="0"/>
            <a:r>
              <a:rPr lang="en-US" dirty="0"/>
              <a:t>Select to add text</a:t>
            </a:r>
          </a:p>
          <a:p>
            <a:pPr lvl="1"/>
            <a:r>
              <a:rPr lang="en-US" dirty="0"/>
              <a:t>Second level</a:t>
            </a:r>
          </a:p>
          <a:p>
            <a:pPr lvl="2"/>
            <a:r>
              <a:rPr lang="en-US" dirty="0"/>
              <a:t>Third level</a:t>
            </a:r>
          </a:p>
        </p:txBody>
      </p:sp>
      <p:sp>
        <p:nvSpPr>
          <p:cNvPr id="7" name="Text Placeholder 6">
            <a:extLst>
              <a:ext uri="{FF2B5EF4-FFF2-40B4-BE49-F238E27FC236}">
                <a16:creationId xmlns:a16="http://schemas.microsoft.com/office/drawing/2014/main" id="{D8269522-D2A1-4911-8B4F-D0DD100EEDDD}"/>
              </a:ext>
            </a:extLst>
          </p:cNvPr>
          <p:cNvSpPr>
            <a:spLocks noGrp="1"/>
          </p:cNvSpPr>
          <p:nvPr>
            <p:ph type="body" sz="quarter" idx="10" hasCustomPrompt="1"/>
          </p:nvPr>
        </p:nvSpPr>
        <p:spPr>
          <a:xfrm>
            <a:off x="660403" y="1602223"/>
            <a:ext cx="3231045" cy="1826777"/>
          </a:xfrm>
        </p:spPr>
        <p:txBody>
          <a:bodyPr/>
          <a:lstStyle>
            <a:lvl1pPr marL="0" indent="0">
              <a:buNone/>
              <a:defRPr/>
            </a:lvl1pPr>
            <a:lvl2pPr marL="804672" indent="-347472">
              <a:buSzPct val="75000"/>
              <a:buFont typeface="Wingdings" panose="05000000000000000000" pitchFamily="2" charset="2"/>
              <a:buChar char="§"/>
              <a:defRPr/>
            </a:lvl2pPr>
            <a:lvl3pPr marL="804672" indent="-347472">
              <a:buSzPct val="75000"/>
              <a:buFont typeface="Wingdings" panose="05000000000000000000" pitchFamily="2" charset="2"/>
              <a:buChar char="§"/>
              <a:defRPr/>
            </a:lvl3pPr>
            <a:lvl4pPr marL="804672" indent="-347472">
              <a:buSzPct val="75000"/>
              <a:buFont typeface="Wingdings" panose="05000000000000000000" pitchFamily="2" charset="2"/>
              <a:buChar char="§"/>
              <a:defRPr/>
            </a:lvl4pPr>
            <a:lvl5pPr marL="804672" indent="-347472">
              <a:buSzPct val="75000"/>
              <a:buFont typeface="Wingdings" panose="05000000000000000000" pitchFamily="2" charset="2"/>
              <a:buChar char="§"/>
              <a:defRPr/>
            </a:lvl5pPr>
            <a:lvl6pPr marL="804672" indent="-347472">
              <a:buSzPct val="75000"/>
              <a:buFont typeface="Wingdings" panose="05000000000000000000" pitchFamily="2" charset="2"/>
              <a:buChar char="§"/>
              <a:defRPr/>
            </a:lvl6pPr>
            <a:lvl7pPr marL="804672" indent="-347472">
              <a:buSzPct val="75000"/>
              <a:buFont typeface="Wingdings" panose="05000000000000000000" pitchFamily="2" charset="2"/>
              <a:buChar char="§"/>
              <a:defRPr/>
            </a:lvl7pPr>
            <a:lvl8pPr marL="804672" indent="-347472">
              <a:buSzPct val="75000"/>
              <a:buFont typeface="Wingdings" panose="05000000000000000000" pitchFamily="2" charset="2"/>
              <a:buChar char="§"/>
              <a:defRPr/>
            </a:lvl8pPr>
            <a:lvl9pPr marL="457200" indent="0">
              <a:buSzPct val="75000"/>
              <a:buFont typeface="Wingdings" panose="05000000000000000000" pitchFamily="2" charset="2"/>
              <a:buNone/>
              <a:defRPr/>
            </a:lvl9pPr>
          </a:lstStyle>
          <a:p>
            <a:pPr lvl="0"/>
            <a:r>
              <a:rPr lang="en-US" dirty="0"/>
              <a:t>Select to add text</a:t>
            </a:r>
          </a:p>
          <a:p>
            <a:pPr lvl="1"/>
            <a:r>
              <a:rPr lang="en-US" dirty="0"/>
              <a:t>Second level</a:t>
            </a:r>
          </a:p>
          <a:p>
            <a:pPr lvl="2"/>
            <a:r>
              <a:rPr lang="en-US" dirty="0"/>
              <a:t>Third level</a:t>
            </a:r>
          </a:p>
        </p:txBody>
      </p:sp>
      <p:sp>
        <p:nvSpPr>
          <p:cNvPr id="4" name="Watermark_SEL_Confidential" hidden="1">
            <a:extLst>
              <a:ext uri="{FF2B5EF4-FFF2-40B4-BE49-F238E27FC236}">
                <a16:creationId xmlns:a16="http://schemas.microsoft.com/office/drawing/2014/main" id="{52BB7352-758D-9C2E-FDA9-4950B10D4B18}"/>
              </a:ext>
            </a:extLst>
          </p:cNvPr>
          <p:cNvSpPr txBox="1">
            <a:spLocks/>
          </p:cNvSpPr>
          <p:nvPr/>
        </p:nvSpPr>
        <p:spPr>
          <a:xfrm>
            <a:off x="10698611" y="643097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cs typeface="Arial" panose="020B0604020202020204" pitchFamily="34" charset="0"/>
              </a:rPr>
              <a:t>SEL CONFIDENTIAL </a:t>
            </a:r>
            <a:endParaRPr kumimoji="0" lang="en-US" sz="900" b="0" i="0" u="none" strike="noStrike" kern="0" cap="none" spc="0" normalizeH="0" baseline="0" noProof="0" dirty="0">
              <a:ln>
                <a:noFill/>
              </a:ln>
              <a:solidFill>
                <a:schemeClr val="tx1"/>
              </a:solidFill>
              <a:effectLst/>
              <a:uLnTx/>
              <a:uFillTx/>
            </a:endParaRPr>
          </a:p>
        </p:txBody>
      </p:sp>
    </p:spTree>
    <p:extLst>
      <p:ext uri="{BB962C8B-B14F-4D97-AF65-F5344CB8AC3E}">
        <p14:creationId xmlns:p14="http://schemas.microsoft.com/office/powerpoint/2010/main" val="4996702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ree Topics (Banner)">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3F95D2C-2803-4A16-AEAF-86957031A024}"/>
              </a:ext>
            </a:extLst>
          </p:cNvPr>
          <p:cNvSpPr>
            <a:spLocks noGrp="1"/>
          </p:cNvSpPr>
          <p:nvPr>
            <p:ph type="pic" sz="quarter" idx="10" hasCustomPrompt="1"/>
          </p:nvPr>
        </p:nvSpPr>
        <p:spPr>
          <a:xfrm>
            <a:off x="0" y="3771900"/>
            <a:ext cx="12192000" cy="3086100"/>
          </a:xfrm>
          <a:solidFill>
            <a:srgbClr val="C3D1DD"/>
          </a:solidFill>
        </p:spPr>
        <p:txBody>
          <a:bodyPr tIns="731520"/>
          <a:lstStyle>
            <a:lvl1pPr marL="0" indent="0" algn="ctr">
              <a:buNone/>
              <a:defRPr/>
            </a:lvl1pPr>
          </a:lstStyle>
          <a:p>
            <a:r>
              <a:rPr lang="en-US" dirty="0"/>
              <a:t>Select icon below to insert image</a:t>
            </a:r>
          </a:p>
        </p:txBody>
      </p:sp>
      <p:sp>
        <p:nvSpPr>
          <p:cNvPr id="2" name="Title 1">
            <a:extLst>
              <a:ext uri="{FF2B5EF4-FFF2-40B4-BE49-F238E27FC236}">
                <a16:creationId xmlns:a16="http://schemas.microsoft.com/office/drawing/2014/main" id="{ADE0B40F-D194-44F5-9E5F-E48D56750AD9}"/>
              </a:ext>
            </a:extLst>
          </p:cNvPr>
          <p:cNvSpPr>
            <a:spLocks noGrp="1"/>
          </p:cNvSpPr>
          <p:nvPr>
            <p:ph type="title" hasCustomPrompt="1"/>
          </p:nvPr>
        </p:nvSpPr>
        <p:spPr>
          <a:xfrm>
            <a:off x="660401" y="582627"/>
            <a:ext cx="10868023" cy="1108061"/>
          </a:xfrm>
        </p:spPr>
        <p:txBody>
          <a:bodyPr/>
          <a:lstStyle>
            <a:lvl1pPr>
              <a:defRPr/>
            </a:lvl1pPr>
          </a:lstStyle>
          <a:p>
            <a:r>
              <a:rPr lang="en-US" dirty="0"/>
              <a:t>Select to add slide title</a:t>
            </a:r>
          </a:p>
        </p:txBody>
      </p:sp>
      <p:sp>
        <p:nvSpPr>
          <p:cNvPr id="14" name="Content Placeholder 13">
            <a:extLst>
              <a:ext uri="{FF2B5EF4-FFF2-40B4-BE49-F238E27FC236}">
                <a16:creationId xmlns:a16="http://schemas.microsoft.com/office/drawing/2014/main" id="{BCA869E7-072C-4287-B607-6DB4660D9956}"/>
              </a:ext>
            </a:extLst>
          </p:cNvPr>
          <p:cNvSpPr>
            <a:spLocks noGrp="1"/>
          </p:cNvSpPr>
          <p:nvPr>
            <p:ph sz="quarter" idx="13" hasCustomPrompt="1"/>
          </p:nvPr>
        </p:nvSpPr>
        <p:spPr>
          <a:xfrm>
            <a:off x="8301589" y="1602223"/>
            <a:ext cx="3231045" cy="1826777"/>
          </a:xfrm>
        </p:spPr>
        <p:txBody>
          <a:bodyPr/>
          <a:lstStyle>
            <a:lvl1pPr marL="0" indent="0">
              <a:buNone/>
              <a:defRPr sz="2800"/>
            </a:lvl1pPr>
            <a:lvl2pPr marL="461963" indent="-342900">
              <a:buSzPct val="80000"/>
              <a:buFont typeface="Wingdings" panose="05000000000000000000" pitchFamily="2" charset="2"/>
              <a:buChar char="§"/>
              <a:defRPr sz="2400"/>
            </a:lvl2pPr>
            <a:lvl3pPr marL="461963" indent="-342900">
              <a:buSzPct val="80000"/>
              <a:buFont typeface="Wingdings" panose="05000000000000000000" pitchFamily="2" charset="2"/>
              <a:buChar char="§"/>
              <a:defRPr sz="2400"/>
            </a:lvl3pPr>
            <a:lvl4pPr marL="461963" indent="-342900">
              <a:buSzPct val="80000"/>
              <a:buFont typeface="Arial" panose="020B0604020202020204" pitchFamily="34" charset="0"/>
              <a:buChar char="•"/>
              <a:defRPr sz="2400"/>
            </a:lvl4pPr>
            <a:lvl5pPr marL="461963" indent="-342900">
              <a:buSzPct val="80000"/>
              <a:buFont typeface="Wingdings" panose="05000000000000000000" pitchFamily="2" charset="2"/>
              <a:buChar char="§"/>
              <a:defRPr lang="en-US" sz="2400" kern="1200" smtClean="0">
                <a:solidFill>
                  <a:schemeClr val="tx1"/>
                </a:solidFill>
                <a:latin typeface="+mn-lt"/>
                <a:ea typeface="+mn-ea"/>
                <a:cs typeface="+mn-cs"/>
              </a:defRPr>
            </a:lvl5pPr>
            <a:lvl6pPr marL="461963" indent="-342900">
              <a:buSzPct val="80000"/>
              <a:buFont typeface="Wingdings" panose="05000000000000000000" pitchFamily="2" charset="2"/>
              <a:buChar char="§"/>
              <a:defRPr sz="2400"/>
            </a:lvl6pPr>
            <a:lvl7pPr marL="461963" indent="-342900">
              <a:buSzPct val="80000"/>
              <a:buFont typeface="Wingdings" panose="05000000000000000000" pitchFamily="2" charset="2"/>
              <a:buChar char="§"/>
              <a:defRPr sz="2400"/>
            </a:lvl7pPr>
            <a:lvl8pPr marL="461963" indent="-342900">
              <a:buSzPct val="80000"/>
              <a:buFont typeface="Wingdings" panose="05000000000000000000" pitchFamily="2" charset="2"/>
              <a:buChar char="§"/>
              <a:defRPr sz="2400"/>
            </a:lvl8pPr>
            <a:lvl9pPr marL="461963" indent="-342900">
              <a:buSzPct val="80000"/>
              <a:buFont typeface="Wingdings" panose="05000000000000000000" pitchFamily="2" charset="2"/>
              <a:buChar char="§"/>
              <a:defRPr sz="2400"/>
            </a:lvl9pPr>
          </a:lstStyle>
          <a:p>
            <a:pPr lvl="0"/>
            <a:r>
              <a:rPr lang="en-US" dirty="0"/>
              <a:t>Select to </a:t>
            </a:r>
            <a:r>
              <a:rPr lang="en-US"/>
              <a:t>add text</a:t>
            </a:r>
            <a:endParaRPr lang="en-US" dirty="0"/>
          </a:p>
          <a:p>
            <a:pPr lvl="1"/>
            <a:r>
              <a:rPr lang="en-US" dirty="0"/>
              <a:t>Second level</a:t>
            </a:r>
          </a:p>
          <a:p>
            <a:pPr lvl="2"/>
            <a:r>
              <a:rPr lang="en-US"/>
              <a:t>Third level</a:t>
            </a:r>
          </a:p>
        </p:txBody>
      </p:sp>
      <p:sp>
        <p:nvSpPr>
          <p:cNvPr id="12" name="Content Placeholder 11">
            <a:extLst>
              <a:ext uri="{FF2B5EF4-FFF2-40B4-BE49-F238E27FC236}">
                <a16:creationId xmlns:a16="http://schemas.microsoft.com/office/drawing/2014/main" id="{1926A92A-59FA-4290-8079-C2A9B3344582}"/>
              </a:ext>
            </a:extLst>
          </p:cNvPr>
          <p:cNvSpPr>
            <a:spLocks noGrp="1"/>
          </p:cNvSpPr>
          <p:nvPr>
            <p:ph sz="quarter" idx="12" hasCustomPrompt="1"/>
          </p:nvPr>
        </p:nvSpPr>
        <p:spPr>
          <a:xfrm>
            <a:off x="4480478" y="1602223"/>
            <a:ext cx="3231045" cy="1826777"/>
          </a:xfrm>
        </p:spPr>
        <p:txBody>
          <a:bodyPr/>
          <a:lstStyle>
            <a:lvl1pPr marL="0" indent="0">
              <a:buNone/>
              <a:defRPr sz="2800"/>
            </a:lvl1pPr>
            <a:lvl2pPr marL="804672" indent="-347472">
              <a:buSzPct val="75000"/>
              <a:buFont typeface="Wingdings" panose="05000000000000000000" pitchFamily="2" charset="2"/>
              <a:buChar char="§"/>
              <a:defRPr sz="2400"/>
            </a:lvl2pPr>
            <a:lvl3pPr marL="804672" indent="-347472">
              <a:buSzPct val="75000"/>
              <a:buFont typeface="Wingdings" panose="05000000000000000000" pitchFamily="2" charset="2"/>
              <a:buChar char="§"/>
              <a:defRPr sz="2400"/>
            </a:lvl3pPr>
            <a:lvl4pPr marL="804672" indent="-347472">
              <a:buSzPct val="75000"/>
              <a:buFont typeface="Wingdings" panose="05000000000000000000" pitchFamily="2" charset="2"/>
              <a:buChar char="§"/>
              <a:defRPr sz="2000"/>
            </a:lvl4pPr>
            <a:lvl5pPr marL="804672" indent="-347472">
              <a:buSzPct val="75000"/>
              <a:buFont typeface="Wingdings" panose="05000000000000000000" pitchFamily="2" charset="2"/>
              <a:buChar char="§"/>
              <a:defRPr sz="2000"/>
            </a:lvl5pPr>
            <a:lvl6pPr marL="804672" indent="-347472">
              <a:buSzPct val="75000"/>
              <a:buFont typeface="Wingdings" panose="05000000000000000000" pitchFamily="2" charset="2"/>
              <a:buChar char="§"/>
              <a:defRPr sz="2000"/>
            </a:lvl6pPr>
            <a:lvl7pPr marL="804672" indent="-347472">
              <a:buSzPct val="75000"/>
              <a:buFont typeface="Wingdings" panose="05000000000000000000" pitchFamily="2" charset="2"/>
              <a:buChar char="§"/>
              <a:defRPr sz="2000"/>
            </a:lvl7pPr>
            <a:lvl8pPr marL="804672" indent="-347472">
              <a:buSzPct val="75000"/>
              <a:buFont typeface="Wingdings" panose="05000000000000000000" pitchFamily="2" charset="2"/>
              <a:buChar char="§"/>
              <a:defRPr sz="2000"/>
            </a:lvl8pPr>
            <a:lvl9pPr marL="804672" indent="-347472">
              <a:buSzPct val="75000"/>
              <a:buFont typeface="Wingdings" panose="05000000000000000000" pitchFamily="2" charset="2"/>
              <a:buChar char="§"/>
              <a:defRPr sz="2000"/>
            </a:lvl9pPr>
          </a:lstStyle>
          <a:p>
            <a:pPr lvl="0"/>
            <a:r>
              <a:rPr lang="en-US" dirty="0"/>
              <a:t>Select to add text</a:t>
            </a:r>
          </a:p>
          <a:p>
            <a:pPr lvl="1"/>
            <a:r>
              <a:rPr lang="en-US" dirty="0"/>
              <a:t>Second level</a:t>
            </a:r>
          </a:p>
          <a:p>
            <a:pPr lvl="2"/>
            <a:r>
              <a:rPr lang="en-US" dirty="0"/>
              <a:t>Third level</a:t>
            </a:r>
          </a:p>
        </p:txBody>
      </p:sp>
      <p:sp>
        <p:nvSpPr>
          <p:cNvPr id="9" name="Content Placeholder 8">
            <a:extLst>
              <a:ext uri="{FF2B5EF4-FFF2-40B4-BE49-F238E27FC236}">
                <a16:creationId xmlns:a16="http://schemas.microsoft.com/office/drawing/2014/main" id="{D5202424-C307-4C9F-97A7-DD938AF4D2D3}"/>
              </a:ext>
            </a:extLst>
          </p:cNvPr>
          <p:cNvSpPr>
            <a:spLocks noGrp="1"/>
          </p:cNvSpPr>
          <p:nvPr>
            <p:ph sz="quarter" idx="11" hasCustomPrompt="1"/>
          </p:nvPr>
        </p:nvSpPr>
        <p:spPr>
          <a:xfrm>
            <a:off x="660403" y="1602223"/>
            <a:ext cx="3231045" cy="1826777"/>
          </a:xfrm>
        </p:spPr>
        <p:txBody>
          <a:bodyPr/>
          <a:lstStyle>
            <a:lvl1pPr marL="0" indent="0">
              <a:buNone/>
              <a:defRPr sz="2800"/>
            </a:lvl1pPr>
            <a:lvl2pPr marL="804672" indent="-347472">
              <a:buSzPct val="75000"/>
              <a:buFont typeface="Wingdings" panose="05000000000000000000" pitchFamily="2" charset="2"/>
              <a:buChar char="§"/>
              <a:defRPr sz="2400"/>
            </a:lvl2pPr>
            <a:lvl3pPr marL="804672" indent="-347472">
              <a:buSzPct val="75000"/>
              <a:buFont typeface="Wingdings" panose="05000000000000000000" pitchFamily="2" charset="2"/>
              <a:buChar char="§"/>
              <a:defRPr sz="2400"/>
            </a:lvl3pPr>
            <a:lvl4pPr marL="804672" indent="-347472">
              <a:buSzPct val="75000"/>
              <a:buFont typeface="Wingdings" panose="05000000000000000000" pitchFamily="2" charset="2"/>
              <a:buNone/>
              <a:defRPr sz="2000"/>
            </a:lvl4pPr>
            <a:lvl5pPr marL="804672" indent="-347472">
              <a:buSzPct val="75000"/>
              <a:buFont typeface="Wingdings" panose="05000000000000000000" pitchFamily="2" charset="2"/>
              <a:buChar char="§"/>
              <a:defRPr sz="2000"/>
            </a:lvl5pPr>
            <a:lvl6pPr marL="804672" indent="-347472">
              <a:buSzPct val="75000"/>
              <a:buFont typeface="Wingdings" panose="05000000000000000000" pitchFamily="2" charset="2"/>
              <a:buChar char="§"/>
              <a:defRPr sz="2000"/>
            </a:lvl6pPr>
            <a:lvl7pPr marL="804672" indent="-347472">
              <a:buSzPct val="75000"/>
              <a:buFont typeface="Wingdings" panose="05000000000000000000" pitchFamily="2" charset="2"/>
              <a:buChar char="§"/>
              <a:defRPr sz="2000"/>
            </a:lvl7pPr>
            <a:lvl8pPr marL="804672" indent="-347472">
              <a:buSzPct val="75000"/>
              <a:buFont typeface="Wingdings" panose="05000000000000000000" pitchFamily="2" charset="2"/>
              <a:buChar char="§"/>
              <a:defRPr sz="2000"/>
            </a:lvl8pPr>
            <a:lvl9pPr marL="804672" indent="-347472">
              <a:buSzPct val="75000"/>
              <a:buFont typeface="Wingdings" panose="05000000000000000000" pitchFamily="2" charset="2"/>
              <a:buChar char="§"/>
              <a:defRPr sz="2000"/>
            </a:lvl9pPr>
          </a:lstStyle>
          <a:p>
            <a:pPr lvl="0"/>
            <a:r>
              <a:rPr lang="en-US" dirty="0"/>
              <a:t>Select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5285367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hree Topics (Pictures Left)">
    <p:spTree>
      <p:nvGrpSpPr>
        <p:cNvPr id="1" name=""/>
        <p:cNvGrpSpPr/>
        <p:nvPr/>
      </p:nvGrpSpPr>
      <p:grpSpPr>
        <a:xfrm>
          <a:off x="0" y="0"/>
          <a:ext cx="0" cy="0"/>
          <a:chOff x="0" y="0"/>
          <a:chExt cx="0" cy="0"/>
        </a:xfrm>
      </p:grpSpPr>
      <p:sp>
        <p:nvSpPr>
          <p:cNvPr id="69" name="Text Placeholder 68">
            <a:extLst>
              <a:ext uri="{FF2B5EF4-FFF2-40B4-BE49-F238E27FC236}">
                <a16:creationId xmlns:a16="http://schemas.microsoft.com/office/drawing/2014/main" id="{39D96448-0D00-4A01-B2C1-CE424F6E6E8A}"/>
              </a:ext>
            </a:extLst>
          </p:cNvPr>
          <p:cNvSpPr>
            <a:spLocks noGrp="1"/>
          </p:cNvSpPr>
          <p:nvPr>
            <p:ph type="body" sz="quarter" idx="15" hasCustomPrompt="1"/>
          </p:nvPr>
        </p:nvSpPr>
        <p:spPr>
          <a:xfrm>
            <a:off x="2476500" y="5083877"/>
            <a:ext cx="9051924" cy="1126423"/>
          </a:xfrm>
        </p:spPr>
        <p:txBody>
          <a:bodyPr anchor="t" anchorCtr="0"/>
          <a:lstStyle>
            <a:lvl1pPr marL="0" indent="0">
              <a:buNone/>
              <a:defRPr sz="2800"/>
            </a:lvl1pPr>
            <a:lvl2pPr marL="804672" indent="-342900">
              <a:buSzPct val="75000"/>
              <a:buFont typeface="Wingdings" panose="05000000000000000000" pitchFamily="2" charset="2"/>
              <a:buChar char="§"/>
              <a:defRPr sz="2400"/>
            </a:lvl2pPr>
            <a:lvl3pPr marL="804672" indent="-342900">
              <a:buSzPct val="75000"/>
              <a:buFont typeface="Wingdings" panose="05000000000000000000" pitchFamily="2" charset="2"/>
              <a:buChar char="§"/>
              <a:defRPr sz="2000"/>
            </a:lvl3pPr>
            <a:lvl4pPr marL="804672" indent="-342900">
              <a:buSzPct val="75000"/>
              <a:buFont typeface="Wingdings" panose="05000000000000000000" pitchFamily="2" charset="2"/>
              <a:buChar char="§"/>
              <a:defRPr sz="2000"/>
            </a:lvl4pPr>
            <a:lvl5pPr marL="804672" indent="-342900">
              <a:buSzPct val="75000"/>
              <a:buFont typeface="Wingdings" panose="05000000000000000000" pitchFamily="2" charset="2"/>
              <a:buChar char="§"/>
              <a:defRPr sz="2000"/>
            </a:lvl5pPr>
            <a:lvl6pPr marL="804672" indent="-342900">
              <a:buSzPct val="75000"/>
              <a:buFont typeface="Wingdings" panose="05000000000000000000" pitchFamily="2" charset="2"/>
              <a:buChar char="§"/>
              <a:defRPr sz="2000"/>
            </a:lvl6pPr>
            <a:lvl7pPr marL="804672" indent="-342900">
              <a:buSzPct val="75000"/>
              <a:buFont typeface="Wingdings" panose="05000000000000000000" pitchFamily="2" charset="2"/>
              <a:buChar char="§"/>
              <a:defRPr sz="2000"/>
            </a:lvl7pPr>
            <a:lvl8pPr marL="804672" indent="-342900">
              <a:buSzPct val="75000"/>
              <a:buFont typeface="Wingdings" panose="05000000000000000000" pitchFamily="2" charset="2"/>
              <a:buChar char="§"/>
              <a:defRPr sz="2000"/>
            </a:lvl8pPr>
            <a:lvl9pPr marL="804672" indent="-342900">
              <a:buSzPct val="75000"/>
              <a:buFont typeface="Wingdings" panose="05000000000000000000" pitchFamily="2" charset="2"/>
              <a:buChar char="§"/>
              <a:defRPr sz="2000"/>
            </a:lvl9pPr>
          </a:lstStyle>
          <a:p>
            <a:pPr lvl="0"/>
            <a:r>
              <a:rPr lang="en-US"/>
              <a:t>Select to add speaking point</a:t>
            </a:r>
          </a:p>
          <a:p>
            <a:pPr lvl="1"/>
            <a:r>
              <a:rPr lang="en-US"/>
              <a:t>Second level</a:t>
            </a:r>
            <a:endParaRPr lang="en-US" dirty="0"/>
          </a:p>
        </p:txBody>
      </p:sp>
      <p:sp>
        <p:nvSpPr>
          <p:cNvPr id="65" name="Text Placeholder 64">
            <a:extLst>
              <a:ext uri="{FF2B5EF4-FFF2-40B4-BE49-F238E27FC236}">
                <a16:creationId xmlns:a16="http://schemas.microsoft.com/office/drawing/2014/main" id="{E329D4F4-97B4-496E-99FD-5E7ABAC48931}"/>
              </a:ext>
            </a:extLst>
          </p:cNvPr>
          <p:cNvSpPr>
            <a:spLocks noGrp="1"/>
          </p:cNvSpPr>
          <p:nvPr>
            <p:ph type="body" sz="quarter" idx="13" hasCustomPrompt="1"/>
          </p:nvPr>
        </p:nvSpPr>
        <p:spPr>
          <a:xfrm>
            <a:off x="2476500" y="3517029"/>
            <a:ext cx="9051924" cy="1126423"/>
          </a:xfrm>
        </p:spPr>
        <p:txBody>
          <a:bodyPr anchor="t" anchorCtr="0"/>
          <a:lstStyle>
            <a:lvl1pPr marL="0" indent="0">
              <a:buNone/>
              <a:defRPr sz="2800"/>
            </a:lvl1pPr>
            <a:lvl2pPr marL="804672" indent="-344488">
              <a:buSzPct val="80000"/>
              <a:buFont typeface="Wingdings" panose="05000000000000000000" pitchFamily="2" charset="2"/>
              <a:buChar char="§"/>
              <a:defRPr sz="2400"/>
            </a:lvl2pPr>
            <a:lvl3pPr marL="804672" indent="-344488">
              <a:buSzPct val="80000"/>
              <a:buFont typeface="Wingdings" panose="05000000000000000000" pitchFamily="2" charset="2"/>
              <a:buChar char="§"/>
              <a:defRPr sz="2000"/>
            </a:lvl3pPr>
            <a:lvl4pPr marL="804672" indent="-344488">
              <a:buSzPct val="80000"/>
              <a:buFont typeface="Wingdings" panose="05000000000000000000" pitchFamily="2" charset="2"/>
              <a:buChar char="§"/>
              <a:defRPr sz="2000"/>
            </a:lvl4pPr>
            <a:lvl5pPr marL="804672" indent="-344488">
              <a:buSzPct val="80000"/>
              <a:buFont typeface="Wingdings" panose="05000000000000000000" pitchFamily="2" charset="2"/>
              <a:buChar char="§"/>
              <a:defRPr sz="2000"/>
            </a:lvl5pPr>
            <a:lvl6pPr marL="804672" indent="-344488">
              <a:buSzPct val="80000"/>
              <a:buFont typeface="Wingdings" panose="05000000000000000000" pitchFamily="2" charset="2"/>
              <a:buChar char="§"/>
              <a:defRPr sz="2000"/>
            </a:lvl6pPr>
            <a:lvl7pPr marL="804672" indent="-344488">
              <a:buSzPct val="80000"/>
              <a:buFont typeface="Wingdings" panose="05000000000000000000" pitchFamily="2" charset="2"/>
              <a:buChar char="§"/>
              <a:defRPr sz="2000"/>
            </a:lvl7pPr>
            <a:lvl8pPr marL="804672" indent="-344488">
              <a:buSzPct val="80000"/>
              <a:buFont typeface="Wingdings" panose="05000000000000000000" pitchFamily="2" charset="2"/>
              <a:buChar char="§"/>
              <a:defRPr sz="2000"/>
            </a:lvl8pPr>
            <a:lvl9pPr marL="804672" indent="-344488">
              <a:buSzPct val="80000"/>
              <a:buFont typeface="Wingdings" panose="05000000000000000000" pitchFamily="2" charset="2"/>
              <a:buChar char="§"/>
              <a:defRPr sz="2000"/>
            </a:lvl9pPr>
          </a:lstStyle>
          <a:p>
            <a:pPr lvl="0"/>
            <a:r>
              <a:rPr lang="en-US"/>
              <a:t>Select to add speaking point</a:t>
            </a:r>
            <a:endParaRPr lang="en-US" dirty="0"/>
          </a:p>
          <a:p>
            <a:pPr lvl="1"/>
            <a:r>
              <a:rPr lang="en-US"/>
              <a:t>Second level</a:t>
            </a:r>
            <a:endParaRPr lang="en-US" dirty="0"/>
          </a:p>
        </p:txBody>
      </p:sp>
      <p:sp>
        <p:nvSpPr>
          <p:cNvPr id="21" name="Text Placeholder 20">
            <a:extLst>
              <a:ext uri="{FF2B5EF4-FFF2-40B4-BE49-F238E27FC236}">
                <a16:creationId xmlns:a16="http://schemas.microsoft.com/office/drawing/2014/main" id="{A602D427-C15E-45BF-A8DC-ADC4E8131A3B}"/>
              </a:ext>
            </a:extLst>
          </p:cNvPr>
          <p:cNvSpPr>
            <a:spLocks noGrp="1"/>
          </p:cNvSpPr>
          <p:nvPr>
            <p:ph type="body" sz="quarter" idx="11" hasCustomPrompt="1"/>
          </p:nvPr>
        </p:nvSpPr>
        <p:spPr>
          <a:xfrm>
            <a:off x="2476500" y="1950181"/>
            <a:ext cx="9051924" cy="1126423"/>
          </a:xfrm>
        </p:spPr>
        <p:txBody>
          <a:bodyPr anchor="t" anchorCtr="0"/>
          <a:lstStyle>
            <a:lvl1pPr marL="0" indent="0">
              <a:buNone/>
              <a:defRPr sz="2800"/>
            </a:lvl1pPr>
            <a:lvl2pPr marL="804672" indent="-347472">
              <a:buSzPct val="75000"/>
              <a:buFont typeface="Wingdings" panose="05000000000000000000" pitchFamily="2" charset="2"/>
              <a:buChar char="§"/>
              <a:defRPr sz="2400"/>
            </a:lvl2pPr>
            <a:lvl3pPr marL="804672" indent="-347472">
              <a:buSzPct val="75000"/>
              <a:buFont typeface="Wingdings" panose="05000000000000000000" pitchFamily="2" charset="2"/>
              <a:buChar char="§"/>
              <a:defRPr sz="2000"/>
            </a:lvl3pPr>
            <a:lvl4pPr marL="804672" indent="-347472">
              <a:buSzPct val="75000"/>
              <a:buFont typeface="Wingdings" panose="05000000000000000000" pitchFamily="2" charset="2"/>
              <a:buChar char="§"/>
              <a:defRPr sz="2000"/>
            </a:lvl4pPr>
            <a:lvl5pPr marL="804672" indent="-347472">
              <a:buSzPct val="75000"/>
              <a:buFont typeface="Wingdings" panose="05000000000000000000" pitchFamily="2" charset="2"/>
              <a:buChar char="§"/>
              <a:defRPr sz="2000"/>
            </a:lvl5pPr>
            <a:lvl6pPr marL="804672" indent="-347472">
              <a:buSzPct val="75000"/>
              <a:buFont typeface="Wingdings" panose="05000000000000000000" pitchFamily="2" charset="2"/>
              <a:buChar char="§"/>
              <a:defRPr sz="2000"/>
            </a:lvl6pPr>
            <a:lvl7pPr marL="804672" indent="-347472">
              <a:buSzPct val="75000"/>
              <a:buFont typeface="Wingdings" panose="05000000000000000000" pitchFamily="2" charset="2"/>
              <a:buChar char="§"/>
              <a:defRPr sz="2000"/>
            </a:lvl7pPr>
            <a:lvl8pPr marL="461963" indent="-342900">
              <a:buSzPct val="80000"/>
              <a:buFont typeface="Wingdings" panose="05000000000000000000" pitchFamily="2" charset="2"/>
              <a:buChar char="§"/>
              <a:defRPr sz="2400"/>
            </a:lvl8pPr>
            <a:lvl9pPr marL="804672" indent="-347472">
              <a:buSzPct val="75000"/>
              <a:buFont typeface="Wingdings" panose="05000000000000000000" pitchFamily="2" charset="2"/>
              <a:buChar char="§"/>
              <a:defRPr sz="2000"/>
            </a:lvl9pPr>
          </a:lstStyle>
          <a:p>
            <a:pPr lvl="0"/>
            <a:r>
              <a:rPr lang="en-US" dirty="0"/>
              <a:t>Select to add speaking point</a:t>
            </a:r>
          </a:p>
          <a:p>
            <a:pPr lvl="1"/>
            <a:r>
              <a:rPr lang="en-US" dirty="0"/>
              <a:t>Second level</a:t>
            </a:r>
          </a:p>
        </p:txBody>
      </p:sp>
      <p:sp>
        <p:nvSpPr>
          <p:cNvPr id="9" name="Picture Placeholder 8">
            <a:extLst>
              <a:ext uri="{FF2B5EF4-FFF2-40B4-BE49-F238E27FC236}">
                <a16:creationId xmlns:a16="http://schemas.microsoft.com/office/drawing/2014/main" id="{DA53AE2D-CBC2-4ED6-B42D-578A1B0BADD0}"/>
              </a:ext>
            </a:extLst>
          </p:cNvPr>
          <p:cNvSpPr>
            <a:spLocks noGrp="1"/>
          </p:cNvSpPr>
          <p:nvPr>
            <p:ph type="pic" sz="quarter" idx="18" hasCustomPrompt="1"/>
          </p:nvPr>
        </p:nvSpPr>
        <p:spPr>
          <a:xfrm>
            <a:off x="660400" y="4989200"/>
            <a:ext cx="1564910" cy="1315777"/>
          </a:xfrm>
        </p:spPr>
        <p:txBody>
          <a:bodyPr tIns="0" anchor="t" anchorCtr="1"/>
          <a:lstStyle>
            <a:lvl1pPr marL="0" indent="0" algn="ctr">
              <a:buNone/>
              <a:defRPr sz="2600">
                <a:solidFill>
                  <a:schemeClr val="tx1"/>
                </a:solidFill>
              </a:defRPr>
            </a:lvl1pPr>
          </a:lstStyle>
          <a:p>
            <a:r>
              <a:rPr lang="en-US" dirty="0"/>
              <a:t>Pictogram</a:t>
            </a:r>
          </a:p>
        </p:txBody>
      </p:sp>
      <p:sp>
        <p:nvSpPr>
          <p:cNvPr id="6" name="Picture Placeholder 5">
            <a:extLst>
              <a:ext uri="{FF2B5EF4-FFF2-40B4-BE49-F238E27FC236}">
                <a16:creationId xmlns:a16="http://schemas.microsoft.com/office/drawing/2014/main" id="{D32345A7-E4EF-48A8-B50C-8083E3F745C7}"/>
              </a:ext>
            </a:extLst>
          </p:cNvPr>
          <p:cNvSpPr>
            <a:spLocks noGrp="1"/>
          </p:cNvSpPr>
          <p:nvPr>
            <p:ph type="pic" sz="quarter" idx="17" hasCustomPrompt="1"/>
          </p:nvPr>
        </p:nvSpPr>
        <p:spPr>
          <a:xfrm>
            <a:off x="660400" y="3422352"/>
            <a:ext cx="1564910" cy="1315777"/>
          </a:xfrm>
        </p:spPr>
        <p:txBody>
          <a:bodyPr tIns="0" anchor="t" anchorCtr="1"/>
          <a:lstStyle>
            <a:lvl1pPr marL="0" indent="0" algn="ctr">
              <a:buNone/>
              <a:defRPr sz="2600">
                <a:solidFill>
                  <a:schemeClr val="tx1"/>
                </a:solidFill>
              </a:defRPr>
            </a:lvl1pPr>
          </a:lstStyle>
          <a:p>
            <a:r>
              <a:rPr lang="en-US" dirty="0"/>
              <a:t>Pictogram</a:t>
            </a:r>
          </a:p>
        </p:txBody>
      </p:sp>
      <p:sp>
        <p:nvSpPr>
          <p:cNvPr id="4" name="Picture Placeholder 3">
            <a:extLst>
              <a:ext uri="{FF2B5EF4-FFF2-40B4-BE49-F238E27FC236}">
                <a16:creationId xmlns:a16="http://schemas.microsoft.com/office/drawing/2014/main" id="{C1BD3E33-5AB0-4C7D-9184-017D1A173F07}"/>
              </a:ext>
            </a:extLst>
          </p:cNvPr>
          <p:cNvSpPr>
            <a:spLocks noGrp="1"/>
          </p:cNvSpPr>
          <p:nvPr>
            <p:ph type="pic" sz="quarter" idx="16" hasCustomPrompt="1"/>
          </p:nvPr>
        </p:nvSpPr>
        <p:spPr>
          <a:xfrm>
            <a:off x="660401" y="1855504"/>
            <a:ext cx="1564908" cy="1315777"/>
          </a:xfrm>
        </p:spPr>
        <p:txBody>
          <a:bodyPr tIns="0" anchor="t" anchorCtr="1"/>
          <a:lstStyle>
            <a:lvl1pPr marL="0" indent="0" algn="ctr">
              <a:spcAft>
                <a:spcPts val="600"/>
              </a:spcAft>
              <a:buNone/>
              <a:defRPr sz="2600">
                <a:solidFill>
                  <a:schemeClr val="tx1"/>
                </a:solidFill>
              </a:defRPr>
            </a:lvl1pPr>
          </a:lstStyle>
          <a:p>
            <a:r>
              <a:rPr lang="en-US" dirty="0"/>
              <a:t>Pictogram</a:t>
            </a:r>
          </a:p>
        </p:txBody>
      </p:sp>
      <p:sp>
        <p:nvSpPr>
          <p:cNvPr id="2" name="Title 1">
            <a:extLst>
              <a:ext uri="{FF2B5EF4-FFF2-40B4-BE49-F238E27FC236}">
                <a16:creationId xmlns:a16="http://schemas.microsoft.com/office/drawing/2014/main" id="{0C9608C6-0535-48D8-9148-6CA42C05733A}"/>
              </a:ext>
            </a:extLst>
          </p:cNvPr>
          <p:cNvSpPr>
            <a:spLocks noGrp="1"/>
          </p:cNvSpPr>
          <p:nvPr>
            <p:ph type="title" hasCustomPrompt="1"/>
          </p:nvPr>
        </p:nvSpPr>
        <p:spPr>
          <a:xfrm>
            <a:off x="660401" y="582627"/>
            <a:ext cx="10868023" cy="1108061"/>
          </a:xfrm>
        </p:spPr>
        <p:txBody>
          <a:bodyPr/>
          <a:lstStyle>
            <a:lvl1pPr>
              <a:defRPr/>
            </a:lvl1pPr>
          </a:lstStyle>
          <a:p>
            <a:r>
              <a:rPr lang="en-US" dirty="0"/>
              <a:t>Select to add slide title</a:t>
            </a:r>
          </a:p>
        </p:txBody>
      </p:sp>
    </p:spTree>
    <p:extLst>
      <p:ext uri="{BB962C8B-B14F-4D97-AF65-F5344CB8AC3E}">
        <p14:creationId xmlns:p14="http://schemas.microsoft.com/office/powerpoint/2010/main" val="35076283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Multiple Topics (Pictures Lef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97251F94-A477-4A7F-A8E9-12430E7D6436}"/>
              </a:ext>
            </a:extLst>
          </p:cNvPr>
          <p:cNvSpPr>
            <a:spLocks noGrp="1"/>
          </p:cNvSpPr>
          <p:nvPr>
            <p:ph type="body" sz="quarter" idx="23" hasCustomPrompt="1"/>
          </p:nvPr>
        </p:nvSpPr>
        <p:spPr>
          <a:xfrm>
            <a:off x="8152179" y="5054401"/>
            <a:ext cx="3016249" cy="1126423"/>
          </a:xfrm>
        </p:spPr>
        <p:txBody>
          <a:bodyPr/>
          <a:lstStyle>
            <a:lvl1pPr marL="0" indent="0">
              <a:buNone/>
              <a:defRPr/>
            </a:lvl1pPr>
          </a:lstStyle>
          <a:p>
            <a:pPr lvl="0"/>
            <a:r>
              <a:rPr lang="en-US"/>
              <a:t>Select to add point</a:t>
            </a:r>
          </a:p>
        </p:txBody>
      </p:sp>
      <p:sp>
        <p:nvSpPr>
          <p:cNvPr id="40" name="Text Placeholder 39">
            <a:extLst>
              <a:ext uri="{FF2B5EF4-FFF2-40B4-BE49-F238E27FC236}">
                <a16:creationId xmlns:a16="http://schemas.microsoft.com/office/drawing/2014/main" id="{6E687658-1F86-4DD8-8F95-4EE7AC66CD3D}"/>
              </a:ext>
            </a:extLst>
          </p:cNvPr>
          <p:cNvSpPr>
            <a:spLocks noGrp="1"/>
          </p:cNvSpPr>
          <p:nvPr>
            <p:ph type="body" sz="quarter" idx="17" hasCustomPrompt="1"/>
          </p:nvPr>
        </p:nvSpPr>
        <p:spPr>
          <a:xfrm>
            <a:off x="8149005" y="3517029"/>
            <a:ext cx="3016249" cy="1126423"/>
          </a:xfrm>
        </p:spPr>
        <p:txBody>
          <a:bodyPr/>
          <a:lstStyle>
            <a:lvl1pPr marL="0" indent="0">
              <a:buNone/>
              <a:defRPr sz="2800"/>
            </a:lvl1pPr>
            <a:lvl2pPr marL="0" indent="0">
              <a:buNone/>
              <a:defRPr sz="2800"/>
            </a:lvl2pPr>
            <a:lvl3pPr marL="0" indent="0">
              <a:buNone/>
              <a:defRPr sz="2800"/>
            </a:lvl3pPr>
            <a:lvl4pPr marL="0" indent="0">
              <a:buNone/>
              <a:defRPr sz="2800"/>
            </a:lvl4pPr>
            <a:lvl5pPr marL="0" indent="0">
              <a:buNone/>
              <a:defRPr sz="2800"/>
            </a:lvl5pPr>
            <a:lvl6pPr marL="0" indent="0">
              <a:buNone/>
              <a:defRPr sz="2800"/>
            </a:lvl6pPr>
            <a:lvl7pPr marL="0" indent="0">
              <a:buNone/>
              <a:defRPr sz="2800"/>
            </a:lvl7pPr>
            <a:lvl8pPr marL="0" indent="0">
              <a:buNone/>
              <a:defRPr sz="2800"/>
            </a:lvl8pPr>
            <a:lvl9pPr marL="0" indent="0">
              <a:buNone/>
              <a:defRPr sz="2800"/>
            </a:lvl9pPr>
          </a:lstStyle>
          <a:p>
            <a:pPr lvl="0"/>
            <a:r>
              <a:rPr lang="en-US" dirty="0"/>
              <a:t>Select to </a:t>
            </a:r>
            <a:r>
              <a:rPr lang="en-US"/>
              <a:t>add point</a:t>
            </a:r>
            <a:endParaRPr lang="en-US" dirty="0"/>
          </a:p>
        </p:txBody>
      </p:sp>
      <p:sp>
        <p:nvSpPr>
          <p:cNvPr id="35" name="Text Placeholder 34">
            <a:extLst>
              <a:ext uri="{FF2B5EF4-FFF2-40B4-BE49-F238E27FC236}">
                <a16:creationId xmlns:a16="http://schemas.microsoft.com/office/drawing/2014/main" id="{8B9AE87B-FDCA-4B7D-9663-6DE2514BCBFD}"/>
              </a:ext>
            </a:extLst>
          </p:cNvPr>
          <p:cNvSpPr>
            <a:spLocks noGrp="1"/>
          </p:cNvSpPr>
          <p:nvPr>
            <p:ph type="body" sz="quarter" idx="15" hasCustomPrompt="1"/>
          </p:nvPr>
        </p:nvSpPr>
        <p:spPr>
          <a:xfrm>
            <a:off x="8149005" y="1950182"/>
            <a:ext cx="3016249" cy="1126423"/>
          </a:xfrm>
          <a:noFill/>
        </p:spPr>
        <p:txBody>
          <a:bodyPr/>
          <a:lstStyle>
            <a:lvl1pPr marL="0" indent="0">
              <a:buNone/>
              <a:defRPr sz="2800"/>
            </a:lvl1pPr>
            <a:lvl2pPr marL="0" indent="0">
              <a:buNone/>
              <a:defRPr sz="2800"/>
            </a:lvl2pPr>
            <a:lvl3pPr marL="0" indent="0">
              <a:buNone/>
              <a:defRPr sz="2800"/>
            </a:lvl3pPr>
            <a:lvl4pPr marL="0" indent="0">
              <a:buNone/>
              <a:defRPr sz="2800"/>
            </a:lvl4pPr>
            <a:lvl5pPr marL="0" indent="0">
              <a:buNone/>
              <a:defRPr sz="2800"/>
            </a:lvl5pPr>
            <a:lvl6pPr marL="0" indent="0">
              <a:buNone/>
              <a:defRPr sz="2800"/>
            </a:lvl6pPr>
            <a:lvl7pPr marL="0" indent="0">
              <a:buNone/>
              <a:defRPr sz="2800"/>
            </a:lvl7pPr>
            <a:lvl8pPr marL="0" indent="0">
              <a:buNone/>
              <a:defRPr sz="2800"/>
            </a:lvl8pPr>
            <a:lvl9pPr marL="0" indent="0">
              <a:buNone/>
              <a:defRPr sz="2800"/>
            </a:lvl9pPr>
          </a:lstStyle>
          <a:p>
            <a:pPr lvl="0"/>
            <a:r>
              <a:rPr lang="en-US" dirty="0"/>
              <a:t>Select to </a:t>
            </a:r>
            <a:r>
              <a:rPr lang="en-US"/>
              <a:t>add point</a:t>
            </a:r>
            <a:endParaRPr lang="en-US" dirty="0"/>
          </a:p>
        </p:txBody>
      </p:sp>
      <p:sp>
        <p:nvSpPr>
          <p:cNvPr id="5" name="Text Placeholder 4">
            <a:extLst>
              <a:ext uri="{FF2B5EF4-FFF2-40B4-BE49-F238E27FC236}">
                <a16:creationId xmlns:a16="http://schemas.microsoft.com/office/drawing/2014/main" id="{B88F13BF-2FCE-4A25-B594-ACE8327EC288}"/>
              </a:ext>
            </a:extLst>
          </p:cNvPr>
          <p:cNvSpPr>
            <a:spLocks noGrp="1"/>
          </p:cNvSpPr>
          <p:nvPr>
            <p:ph type="body" sz="quarter" idx="22" hasCustomPrompt="1"/>
          </p:nvPr>
        </p:nvSpPr>
        <p:spPr>
          <a:xfrm>
            <a:off x="2476501" y="5083877"/>
            <a:ext cx="3016249" cy="1126423"/>
          </a:xfrm>
        </p:spPr>
        <p:txBody>
          <a:bodyPr/>
          <a:lstStyle>
            <a:lvl1pPr marL="0" indent="0">
              <a:buNone/>
              <a:defRPr/>
            </a:lvl1pPr>
            <a:lvl5pPr>
              <a:defRPr/>
            </a:lvl5pPr>
          </a:lstStyle>
          <a:p>
            <a:pPr lvl="0"/>
            <a:r>
              <a:rPr lang="en-US"/>
              <a:t>Select to add point</a:t>
            </a:r>
          </a:p>
        </p:txBody>
      </p:sp>
      <p:sp>
        <p:nvSpPr>
          <p:cNvPr id="25" name="Text Placeholder 24">
            <a:extLst>
              <a:ext uri="{FF2B5EF4-FFF2-40B4-BE49-F238E27FC236}">
                <a16:creationId xmlns:a16="http://schemas.microsoft.com/office/drawing/2014/main" id="{B1707D4C-E1A6-4880-98D2-6F492C72FCF4}"/>
              </a:ext>
            </a:extLst>
          </p:cNvPr>
          <p:cNvSpPr>
            <a:spLocks noGrp="1"/>
          </p:cNvSpPr>
          <p:nvPr>
            <p:ph type="body" sz="quarter" idx="13" hasCustomPrompt="1"/>
          </p:nvPr>
        </p:nvSpPr>
        <p:spPr>
          <a:xfrm>
            <a:off x="2476501" y="3517029"/>
            <a:ext cx="3016249" cy="1126423"/>
          </a:xfrm>
        </p:spPr>
        <p:txBody>
          <a:bodyPr/>
          <a:lstStyle>
            <a:lvl1pPr marL="0" indent="0">
              <a:buFontTx/>
              <a:buNone/>
              <a:defRPr sz="2800"/>
            </a:lvl1pPr>
            <a:lvl2pPr marL="914400" indent="-457200">
              <a:buSzPct val="75000"/>
              <a:buFont typeface="Wingdings" panose="05000000000000000000" pitchFamily="2" charset="2"/>
              <a:buChar char="§"/>
              <a:defRPr sz="2400"/>
            </a:lvl2pPr>
            <a:lvl3pPr marL="0" indent="0">
              <a:buFontTx/>
              <a:buNone/>
              <a:defRPr sz="2800"/>
            </a:lvl3pPr>
            <a:lvl4pPr marL="0" indent="0">
              <a:buFontTx/>
              <a:buNone/>
              <a:defRPr sz="2800"/>
            </a:lvl4pPr>
            <a:lvl5pPr marL="0" indent="0">
              <a:buFontTx/>
              <a:buNone/>
              <a:defRPr sz="2800"/>
            </a:lvl5pPr>
            <a:lvl6pPr marL="0" indent="0">
              <a:buFontTx/>
              <a:buNone/>
              <a:defRPr sz="2800"/>
            </a:lvl6pPr>
            <a:lvl7pPr marL="0" indent="0">
              <a:buFontTx/>
              <a:buNone/>
              <a:defRPr sz="2800"/>
            </a:lvl7pPr>
            <a:lvl8pPr marL="0" indent="0">
              <a:buFontTx/>
              <a:buNone/>
              <a:defRPr sz="2800"/>
            </a:lvl8pPr>
            <a:lvl9pPr marL="0" indent="0">
              <a:buFontTx/>
              <a:buNone/>
              <a:defRPr sz="2800"/>
            </a:lvl9pPr>
          </a:lstStyle>
          <a:p>
            <a:pPr lvl="0"/>
            <a:r>
              <a:rPr lang="en-US" dirty="0"/>
              <a:t>Select to add point</a:t>
            </a:r>
          </a:p>
        </p:txBody>
      </p:sp>
      <p:sp>
        <p:nvSpPr>
          <p:cNvPr id="21" name="Text Placeholder 20">
            <a:extLst>
              <a:ext uri="{FF2B5EF4-FFF2-40B4-BE49-F238E27FC236}">
                <a16:creationId xmlns:a16="http://schemas.microsoft.com/office/drawing/2014/main" id="{F6051438-BC6B-4047-888D-0ECCFB5BF675}"/>
              </a:ext>
            </a:extLst>
          </p:cNvPr>
          <p:cNvSpPr>
            <a:spLocks noGrp="1"/>
          </p:cNvSpPr>
          <p:nvPr>
            <p:ph type="body" sz="quarter" idx="11" hasCustomPrompt="1"/>
          </p:nvPr>
        </p:nvSpPr>
        <p:spPr>
          <a:xfrm>
            <a:off x="2476501" y="1950182"/>
            <a:ext cx="3016249" cy="1126423"/>
          </a:xfrm>
        </p:spPr>
        <p:txBody>
          <a:bodyPr/>
          <a:lstStyle>
            <a:lvl1pPr marL="0" indent="0">
              <a:buNone/>
              <a:defRPr sz="2800"/>
            </a:lvl1pPr>
            <a:lvl2pPr marL="804672" indent="-347472">
              <a:buSzPct val="75000"/>
              <a:buFont typeface="Wingdings" panose="05000000000000000000" pitchFamily="2" charset="2"/>
              <a:buChar char="§"/>
              <a:defRPr sz="2400"/>
            </a:lvl2pPr>
            <a:lvl3pPr marL="0" indent="0">
              <a:buNone/>
              <a:defRPr sz="2800"/>
            </a:lvl3pPr>
            <a:lvl4pPr marL="0" indent="0">
              <a:buNone/>
              <a:defRPr sz="2800"/>
            </a:lvl4pPr>
            <a:lvl5pPr marL="0" indent="0">
              <a:buNone/>
              <a:defRPr sz="2800"/>
            </a:lvl5pPr>
            <a:lvl6pPr marL="0" indent="0">
              <a:buNone/>
              <a:defRPr sz="2800"/>
            </a:lvl6pPr>
            <a:lvl7pPr marL="0" indent="0">
              <a:buNone/>
              <a:defRPr sz="2800"/>
            </a:lvl7pPr>
            <a:lvl8pPr marL="0" indent="0">
              <a:buNone/>
              <a:defRPr sz="2800"/>
            </a:lvl8pPr>
            <a:lvl9pPr marL="0" indent="0">
              <a:buNone/>
              <a:defRPr sz="2800"/>
            </a:lvl9pPr>
          </a:lstStyle>
          <a:p>
            <a:pPr lvl="0"/>
            <a:r>
              <a:rPr lang="en-US" dirty="0"/>
              <a:t>Select to add point</a:t>
            </a:r>
          </a:p>
        </p:txBody>
      </p:sp>
      <p:sp>
        <p:nvSpPr>
          <p:cNvPr id="16" name="Picture Placeholder 15">
            <a:extLst>
              <a:ext uri="{FF2B5EF4-FFF2-40B4-BE49-F238E27FC236}">
                <a16:creationId xmlns:a16="http://schemas.microsoft.com/office/drawing/2014/main" id="{B61DB3B0-493C-4B2F-963A-83267D37C471}"/>
              </a:ext>
            </a:extLst>
          </p:cNvPr>
          <p:cNvSpPr>
            <a:spLocks noGrp="1"/>
          </p:cNvSpPr>
          <p:nvPr>
            <p:ph type="pic" sz="quarter" idx="25" hasCustomPrompt="1"/>
          </p:nvPr>
        </p:nvSpPr>
        <p:spPr>
          <a:xfrm>
            <a:off x="6336080" y="4989200"/>
            <a:ext cx="1564908" cy="1315777"/>
          </a:xfrm>
        </p:spPr>
        <p:txBody>
          <a:bodyPr vert="horz" lIns="0" tIns="0" rIns="0" bIns="0" rtlCol="0" anchor="t" anchorCtr="1">
            <a:noAutofit/>
          </a:bodyPr>
          <a:lstStyle>
            <a:lvl1pPr marL="0" indent="0" algn="ctr">
              <a:buNone/>
              <a:defRPr lang="en-US" sz="2600" dirty="0"/>
            </a:lvl1pPr>
          </a:lstStyle>
          <a:p>
            <a:pPr marL="0" lvl="0" indent="0" algn="ctr">
              <a:spcAft>
                <a:spcPts val="600"/>
              </a:spcAft>
              <a:buNone/>
            </a:pPr>
            <a:r>
              <a:rPr lang="en-US" dirty="0"/>
              <a:t>Pictogram</a:t>
            </a:r>
          </a:p>
        </p:txBody>
      </p:sp>
      <p:sp>
        <p:nvSpPr>
          <p:cNvPr id="11" name="Picture Placeholder 10">
            <a:extLst>
              <a:ext uri="{FF2B5EF4-FFF2-40B4-BE49-F238E27FC236}">
                <a16:creationId xmlns:a16="http://schemas.microsoft.com/office/drawing/2014/main" id="{183A8FF5-1F8C-46FD-A4E9-0FDB19FBEEBE}"/>
              </a:ext>
            </a:extLst>
          </p:cNvPr>
          <p:cNvSpPr>
            <a:spLocks noGrp="1"/>
          </p:cNvSpPr>
          <p:nvPr>
            <p:ph type="pic" sz="quarter" idx="21" hasCustomPrompt="1"/>
          </p:nvPr>
        </p:nvSpPr>
        <p:spPr>
          <a:xfrm>
            <a:off x="6336080" y="3422352"/>
            <a:ext cx="1564908" cy="1315777"/>
          </a:xfrm>
        </p:spPr>
        <p:txBody>
          <a:bodyPr vert="horz" lIns="0" tIns="0" rIns="0" bIns="0" rtlCol="0" anchor="t" anchorCtr="1">
            <a:noAutofit/>
          </a:bodyPr>
          <a:lstStyle>
            <a:lvl1pPr marL="0" indent="0" algn="ctr">
              <a:buNone/>
              <a:defRPr lang="en-US" sz="2600" dirty="0"/>
            </a:lvl1pPr>
          </a:lstStyle>
          <a:p>
            <a:pPr marL="0" lvl="0" indent="0" algn="ctr">
              <a:spcAft>
                <a:spcPts val="600"/>
              </a:spcAft>
              <a:buNone/>
            </a:pPr>
            <a:r>
              <a:rPr lang="en-US" dirty="0"/>
              <a:t>Pictogram</a:t>
            </a:r>
          </a:p>
        </p:txBody>
      </p:sp>
      <p:sp>
        <p:nvSpPr>
          <p:cNvPr id="9" name="Picture Placeholder 8">
            <a:extLst>
              <a:ext uri="{FF2B5EF4-FFF2-40B4-BE49-F238E27FC236}">
                <a16:creationId xmlns:a16="http://schemas.microsoft.com/office/drawing/2014/main" id="{0F2CB9ED-E5FA-46A4-880B-2B2CAC7D5DAB}"/>
              </a:ext>
            </a:extLst>
          </p:cNvPr>
          <p:cNvSpPr>
            <a:spLocks noGrp="1"/>
          </p:cNvSpPr>
          <p:nvPr>
            <p:ph type="pic" sz="quarter" idx="20" hasCustomPrompt="1"/>
          </p:nvPr>
        </p:nvSpPr>
        <p:spPr>
          <a:xfrm>
            <a:off x="6336080" y="1855504"/>
            <a:ext cx="1564908" cy="1315777"/>
          </a:xfrm>
        </p:spPr>
        <p:txBody>
          <a:bodyPr vert="horz" lIns="0" tIns="0" rIns="0" bIns="0" rtlCol="0" anchor="t" anchorCtr="1">
            <a:noAutofit/>
          </a:bodyPr>
          <a:lstStyle>
            <a:lvl1pPr marL="0" indent="0" algn="ctr">
              <a:buNone/>
              <a:defRPr lang="en-US" sz="2600" dirty="0"/>
            </a:lvl1pPr>
          </a:lstStyle>
          <a:p>
            <a:pPr marL="0" lvl="0" indent="0" algn="ctr">
              <a:spcAft>
                <a:spcPts val="600"/>
              </a:spcAft>
              <a:buNone/>
            </a:pPr>
            <a:r>
              <a:rPr lang="en-US" dirty="0"/>
              <a:t>Pictogram</a:t>
            </a:r>
          </a:p>
        </p:txBody>
      </p:sp>
      <p:sp>
        <p:nvSpPr>
          <p:cNvPr id="14" name="Picture Placeholder 13">
            <a:extLst>
              <a:ext uri="{FF2B5EF4-FFF2-40B4-BE49-F238E27FC236}">
                <a16:creationId xmlns:a16="http://schemas.microsoft.com/office/drawing/2014/main" id="{4BE9F953-52AE-4C74-A92B-483A1AA7BD66}"/>
              </a:ext>
            </a:extLst>
          </p:cNvPr>
          <p:cNvSpPr>
            <a:spLocks noGrp="1"/>
          </p:cNvSpPr>
          <p:nvPr>
            <p:ph type="pic" sz="quarter" idx="24" hasCustomPrompt="1"/>
          </p:nvPr>
        </p:nvSpPr>
        <p:spPr>
          <a:xfrm>
            <a:off x="660400" y="4989200"/>
            <a:ext cx="1564910" cy="1315777"/>
          </a:xfrm>
        </p:spPr>
        <p:txBody>
          <a:bodyPr vert="horz" lIns="0" tIns="0" rIns="0" bIns="0" rtlCol="0" anchor="t" anchorCtr="1">
            <a:noAutofit/>
          </a:bodyPr>
          <a:lstStyle>
            <a:lvl1pPr marL="0" indent="0" algn="ctr">
              <a:buNone/>
              <a:defRPr lang="en-US" sz="2600" dirty="0"/>
            </a:lvl1pPr>
          </a:lstStyle>
          <a:p>
            <a:pPr marL="0" lvl="0" indent="0" algn="ctr">
              <a:spcAft>
                <a:spcPts val="600"/>
              </a:spcAft>
              <a:buNone/>
            </a:pPr>
            <a:r>
              <a:rPr lang="en-US" dirty="0"/>
              <a:t>Pictogram</a:t>
            </a:r>
          </a:p>
        </p:txBody>
      </p:sp>
      <p:sp>
        <p:nvSpPr>
          <p:cNvPr id="6" name="Picture Placeholder 5">
            <a:extLst>
              <a:ext uri="{FF2B5EF4-FFF2-40B4-BE49-F238E27FC236}">
                <a16:creationId xmlns:a16="http://schemas.microsoft.com/office/drawing/2014/main" id="{5E995D1B-BEA4-4D50-B177-C6E7CE2849C8}"/>
              </a:ext>
            </a:extLst>
          </p:cNvPr>
          <p:cNvSpPr>
            <a:spLocks noGrp="1"/>
          </p:cNvSpPr>
          <p:nvPr>
            <p:ph type="pic" sz="quarter" idx="19" hasCustomPrompt="1"/>
          </p:nvPr>
        </p:nvSpPr>
        <p:spPr>
          <a:xfrm>
            <a:off x="660400" y="3422352"/>
            <a:ext cx="1564910" cy="1315777"/>
          </a:xfrm>
        </p:spPr>
        <p:txBody>
          <a:bodyPr vert="horz" lIns="0" tIns="0" rIns="0" bIns="0" rtlCol="0" anchor="t" anchorCtr="1">
            <a:noAutofit/>
          </a:bodyPr>
          <a:lstStyle>
            <a:lvl1pPr marL="0" indent="0" algn="ctr">
              <a:buNone/>
              <a:defRPr lang="en-US" sz="2600" dirty="0"/>
            </a:lvl1pPr>
          </a:lstStyle>
          <a:p>
            <a:pPr marL="0" lvl="0" indent="0" algn="ctr">
              <a:spcAft>
                <a:spcPts val="600"/>
              </a:spcAft>
              <a:buNone/>
            </a:pPr>
            <a:r>
              <a:rPr lang="en-US" dirty="0"/>
              <a:t>Pictogram</a:t>
            </a:r>
          </a:p>
        </p:txBody>
      </p:sp>
      <p:sp>
        <p:nvSpPr>
          <p:cNvPr id="4" name="Picture Placeholder 3">
            <a:extLst>
              <a:ext uri="{FF2B5EF4-FFF2-40B4-BE49-F238E27FC236}">
                <a16:creationId xmlns:a16="http://schemas.microsoft.com/office/drawing/2014/main" id="{7DC9202D-F483-41CD-BAB1-F9C95A6F10A2}"/>
              </a:ext>
            </a:extLst>
          </p:cNvPr>
          <p:cNvSpPr>
            <a:spLocks noGrp="1"/>
          </p:cNvSpPr>
          <p:nvPr>
            <p:ph type="pic" sz="quarter" idx="18" hasCustomPrompt="1"/>
          </p:nvPr>
        </p:nvSpPr>
        <p:spPr>
          <a:xfrm>
            <a:off x="660401" y="1855504"/>
            <a:ext cx="1564908" cy="1315777"/>
          </a:xfrm>
        </p:spPr>
        <p:txBody>
          <a:bodyPr vert="horz" lIns="0" tIns="0" rIns="0" bIns="0" rtlCol="0" anchor="t" anchorCtr="1">
            <a:noAutofit/>
          </a:bodyPr>
          <a:lstStyle>
            <a:lvl1pPr marL="0" indent="0" algn="ctr">
              <a:buNone/>
              <a:defRPr lang="en-US" sz="2600" dirty="0"/>
            </a:lvl1pPr>
          </a:lstStyle>
          <a:p>
            <a:pPr marL="0" lvl="0" indent="0" algn="ctr">
              <a:spcAft>
                <a:spcPts val="600"/>
              </a:spcAft>
              <a:buNone/>
            </a:pPr>
            <a:r>
              <a:rPr lang="en-US" dirty="0"/>
              <a:t>Pictogram</a:t>
            </a:r>
          </a:p>
        </p:txBody>
      </p:sp>
      <p:sp>
        <p:nvSpPr>
          <p:cNvPr id="2" name="Title 1">
            <a:extLst>
              <a:ext uri="{FF2B5EF4-FFF2-40B4-BE49-F238E27FC236}">
                <a16:creationId xmlns:a16="http://schemas.microsoft.com/office/drawing/2014/main" id="{621FE695-6F80-4FE8-B5B5-DB575E1BF101}"/>
              </a:ext>
            </a:extLst>
          </p:cNvPr>
          <p:cNvSpPr>
            <a:spLocks noGrp="1"/>
          </p:cNvSpPr>
          <p:nvPr>
            <p:ph type="title" hasCustomPrompt="1"/>
          </p:nvPr>
        </p:nvSpPr>
        <p:spPr>
          <a:xfrm>
            <a:off x="660401" y="582627"/>
            <a:ext cx="10868023" cy="1108061"/>
          </a:xfrm>
        </p:spPr>
        <p:txBody>
          <a:bodyPr/>
          <a:lstStyle>
            <a:lvl1pPr>
              <a:defRPr/>
            </a:lvl1pPr>
          </a:lstStyle>
          <a:p>
            <a:r>
              <a:rPr lang="en-US" dirty="0"/>
              <a:t>Select to add slide title</a:t>
            </a:r>
          </a:p>
        </p:txBody>
      </p:sp>
    </p:spTree>
    <p:extLst>
      <p:ext uri="{BB962C8B-B14F-4D97-AF65-F5344CB8AC3E}">
        <p14:creationId xmlns:p14="http://schemas.microsoft.com/office/powerpoint/2010/main" val="5478282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our Topics (Pictures)">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E794181F-19F2-4697-992D-0B7AC6031A17}"/>
              </a:ext>
            </a:extLst>
          </p:cNvPr>
          <p:cNvSpPr>
            <a:spLocks noGrp="1"/>
          </p:cNvSpPr>
          <p:nvPr>
            <p:ph type="pic" sz="quarter" idx="17" hasCustomPrompt="1"/>
          </p:nvPr>
        </p:nvSpPr>
        <p:spPr>
          <a:xfrm>
            <a:off x="9128138" y="2387600"/>
            <a:ext cx="2395054" cy="3822700"/>
          </a:xfrm>
          <a:solidFill>
            <a:srgbClr val="C3D1DD"/>
          </a:solidFill>
        </p:spPr>
        <p:txBody>
          <a:bodyPr tIns="603504"/>
          <a:lstStyle>
            <a:lvl1pPr marL="0" indent="0">
              <a:buNone/>
              <a:defRPr sz="2400"/>
            </a:lvl1pPr>
          </a:lstStyle>
          <a:p>
            <a:r>
              <a:rPr lang="en-US" dirty="0"/>
              <a:t>Select icon to insert image</a:t>
            </a:r>
          </a:p>
        </p:txBody>
      </p:sp>
      <p:sp>
        <p:nvSpPr>
          <p:cNvPr id="13" name="Picture Placeholder 12">
            <a:extLst>
              <a:ext uri="{FF2B5EF4-FFF2-40B4-BE49-F238E27FC236}">
                <a16:creationId xmlns:a16="http://schemas.microsoft.com/office/drawing/2014/main" id="{21F86925-B39E-46B2-A855-8A5AABC091DF}"/>
              </a:ext>
            </a:extLst>
          </p:cNvPr>
          <p:cNvSpPr>
            <a:spLocks noGrp="1"/>
          </p:cNvSpPr>
          <p:nvPr>
            <p:ph type="pic" sz="quarter" idx="13" hasCustomPrompt="1"/>
          </p:nvPr>
        </p:nvSpPr>
        <p:spPr>
          <a:xfrm>
            <a:off x="6309078" y="2387600"/>
            <a:ext cx="2395054" cy="3822700"/>
          </a:xfrm>
          <a:solidFill>
            <a:srgbClr val="C3D1DD"/>
          </a:solidFill>
        </p:spPr>
        <p:txBody>
          <a:bodyPr tIns="603504"/>
          <a:lstStyle>
            <a:lvl1pPr marL="0" indent="0">
              <a:buNone/>
              <a:defRPr sz="2400"/>
            </a:lvl1pPr>
          </a:lstStyle>
          <a:p>
            <a:r>
              <a:rPr lang="en-US" dirty="0"/>
              <a:t>Select icon to insert image</a:t>
            </a:r>
          </a:p>
        </p:txBody>
      </p:sp>
      <p:sp>
        <p:nvSpPr>
          <p:cNvPr id="17" name="Picture Placeholder 16">
            <a:extLst>
              <a:ext uri="{FF2B5EF4-FFF2-40B4-BE49-F238E27FC236}">
                <a16:creationId xmlns:a16="http://schemas.microsoft.com/office/drawing/2014/main" id="{828167F2-26F4-4544-AF05-20870B0DDDA6}"/>
              </a:ext>
            </a:extLst>
          </p:cNvPr>
          <p:cNvSpPr>
            <a:spLocks noGrp="1"/>
          </p:cNvSpPr>
          <p:nvPr>
            <p:ph type="pic" sz="quarter" idx="15" hasCustomPrompt="1"/>
          </p:nvPr>
        </p:nvSpPr>
        <p:spPr>
          <a:xfrm>
            <a:off x="3490019" y="2387600"/>
            <a:ext cx="2395054" cy="3822700"/>
          </a:xfrm>
          <a:solidFill>
            <a:srgbClr val="C3D1DD"/>
          </a:solidFill>
        </p:spPr>
        <p:txBody>
          <a:bodyPr tIns="603504"/>
          <a:lstStyle>
            <a:lvl1pPr marL="0" indent="0">
              <a:buNone/>
              <a:defRPr sz="2400"/>
            </a:lvl1pPr>
          </a:lstStyle>
          <a:p>
            <a:r>
              <a:rPr lang="en-US" dirty="0"/>
              <a:t>Select icon to insert image</a:t>
            </a:r>
          </a:p>
        </p:txBody>
      </p:sp>
      <p:sp>
        <p:nvSpPr>
          <p:cNvPr id="7" name="Picture Placeholder 6">
            <a:extLst>
              <a:ext uri="{FF2B5EF4-FFF2-40B4-BE49-F238E27FC236}">
                <a16:creationId xmlns:a16="http://schemas.microsoft.com/office/drawing/2014/main" id="{D0CC339A-1641-4F68-8935-29626B17E5A6}"/>
              </a:ext>
            </a:extLst>
          </p:cNvPr>
          <p:cNvSpPr>
            <a:spLocks noGrp="1"/>
          </p:cNvSpPr>
          <p:nvPr>
            <p:ph type="pic" sz="quarter" idx="10" hasCustomPrompt="1"/>
          </p:nvPr>
        </p:nvSpPr>
        <p:spPr>
          <a:xfrm>
            <a:off x="670960" y="2387600"/>
            <a:ext cx="2395054" cy="3822700"/>
          </a:xfrm>
          <a:solidFill>
            <a:srgbClr val="C3D1DD"/>
          </a:solidFill>
        </p:spPr>
        <p:txBody>
          <a:bodyPr tIns="603504"/>
          <a:lstStyle>
            <a:lvl1pPr marL="0" indent="0">
              <a:buNone/>
              <a:defRPr sz="2400"/>
            </a:lvl1pPr>
          </a:lstStyle>
          <a:p>
            <a:r>
              <a:rPr lang="en-US" dirty="0"/>
              <a:t>Select icon to insert image</a:t>
            </a:r>
          </a:p>
        </p:txBody>
      </p:sp>
      <p:sp>
        <p:nvSpPr>
          <p:cNvPr id="2" name="Title 1">
            <a:extLst>
              <a:ext uri="{FF2B5EF4-FFF2-40B4-BE49-F238E27FC236}">
                <a16:creationId xmlns:a16="http://schemas.microsoft.com/office/drawing/2014/main" id="{7B00C295-535D-4A13-BCCD-15366C08BB44}"/>
              </a:ext>
            </a:extLst>
          </p:cNvPr>
          <p:cNvSpPr>
            <a:spLocks noGrp="1"/>
          </p:cNvSpPr>
          <p:nvPr>
            <p:ph type="title" hasCustomPrompt="1"/>
          </p:nvPr>
        </p:nvSpPr>
        <p:spPr>
          <a:xfrm>
            <a:off x="660401" y="582627"/>
            <a:ext cx="10868023" cy="1108061"/>
          </a:xfrm>
        </p:spPr>
        <p:txBody>
          <a:bodyPr/>
          <a:lstStyle>
            <a:lvl1pPr>
              <a:defRPr/>
            </a:lvl1pPr>
          </a:lstStyle>
          <a:p>
            <a:r>
              <a:rPr lang="en-US" dirty="0"/>
              <a:t>Select to add slide title</a:t>
            </a:r>
          </a:p>
        </p:txBody>
      </p:sp>
      <p:sp>
        <p:nvSpPr>
          <p:cNvPr id="23" name="Text Placeholder 22">
            <a:extLst>
              <a:ext uri="{FF2B5EF4-FFF2-40B4-BE49-F238E27FC236}">
                <a16:creationId xmlns:a16="http://schemas.microsoft.com/office/drawing/2014/main" id="{E5147A78-3D5C-4A31-9209-9F24BB8AB9BE}"/>
              </a:ext>
            </a:extLst>
          </p:cNvPr>
          <p:cNvSpPr>
            <a:spLocks noGrp="1"/>
          </p:cNvSpPr>
          <p:nvPr>
            <p:ph type="body" sz="quarter" idx="18" hasCustomPrompt="1"/>
          </p:nvPr>
        </p:nvSpPr>
        <p:spPr>
          <a:xfrm>
            <a:off x="9124963" y="1602223"/>
            <a:ext cx="2403460" cy="455177"/>
          </a:xfrm>
        </p:spPr>
        <p:txBody>
          <a:bodyPr/>
          <a:lstStyle>
            <a:lvl1pPr marL="0" indent="0">
              <a:buNone/>
              <a:defRPr sz="2800"/>
            </a:lvl1pPr>
            <a:lvl2pPr marL="0" indent="0">
              <a:buNone/>
              <a:defRPr sz="2400"/>
            </a:lvl2pPr>
            <a:lvl3pPr marL="0" indent="0">
              <a:buNone/>
              <a:defRPr sz="2400"/>
            </a:lvl3pPr>
            <a:lvl4pPr marL="0" indent="0">
              <a:buNone/>
              <a:defRPr sz="2400"/>
            </a:lvl4pPr>
            <a:lvl5pPr marL="0" indent="0">
              <a:buNone/>
              <a:defRPr sz="2400"/>
            </a:lvl5pPr>
            <a:lvl6pPr marL="0" indent="0">
              <a:buNone/>
              <a:defRPr sz="2400"/>
            </a:lvl6pPr>
            <a:lvl7pPr marL="0" indent="0">
              <a:buNone/>
              <a:defRPr sz="2400"/>
            </a:lvl7pPr>
            <a:lvl8pPr marL="0" indent="0">
              <a:buNone/>
              <a:defRPr sz="2400"/>
            </a:lvl8pPr>
            <a:lvl9pPr marL="0" indent="0">
              <a:buNone/>
              <a:defRPr sz="2400"/>
            </a:lvl9pPr>
          </a:lstStyle>
          <a:p>
            <a:pPr lvl="0"/>
            <a:r>
              <a:rPr lang="en-US" dirty="0"/>
              <a:t>Add text label</a:t>
            </a:r>
          </a:p>
        </p:txBody>
      </p:sp>
      <p:sp>
        <p:nvSpPr>
          <p:cNvPr id="15" name="Text Placeholder 14">
            <a:extLst>
              <a:ext uri="{FF2B5EF4-FFF2-40B4-BE49-F238E27FC236}">
                <a16:creationId xmlns:a16="http://schemas.microsoft.com/office/drawing/2014/main" id="{E56AE88F-3B02-445B-96DA-785C09D9100B}"/>
              </a:ext>
            </a:extLst>
          </p:cNvPr>
          <p:cNvSpPr>
            <a:spLocks noGrp="1"/>
          </p:cNvSpPr>
          <p:nvPr>
            <p:ph type="body" sz="quarter" idx="14" hasCustomPrompt="1"/>
          </p:nvPr>
        </p:nvSpPr>
        <p:spPr>
          <a:xfrm>
            <a:off x="6303444" y="1602223"/>
            <a:ext cx="2403460" cy="455177"/>
          </a:xfrm>
        </p:spPr>
        <p:txBody>
          <a:bodyPr/>
          <a:lstStyle>
            <a:lvl1pPr marL="0" indent="0">
              <a:buNone/>
              <a:defRPr sz="2800"/>
            </a:lvl1pPr>
            <a:lvl2pPr marL="0" indent="0">
              <a:buNone/>
              <a:defRPr sz="2400"/>
            </a:lvl2pPr>
            <a:lvl3pPr marL="0" indent="0">
              <a:buNone/>
              <a:defRPr sz="2400"/>
            </a:lvl3pPr>
            <a:lvl4pPr marL="0" indent="0">
              <a:buNone/>
              <a:defRPr sz="2400"/>
            </a:lvl4pPr>
            <a:lvl5pPr marL="0" indent="0">
              <a:buNone/>
              <a:defRPr sz="2400"/>
            </a:lvl5pPr>
            <a:lvl6pPr marL="0" indent="0">
              <a:buNone/>
              <a:defRPr sz="2400"/>
            </a:lvl6pPr>
            <a:lvl7pPr marL="0" indent="0">
              <a:buNone/>
              <a:defRPr sz="2400"/>
            </a:lvl7pPr>
            <a:lvl8pPr marL="0" indent="0">
              <a:buNone/>
              <a:defRPr sz="2400"/>
            </a:lvl8pPr>
            <a:lvl9pPr marL="0" indent="0">
              <a:buNone/>
              <a:defRPr sz="2400"/>
            </a:lvl9pPr>
          </a:lstStyle>
          <a:p>
            <a:pPr lvl="0"/>
            <a:r>
              <a:rPr lang="en-US"/>
              <a:t>Add text label</a:t>
            </a:r>
            <a:endParaRPr lang="en-US" dirty="0"/>
          </a:p>
        </p:txBody>
      </p:sp>
      <p:sp>
        <p:nvSpPr>
          <p:cNvPr id="19" name="Text Placeholder 18">
            <a:extLst>
              <a:ext uri="{FF2B5EF4-FFF2-40B4-BE49-F238E27FC236}">
                <a16:creationId xmlns:a16="http://schemas.microsoft.com/office/drawing/2014/main" id="{12C96810-E866-4C7F-96C8-68F7A2CD5EE7}"/>
              </a:ext>
            </a:extLst>
          </p:cNvPr>
          <p:cNvSpPr>
            <a:spLocks noGrp="1"/>
          </p:cNvSpPr>
          <p:nvPr>
            <p:ph type="body" sz="quarter" idx="16" hasCustomPrompt="1"/>
          </p:nvPr>
        </p:nvSpPr>
        <p:spPr>
          <a:xfrm>
            <a:off x="3481924" y="1602223"/>
            <a:ext cx="2403460" cy="455177"/>
          </a:xfrm>
        </p:spPr>
        <p:txBody>
          <a:bodyPr/>
          <a:lstStyle>
            <a:lvl1pPr marL="0" indent="0">
              <a:buNone/>
              <a:defRPr sz="2800"/>
            </a:lvl1pPr>
            <a:lvl2pPr marL="0" indent="0">
              <a:buNone/>
              <a:defRPr sz="2400"/>
            </a:lvl2pPr>
            <a:lvl3pPr marL="0" indent="0">
              <a:buNone/>
              <a:defRPr sz="2400"/>
            </a:lvl3pPr>
            <a:lvl4pPr marL="0" indent="0">
              <a:buNone/>
              <a:defRPr sz="2400"/>
            </a:lvl4pPr>
            <a:lvl5pPr marL="0" indent="0">
              <a:buNone/>
              <a:defRPr sz="2400"/>
            </a:lvl5pPr>
            <a:lvl6pPr marL="0" indent="0">
              <a:buNone/>
              <a:defRPr sz="2400"/>
            </a:lvl6pPr>
            <a:lvl7pPr marL="0" indent="0">
              <a:buNone/>
              <a:defRPr sz="2400"/>
            </a:lvl7pPr>
            <a:lvl8pPr marL="0" indent="0">
              <a:buNone/>
              <a:defRPr sz="2400"/>
            </a:lvl8pPr>
            <a:lvl9pPr marL="0" indent="0">
              <a:buNone/>
              <a:defRPr sz="2400"/>
            </a:lvl9pPr>
          </a:lstStyle>
          <a:p>
            <a:pPr lvl="0"/>
            <a:r>
              <a:rPr lang="en-US" dirty="0"/>
              <a:t>Add text label</a:t>
            </a:r>
          </a:p>
        </p:txBody>
      </p:sp>
      <p:sp>
        <p:nvSpPr>
          <p:cNvPr id="11" name="Text Placeholder 10">
            <a:extLst>
              <a:ext uri="{FF2B5EF4-FFF2-40B4-BE49-F238E27FC236}">
                <a16:creationId xmlns:a16="http://schemas.microsoft.com/office/drawing/2014/main" id="{DA8295CB-7CF1-47CA-8C74-93AD435562C6}"/>
              </a:ext>
            </a:extLst>
          </p:cNvPr>
          <p:cNvSpPr>
            <a:spLocks noGrp="1"/>
          </p:cNvSpPr>
          <p:nvPr>
            <p:ph type="body" sz="quarter" idx="12" hasCustomPrompt="1"/>
          </p:nvPr>
        </p:nvSpPr>
        <p:spPr>
          <a:xfrm>
            <a:off x="660404" y="1602223"/>
            <a:ext cx="2403460" cy="455177"/>
          </a:xfrm>
        </p:spPr>
        <p:txBody>
          <a:bodyPr/>
          <a:lstStyle>
            <a:lvl1pPr marL="0" indent="0">
              <a:buNone/>
              <a:defRPr sz="2800"/>
            </a:lvl1pPr>
            <a:lvl2pPr marL="0" indent="0">
              <a:buNone/>
              <a:defRPr sz="2400"/>
            </a:lvl2pPr>
            <a:lvl3pPr marL="0" indent="0">
              <a:buNone/>
              <a:defRPr sz="2400"/>
            </a:lvl3pPr>
            <a:lvl4pPr marL="0" indent="0">
              <a:buNone/>
              <a:defRPr sz="2400"/>
            </a:lvl4pPr>
            <a:lvl5pPr marL="0" indent="0">
              <a:buNone/>
              <a:defRPr sz="2400"/>
            </a:lvl5pPr>
            <a:lvl6pPr marL="0" indent="0">
              <a:buNone/>
              <a:defRPr sz="2400"/>
            </a:lvl6pPr>
            <a:lvl7pPr marL="0" indent="0">
              <a:buNone/>
              <a:defRPr sz="2400"/>
            </a:lvl7pPr>
            <a:lvl8pPr marL="0" indent="0">
              <a:buNone/>
              <a:defRPr sz="2400"/>
            </a:lvl8pPr>
            <a:lvl9pPr marL="0" indent="0">
              <a:buNone/>
              <a:defRPr sz="2400"/>
            </a:lvl9pPr>
          </a:lstStyle>
          <a:p>
            <a:pPr lvl="0"/>
            <a:r>
              <a:rPr lang="en-US" dirty="0"/>
              <a:t>Add text label</a:t>
            </a:r>
          </a:p>
        </p:txBody>
      </p:sp>
    </p:spTree>
    <p:extLst>
      <p:ext uri="{BB962C8B-B14F-4D97-AF65-F5344CB8AC3E}">
        <p14:creationId xmlns:p14="http://schemas.microsoft.com/office/powerpoint/2010/main" val="11624384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ix Pictures">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6270AE05-B216-EF63-3175-66D20740F166}"/>
              </a:ext>
            </a:extLst>
          </p:cNvPr>
          <p:cNvSpPr>
            <a:spLocks noGrp="1"/>
          </p:cNvSpPr>
          <p:nvPr>
            <p:ph type="pic" sz="quarter" idx="15" hasCustomPrompt="1"/>
          </p:nvPr>
        </p:nvSpPr>
        <p:spPr>
          <a:xfrm>
            <a:off x="8261969" y="3532173"/>
            <a:ext cx="3930031" cy="3325827"/>
          </a:xfrm>
          <a:solidFill>
            <a:srgbClr val="C3D1DD"/>
          </a:solidFill>
        </p:spPr>
        <p:txBody>
          <a:bodyPr tIns="640080"/>
          <a:lstStyle>
            <a:lvl1pPr marL="0" indent="0" algn="ctr">
              <a:buNone/>
              <a:defRPr/>
            </a:lvl1pPr>
          </a:lstStyle>
          <a:p>
            <a:r>
              <a:rPr lang="en-US" dirty="0"/>
              <a:t>Select to add photo</a:t>
            </a:r>
          </a:p>
        </p:txBody>
      </p:sp>
      <p:sp>
        <p:nvSpPr>
          <p:cNvPr id="13" name="Picture Placeholder 12">
            <a:extLst>
              <a:ext uri="{FF2B5EF4-FFF2-40B4-BE49-F238E27FC236}">
                <a16:creationId xmlns:a16="http://schemas.microsoft.com/office/drawing/2014/main" id="{2200FB55-23EE-1AB9-A542-D0CDB65DF653}"/>
              </a:ext>
            </a:extLst>
          </p:cNvPr>
          <p:cNvSpPr>
            <a:spLocks noGrp="1"/>
          </p:cNvSpPr>
          <p:nvPr>
            <p:ph type="pic" sz="quarter" idx="13" hasCustomPrompt="1"/>
          </p:nvPr>
        </p:nvSpPr>
        <p:spPr>
          <a:xfrm>
            <a:off x="4102258" y="3532173"/>
            <a:ext cx="3989373" cy="3325827"/>
          </a:xfrm>
          <a:solidFill>
            <a:srgbClr val="C3D1DD"/>
          </a:solidFill>
        </p:spPr>
        <p:txBody>
          <a:bodyPr tIns="640080"/>
          <a:lstStyle>
            <a:lvl1pPr marL="0" indent="0" algn="ctr">
              <a:buNone/>
              <a:defRPr/>
            </a:lvl1pPr>
          </a:lstStyle>
          <a:p>
            <a:r>
              <a:rPr lang="en-US" dirty="0"/>
              <a:t>Select to add photo</a:t>
            </a:r>
          </a:p>
        </p:txBody>
      </p:sp>
      <p:sp>
        <p:nvSpPr>
          <p:cNvPr id="9" name="Picture Placeholder 8">
            <a:extLst>
              <a:ext uri="{FF2B5EF4-FFF2-40B4-BE49-F238E27FC236}">
                <a16:creationId xmlns:a16="http://schemas.microsoft.com/office/drawing/2014/main" id="{948101CA-7FE5-046D-302C-25FEFC9705E1}"/>
              </a:ext>
            </a:extLst>
          </p:cNvPr>
          <p:cNvSpPr>
            <a:spLocks noGrp="1"/>
          </p:cNvSpPr>
          <p:nvPr>
            <p:ph type="pic" sz="quarter" idx="11" hasCustomPrompt="1"/>
          </p:nvPr>
        </p:nvSpPr>
        <p:spPr>
          <a:xfrm>
            <a:off x="0" y="3532173"/>
            <a:ext cx="3931920" cy="3325827"/>
          </a:xfrm>
          <a:solidFill>
            <a:srgbClr val="C3D1DD"/>
          </a:solidFill>
        </p:spPr>
        <p:txBody>
          <a:bodyPr tIns="640080"/>
          <a:lstStyle>
            <a:lvl1pPr marL="0" indent="0" algn="ctr">
              <a:buNone/>
              <a:defRPr/>
            </a:lvl1pPr>
          </a:lstStyle>
          <a:p>
            <a:r>
              <a:rPr lang="en-US" dirty="0"/>
              <a:t>Select to add photo</a:t>
            </a:r>
          </a:p>
        </p:txBody>
      </p:sp>
      <p:sp>
        <p:nvSpPr>
          <p:cNvPr id="15" name="Picture Placeholder 14">
            <a:extLst>
              <a:ext uri="{FF2B5EF4-FFF2-40B4-BE49-F238E27FC236}">
                <a16:creationId xmlns:a16="http://schemas.microsoft.com/office/drawing/2014/main" id="{7DBF3653-919C-D813-853B-7D1254BE62FC}"/>
              </a:ext>
            </a:extLst>
          </p:cNvPr>
          <p:cNvSpPr>
            <a:spLocks noGrp="1"/>
          </p:cNvSpPr>
          <p:nvPr>
            <p:ph type="pic" sz="quarter" idx="14" hasCustomPrompt="1"/>
          </p:nvPr>
        </p:nvSpPr>
        <p:spPr>
          <a:xfrm>
            <a:off x="8261969" y="-1"/>
            <a:ext cx="3930031" cy="3325827"/>
          </a:xfrm>
          <a:solidFill>
            <a:srgbClr val="C3D1DD"/>
          </a:solidFill>
        </p:spPr>
        <p:txBody>
          <a:bodyPr tIns="640080"/>
          <a:lstStyle>
            <a:lvl1pPr marL="0" indent="0" algn="ctr">
              <a:buNone/>
              <a:defRPr/>
            </a:lvl1pPr>
          </a:lstStyle>
          <a:p>
            <a:r>
              <a:rPr lang="en-US" dirty="0"/>
              <a:t>Select to add photo</a:t>
            </a:r>
          </a:p>
        </p:txBody>
      </p:sp>
      <p:sp>
        <p:nvSpPr>
          <p:cNvPr id="11" name="Picture Placeholder 10">
            <a:extLst>
              <a:ext uri="{FF2B5EF4-FFF2-40B4-BE49-F238E27FC236}">
                <a16:creationId xmlns:a16="http://schemas.microsoft.com/office/drawing/2014/main" id="{84BC87EF-EF63-B180-79FB-D5AC6EFB9E38}"/>
              </a:ext>
            </a:extLst>
          </p:cNvPr>
          <p:cNvSpPr>
            <a:spLocks noGrp="1"/>
          </p:cNvSpPr>
          <p:nvPr>
            <p:ph type="pic" sz="quarter" idx="12" hasCustomPrompt="1"/>
          </p:nvPr>
        </p:nvSpPr>
        <p:spPr>
          <a:xfrm>
            <a:off x="4102258" y="-1"/>
            <a:ext cx="3989373" cy="3325827"/>
          </a:xfrm>
          <a:solidFill>
            <a:srgbClr val="C3D1DD"/>
          </a:solidFill>
        </p:spPr>
        <p:txBody>
          <a:bodyPr tIns="640080"/>
          <a:lstStyle>
            <a:lvl1pPr marL="0" indent="0" algn="ctr">
              <a:buNone/>
              <a:defRPr/>
            </a:lvl1pPr>
          </a:lstStyle>
          <a:p>
            <a:r>
              <a:rPr lang="en-US" dirty="0"/>
              <a:t>Select to add photo</a:t>
            </a:r>
          </a:p>
        </p:txBody>
      </p:sp>
      <p:sp>
        <p:nvSpPr>
          <p:cNvPr id="7" name="Picture Placeholder 6">
            <a:extLst>
              <a:ext uri="{FF2B5EF4-FFF2-40B4-BE49-F238E27FC236}">
                <a16:creationId xmlns:a16="http://schemas.microsoft.com/office/drawing/2014/main" id="{B27FCBC6-09BD-517D-449A-D69D61CE6EE2}"/>
              </a:ext>
            </a:extLst>
          </p:cNvPr>
          <p:cNvSpPr>
            <a:spLocks noGrp="1"/>
          </p:cNvSpPr>
          <p:nvPr>
            <p:ph type="pic" sz="quarter" idx="10" hasCustomPrompt="1"/>
          </p:nvPr>
        </p:nvSpPr>
        <p:spPr>
          <a:xfrm>
            <a:off x="0" y="-1"/>
            <a:ext cx="3931920" cy="3325827"/>
          </a:xfrm>
          <a:solidFill>
            <a:srgbClr val="C3D1DD"/>
          </a:solidFill>
        </p:spPr>
        <p:txBody>
          <a:bodyPr tIns="640080"/>
          <a:lstStyle>
            <a:lvl1pPr marL="0" indent="0" algn="ctr">
              <a:buNone/>
              <a:defRPr/>
            </a:lvl1pPr>
          </a:lstStyle>
          <a:p>
            <a:r>
              <a:rPr lang="en-US" dirty="0"/>
              <a:t>Select to add photo</a:t>
            </a:r>
          </a:p>
        </p:txBody>
      </p:sp>
    </p:spTree>
    <p:extLst>
      <p:ext uri="{BB962C8B-B14F-4D97-AF65-F5344CB8AC3E}">
        <p14:creationId xmlns:p14="http://schemas.microsoft.com/office/powerpoint/2010/main" val="34438215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   ___   ">
    <p:bg>
      <p:bgPr>
        <a:solidFill>
          <a:schemeClr val="tx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55437F-C4E0-43CA-A32C-B4CEB29DFD30}"/>
              </a:ext>
            </a:extLst>
          </p:cNvPr>
          <p:cNvSpPr txBox="1">
            <a:spLocks/>
          </p:cNvSpPr>
          <p:nvPr/>
        </p:nvSpPr>
        <p:spPr bwMode="white">
          <a:xfrm>
            <a:off x="457200" y="728261"/>
            <a:ext cx="11277600" cy="5401479"/>
          </a:xfrm>
          <a:prstGeom prst="rect">
            <a:avLst/>
          </a:prstGeom>
          <a:noFill/>
        </p:spPr>
        <p:txBody>
          <a:bodyPr wrap="square" rtlCol="0">
            <a:spAutoFit/>
          </a:bodyPr>
          <a:lstStyle/>
          <a:p>
            <a:pPr algn="ctr"/>
            <a:r>
              <a:rPr lang="en-US" sz="11500" b="1" dirty="0">
                <a:solidFill>
                  <a:schemeClr val="bg1"/>
                </a:solidFill>
              </a:rPr>
              <a:t>SPECIAL CONTENT</a:t>
            </a:r>
            <a:br>
              <a:rPr lang="en-US" sz="11500" b="1" dirty="0">
                <a:solidFill>
                  <a:schemeClr val="bg1"/>
                </a:solidFill>
              </a:rPr>
            </a:br>
            <a:r>
              <a:rPr lang="en-US" sz="11500" b="1" dirty="0">
                <a:solidFill>
                  <a:schemeClr val="bg1"/>
                </a:solidFill>
              </a:rPr>
              <a:t>LAYOUTS</a:t>
            </a:r>
          </a:p>
        </p:txBody>
      </p:sp>
    </p:spTree>
    <p:extLst>
      <p:ext uri="{BB962C8B-B14F-4D97-AF65-F5344CB8AC3E}">
        <p14:creationId xmlns:p14="http://schemas.microsoft.com/office/powerpoint/2010/main" val="195316882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imple Topic">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B866CBF-B47A-4A7C-9175-B33F2B638FC7}"/>
              </a:ext>
            </a:extLst>
          </p:cNvPr>
          <p:cNvSpPr>
            <a:spLocks noGrp="1"/>
          </p:cNvSpPr>
          <p:nvPr>
            <p:ph type="body" sz="quarter" idx="10" hasCustomPrompt="1"/>
          </p:nvPr>
        </p:nvSpPr>
        <p:spPr>
          <a:xfrm>
            <a:off x="660400" y="647700"/>
            <a:ext cx="9055100" cy="1392238"/>
          </a:xfrm>
        </p:spPr>
        <p:txBody>
          <a:bodyPr anchor="b" anchorCtr="0"/>
          <a:lstStyle>
            <a:lvl1pPr marL="0" indent="0">
              <a:buNone/>
              <a:defRPr sz="2400" cap="all" baseline="0"/>
            </a:lvl1pPr>
            <a:lvl2pPr marL="0" indent="0">
              <a:buNone/>
              <a:defRPr sz="2000"/>
            </a:lvl2pPr>
            <a:lvl3pPr marL="0" indent="0">
              <a:buNone/>
              <a:defRPr sz="2000"/>
            </a:lvl3pPr>
            <a:lvl4pPr marL="0" indent="0">
              <a:buNone/>
              <a:defRPr sz="2000"/>
            </a:lvl4pPr>
            <a:lvl5pPr marL="0" indent="0">
              <a:buNone/>
              <a:defRPr sz="2000"/>
            </a:lvl5pPr>
            <a:lvl6pPr marL="0" indent="0">
              <a:buNone/>
              <a:defRPr sz="2000"/>
            </a:lvl6pPr>
            <a:lvl7pPr marL="0" indent="0">
              <a:buNone/>
              <a:defRPr sz="2000"/>
            </a:lvl7pPr>
            <a:lvl8pPr marL="0" indent="0">
              <a:buNone/>
              <a:defRPr sz="2000"/>
            </a:lvl8pPr>
            <a:lvl9pPr marL="0" indent="0">
              <a:buNone/>
              <a:defRPr sz="2000"/>
            </a:lvl9pPr>
          </a:lstStyle>
          <a:p>
            <a:pPr lvl="0"/>
            <a:r>
              <a:rPr lang="en-US" dirty="0"/>
              <a:t>SELECT TO ADD TEXT</a:t>
            </a:r>
          </a:p>
        </p:txBody>
      </p:sp>
      <p:sp>
        <p:nvSpPr>
          <p:cNvPr id="2" name="Title 1">
            <a:extLst>
              <a:ext uri="{FF2B5EF4-FFF2-40B4-BE49-F238E27FC236}">
                <a16:creationId xmlns:a16="http://schemas.microsoft.com/office/drawing/2014/main" id="{A8A5D5DC-F314-4A45-8A35-7D19D3185AA7}"/>
              </a:ext>
            </a:extLst>
          </p:cNvPr>
          <p:cNvSpPr>
            <a:spLocks noGrp="1"/>
          </p:cNvSpPr>
          <p:nvPr>
            <p:ph type="title" hasCustomPrompt="1"/>
          </p:nvPr>
        </p:nvSpPr>
        <p:spPr>
          <a:xfrm>
            <a:off x="660401" y="2387600"/>
            <a:ext cx="9055099" cy="3822700"/>
          </a:xfrm>
        </p:spPr>
        <p:txBody>
          <a:bodyPr/>
          <a:lstStyle>
            <a:lvl1pPr>
              <a:spcAft>
                <a:spcPts val="2000"/>
              </a:spcAft>
              <a:defRPr sz="4000"/>
            </a:lvl1pPr>
          </a:lstStyle>
          <a:p>
            <a:r>
              <a:rPr lang="en-US"/>
              <a:t>Select to add main topic</a:t>
            </a:r>
          </a:p>
        </p:txBody>
      </p:sp>
    </p:spTree>
    <p:extLst>
      <p:ext uri="{BB962C8B-B14F-4D97-AF65-F5344CB8AC3E}">
        <p14:creationId xmlns:p14="http://schemas.microsoft.com/office/powerpoint/2010/main" val="19011391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Data Chart (Simple Topic)">
    <p:spTree>
      <p:nvGrpSpPr>
        <p:cNvPr id="1" name=""/>
        <p:cNvGrpSpPr/>
        <p:nvPr/>
      </p:nvGrpSpPr>
      <p:grpSpPr>
        <a:xfrm>
          <a:off x="0" y="0"/>
          <a:ext cx="0" cy="0"/>
          <a:chOff x="0" y="0"/>
          <a:chExt cx="0" cy="0"/>
        </a:xfrm>
      </p:grpSpPr>
      <p:sp>
        <p:nvSpPr>
          <p:cNvPr id="10" name="Chart Placeholder 9">
            <a:extLst>
              <a:ext uri="{FF2B5EF4-FFF2-40B4-BE49-F238E27FC236}">
                <a16:creationId xmlns:a16="http://schemas.microsoft.com/office/drawing/2014/main" id="{DDA7B0A7-E027-43D2-82F0-666D1ED40B8E}"/>
              </a:ext>
            </a:extLst>
          </p:cNvPr>
          <p:cNvSpPr>
            <a:spLocks noGrp="1"/>
          </p:cNvSpPr>
          <p:nvPr>
            <p:ph type="chart" sz="quarter" idx="11" hasCustomPrompt="1"/>
          </p:nvPr>
        </p:nvSpPr>
        <p:spPr>
          <a:xfrm>
            <a:off x="4562780" y="1343024"/>
            <a:ext cx="6360808" cy="4867275"/>
          </a:xfrm>
          <a:solidFill>
            <a:srgbClr val="C3D1DD"/>
          </a:solidFill>
        </p:spPr>
        <p:txBody>
          <a:bodyPr tIns="1298448"/>
          <a:lstStyle>
            <a:lvl1pPr algn="ctr">
              <a:buNone/>
              <a:defRPr/>
            </a:lvl1pPr>
          </a:lstStyle>
          <a:p>
            <a:r>
              <a:rPr lang="en-US" dirty="0"/>
              <a:t>Select icon below to insert chart</a:t>
            </a:r>
          </a:p>
        </p:txBody>
      </p:sp>
      <p:sp>
        <p:nvSpPr>
          <p:cNvPr id="8" name="Text Placeholder 7">
            <a:extLst>
              <a:ext uri="{FF2B5EF4-FFF2-40B4-BE49-F238E27FC236}">
                <a16:creationId xmlns:a16="http://schemas.microsoft.com/office/drawing/2014/main" id="{A2182E25-43B6-410B-8191-AF108984EA48}"/>
              </a:ext>
            </a:extLst>
          </p:cNvPr>
          <p:cNvSpPr>
            <a:spLocks noGrp="1"/>
          </p:cNvSpPr>
          <p:nvPr>
            <p:ph type="body" sz="quarter" idx="10" hasCustomPrompt="1"/>
          </p:nvPr>
        </p:nvSpPr>
        <p:spPr>
          <a:xfrm>
            <a:off x="660399" y="647700"/>
            <a:ext cx="3627439" cy="1392238"/>
          </a:xfrm>
        </p:spPr>
        <p:txBody>
          <a:bodyPr anchor="b" anchorCtr="0"/>
          <a:lstStyle>
            <a:lvl1pPr marL="0" indent="0">
              <a:buNone/>
              <a:defRPr sz="2400" cap="all" baseline="0"/>
            </a:lvl1pPr>
            <a:lvl2pPr marL="0" indent="0">
              <a:buNone/>
              <a:defRPr sz="2000"/>
            </a:lvl2pPr>
            <a:lvl3pPr marL="0" indent="0">
              <a:buNone/>
              <a:defRPr sz="2000"/>
            </a:lvl3pPr>
            <a:lvl4pPr marL="0" indent="0">
              <a:buNone/>
              <a:defRPr sz="2000"/>
            </a:lvl4pPr>
            <a:lvl5pPr marL="0" indent="0">
              <a:buNone/>
              <a:defRPr sz="2000"/>
            </a:lvl5pPr>
            <a:lvl6pPr marL="0" indent="0">
              <a:buNone/>
              <a:defRPr sz="2000"/>
            </a:lvl6pPr>
            <a:lvl7pPr marL="0" indent="0">
              <a:buNone/>
              <a:defRPr sz="2000"/>
            </a:lvl7pPr>
            <a:lvl8pPr marL="0" indent="0">
              <a:buNone/>
              <a:defRPr sz="2000"/>
            </a:lvl8pPr>
            <a:lvl9pPr marL="0" indent="0">
              <a:buNone/>
              <a:defRPr sz="2000"/>
            </a:lvl9pPr>
          </a:lstStyle>
          <a:p>
            <a:pPr lvl="0"/>
            <a:r>
              <a:rPr lang="en-US"/>
              <a:t>SELECT TO ADD TEXT</a:t>
            </a:r>
          </a:p>
        </p:txBody>
      </p:sp>
      <p:sp>
        <p:nvSpPr>
          <p:cNvPr id="2" name="Title 1">
            <a:extLst>
              <a:ext uri="{FF2B5EF4-FFF2-40B4-BE49-F238E27FC236}">
                <a16:creationId xmlns:a16="http://schemas.microsoft.com/office/drawing/2014/main" id="{2565FA18-431E-4136-A330-F151968A3A05}"/>
              </a:ext>
            </a:extLst>
          </p:cNvPr>
          <p:cNvSpPr>
            <a:spLocks noGrp="1"/>
          </p:cNvSpPr>
          <p:nvPr>
            <p:ph type="title" hasCustomPrompt="1"/>
          </p:nvPr>
        </p:nvSpPr>
        <p:spPr>
          <a:xfrm>
            <a:off x="660401" y="2387600"/>
            <a:ext cx="3627437" cy="3822700"/>
          </a:xfrm>
        </p:spPr>
        <p:txBody>
          <a:bodyPr/>
          <a:lstStyle>
            <a:lvl1pPr>
              <a:defRPr sz="4000"/>
            </a:lvl1pPr>
          </a:lstStyle>
          <a:p>
            <a:r>
              <a:rPr lang="en-US"/>
              <a:t>Select to add main point of the chart</a:t>
            </a:r>
          </a:p>
        </p:txBody>
      </p:sp>
    </p:spTree>
    <p:extLst>
      <p:ext uri="{BB962C8B-B14F-4D97-AF65-F5344CB8AC3E}">
        <p14:creationId xmlns:p14="http://schemas.microsoft.com/office/powerpoint/2010/main" val="22386696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ata Chart (Content)">
    <p:spTree>
      <p:nvGrpSpPr>
        <p:cNvPr id="1" name=""/>
        <p:cNvGrpSpPr/>
        <p:nvPr/>
      </p:nvGrpSpPr>
      <p:grpSpPr>
        <a:xfrm>
          <a:off x="0" y="0"/>
          <a:ext cx="0" cy="0"/>
          <a:chOff x="0" y="0"/>
          <a:chExt cx="0" cy="0"/>
        </a:xfrm>
      </p:grpSpPr>
      <p:sp>
        <p:nvSpPr>
          <p:cNvPr id="9" name="Chart Placeholder 8">
            <a:extLst>
              <a:ext uri="{FF2B5EF4-FFF2-40B4-BE49-F238E27FC236}">
                <a16:creationId xmlns:a16="http://schemas.microsoft.com/office/drawing/2014/main" id="{1E854BDA-6675-4516-A844-8E855A47A405}"/>
              </a:ext>
            </a:extLst>
          </p:cNvPr>
          <p:cNvSpPr>
            <a:spLocks noGrp="1"/>
          </p:cNvSpPr>
          <p:nvPr>
            <p:ph type="chart" sz="quarter" idx="11" hasCustomPrompt="1"/>
          </p:nvPr>
        </p:nvSpPr>
        <p:spPr>
          <a:xfrm>
            <a:off x="4562781" y="647700"/>
            <a:ext cx="6968816" cy="5562600"/>
          </a:xfrm>
          <a:solidFill>
            <a:srgbClr val="C3D1DD"/>
          </a:solidFill>
        </p:spPr>
        <p:txBody>
          <a:bodyPr tIns="1005840"/>
          <a:lstStyle>
            <a:lvl1pPr algn="ctr">
              <a:buNone/>
              <a:defRPr/>
            </a:lvl1pPr>
          </a:lstStyle>
          <a:p>
            <a:r>
              <a:rPr lang="en-US" dirty="0"/>
              <a:t>Select icon below to insert chart</a:t>
            </a:r>
          </a:p>
        </p:txBody>
      </p:sp>
      <p:sp>
        <p:nvSpPr>
          <p:cNvPr id="2" name="Title 1">
            <a:extLst>
              <a:ext uri="{FF2B5EF4-FFF2-40B4-BE49-F238E27FC236}">
                <a16:creationId xmlns:a16="http://schemas.microsoft.com/office/drawing/2014/main" id="{6BCF2268-BC88-466B-A7DC-70C6F533D2FA}"/>
              </a:ext>
            </a:extLst>
          </p:cNvPr>
          <p:cNvSpPr>
            <a:spLocks noGrp="1"/>
          </p:cNvSpPr>
          <p:nvPr>
            <p:ph type="title" hasCustomPrompt="1"/>
          </p:nvPr>
        </p:nvSpPr>
        <p:spPr>
          <a:xfrm>
            <a:off x="660401" y="582627"/>
            <a:ext cx="3627437" cy="1108061"/>
          </a:xfrm>
        </p:spPr>
        <p:txBody>
          <a:bodyPr/>
          <a:lstStyle>
            <a:lvl1pPr>
              <a:defRPr/>
            </a:lvl1pPr>
          </a:lstStyle>
          <a:p>
            <a:r>
              <a:rPr lang="en-US"/>
              <a:t>Slide title</a:t>
            </a:r>
          </a:p>
        </p:txBody>
      </p:sp>
      <p:sp>
        <p:nvSpPr>
          <p:cNvPr id="7" name="Text Placeholder 6">
            <a:extLst>
              <a:ext uri="{FF2B5EF4-FFF2-40B4-BE49-F238E27FC236}">
                <a16:creationId xmlns:a16="http://schemas.microsoft.com/office/drawing/2014/main" id="{8CCE9166-9190-48F9-AE60-F070BA88AA36}"/>
              </a:ext>
            </a:extLst>
          </p:cNvPr>
          <p:cNvSpPr>
            <a:spLocks noGrp="1"/>
          </p:cNvSpPr>
          <p:nvPr>
            <p:ph type="body" sz="quarter" idx="10" hasCustomPrompt="1"/>
          </p:nvPr>
        </p:nvSpPr>
        <p:spPr>
          <a:xfrm>
            <a:off x="660403" y="1602223"/>
            <a:ext cx="3627435" cy="4608077"/>
          </a:xfrm>
        </p:spPr>
        <p:txBody>
          <a:bodyPr/>
          <a:lstStyle>
            <a:lvl1pPr>
              <a:defRPr/>
            </a:lvl1pPr>
            <a:lvl5pPr>
              <a:defRPr/>
            </a:lvl5pPr>
            <a:lvl6pPr>
              <a:defRPr/>
            </a:lvl6pPr>
          </a:lstStyle>
          <a:p>
            <a:pPr lvl="0"/>
            <a:r>
              <a:rPr lang="en-US"/>
              <a:t>Select to add speaking points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22516204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Laptop Frame">
    <p:spTree>
      <p:nvGrpSpPr>
        <p:cNvPr id="1" name=""/>
        <p:cNvGrpSpPr/>
        <p:nvPr/>
      </p:nvGrpSpPr>
      <p:grpSpPr>
        <a:xfrm>
          <a:off x="0" y="0"/>
          <a:ext cx="0" cy="0"/>
          <a:chOff x="0" y="0"/>
          <a:chExt cx="0" cy="0"/>
        </a:xfrm>
      </p:grpSpPr>
      <p:pic>
        <p:nvPicPr>
          <p:cNvPr id="9" name="Laptop">
            <a:extLst>
              <a:ext uri="{FF2B5EF4-FFF2-40B4-BE49-F238E27FC236}">
                <a16:creationId xmlns:a16="http://schemas.microsoft.com/office/drawing/2014/main" id="{36D80C78-99CB-49C5-BA77-FBA1F9DCFB25}"/>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5304"/>
          <a:stretch/>
        </p:blipFill>
        <p:spPr>
          <a:xfrm>
            <a:off x="1277938" y="981220"/>
            <a:ext cx="10914062" cy="5646096"/>
          </a:xfrm>
          <a:prstGeom prst="rect">
            <a:avLst/>
          </a:prstGeom>
        </p:spPr>
      </p:pic>
      <p:sp>
        <p:nvSpPr>
          <p:cNvPr id="11" name="Picture Placeholder 10">
            <a:extLst>
              <a:ext uri="{FF2B5EF4-FFF2-40B4-BE49-F238E27FC236}">
                <a16:creationId xmlns:a16="http://schemas.microsoft.com/office/drawing/2014/main" id="{C5FAB16E-B8EF-400E-8D8D-9E3E27331F51}"/>
              </a:ext>
            </a:extLst>
          </p:cNvPr>
          <p:cNvSpPr>
            <a:spLocks noGrp="1"/>
          </p:cNvSpPr>
          <p:nvPr>
            <p:ph type="pic" sz="quarter" idx="10" hasCustomPrompt="1"/>
          </p:nvPr>
        </p:nvSpPr>
        <p:spPr>
          <a:xfrm>
            <a:off x="5206482" y="1403968"/>
            <a:ext cx="6985518" cy="3965510"/>
          </a:xfrm>
          <a:prstGeom prst="roundRect">
            <a:avLst>
              <a:gd name="adj" fmla="val 1608"/>
            </a:avLst>
          </a:prstGeom>
          <a:solidFill>
            <a:schemeClr val="bg1"/>
          </a:solidFill>
          <a:effectLst>
            <a:innerShdw blurRad="63500" dist="38100" dir="13500000">
              <a:schemeClr val="tx2">
                <a:alpha val="20000"/>
              </a:schemeClr>
            </a:innerShdw>
          </a:effectLst>
        </p:spPr>
        <p:txBody>
          <a:bodyPr tIns="1234440"/>
          <a:lstStyle>
            <a:lvl1pPr algn="ctr">
              <a:buNone/>
              <a:defRPr/>
            </a:lvl1pPr>
          </a:lstStyle>
          <a:p>
            <a:r>
              <a:rPr lang="en-US" dirty="0"/>
              <a:t>Select icon below to insert image</a:t>
            </a:r>
          </a:p>
        </p:txBody>
      </p:sp>
      <p:sp>
        <p:nvSpPr>
          <p:cNvPr id="2" name="Title 1">
            <a:extLst>
              <a:ext uri="{FF2B5EF4-FFF2-40B4-BE49-F238E27FC236}">
                <a16:creationId xmlns:a16="http://schemas.microsoft.com/office/drawing/2014/main" id="{72762F72-5109-402B-BC99-63D33224A190}"/>
              </a:ext>
            </a:extLst>
          </p:cNvPr>
          <p:cNvSpPr>
            <a:spLocks noGrp="1"/>
          </p:cNvSpPr>
          <p:nvPr>
            <p:ph type="title" hasCustomPrompt="1"/>
          </p:nvPr>
        </p:nvSpPr>
        <p:spPr>
          <a:xfrm>
            <a:off x="660402" y="582627"/>
            <a:ext cx="3627438" cy="1108061"/>
          </a:xfrm>
        </p:spPr>
        <p:txBody>
          <a:bodyPr/>
          <a:lstStyle>
            <a:lvl1pPr>
              <a:defRPr/>
            </a:lvl1pPr>
          </a:lstStyle>
          <a:p>
            <a:r>
              <a:rPr lang="en-US"/>
              <a:t>Slide title</a:t>
            </a:r>
          </a:p>
        </p:txBody>
      </p:sp>
      <p:sp>
        <p:nvSpPr>
          <p:cNvPr id="13" name="Text Placeholder 12">
            <a:extLst>
              <a:ext uri="{FF2B5EF4-FFF2-40B4-BE49-F238E27FC236}">
                <a16:creationId xmlns:a16="http://schemas.microsoft.com/office/drawing/2014/main" id="{8E7E999A-A378-433E-AEB4-9514759F90CB}"/>
              </a:ext>
            </a:extLst>
          </p:cNvPr>
          <p:cNvSpPr>
            <a:spLocks noGrp="1"/>
          </p:cNvSpPr>
          <p:nvPr>
            <p:ph type="body" sz="quarter" idx="11" hasCustomPrompt="1"/>
          </p:nvPr>
        </p:nvSpPr>
        <p:spPr>
          <a:xfrm>
            <a:off x="660403" y="1602223"/>
            <a:ext cx="3627435" cy="4608077"/>
          </a:xfrm>
        </p:spPr>
        <p:txBody>
          <a:bodyPr/>
          <a:lstStyle>
            <a:lvl1pPr>
              <a:defRPr/>
            </a:lvl1pPr>
            <a:lvl5pPr>
              <a:defRPr/>
            </a:lvl5pPr>
            <a:lvl6pPr>
              <a:defRPr/>
            </a:lvl6pPr>
          </a:lstStyle>
          <a:p>
            <a:pPr lvl="0"/>
            <a:r>
              <a:rPr lang="en-US"/>
              <a:t>Select to add speaking points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30221441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Laptop Frame (Simple Topic)">
    <p:spTree>
      <p:nvGrpSpPr>
        <p:cNvPr id="1" name=""/>
        <p:cNvGrpSpPr/>
        <p:nvPr/>
      </p:nvGrpSpPr>
      <p:grpSpPr>
        <a:xfrm>
          <a:off x="0" y="0"/>
          <a:ext cx="0" cy="0"/>
          <a:chOff x="0" y="0"/>
          <a:chExt cx="0" cy="0"/>
        </a:xfrm>
      </p:grpSpPr>
      <p:pic>
        <p:nvPicPr>
          <p:cNvPr id="3" name="Laptop">
            <a:extLst>
              <a:ext uri="{FF2B5EF4-FFF2-40B4-BE49-F238E27FC236}">
                <a16:creationId xmlns:a16="http://schemas.microsoft.com/office/drawing/2014/main" id="{9AFCA700-248C-C8A7-D911-3179E9C1E873}"/>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5304"/>
          <a:stretch/>
        </p:blipFill>
        <p:spPr>
          <a:xfrm>
            <a:off x="1277938" y="981220"/>
            <a:ext cx="10914062" cy="5646096"/>
          </a:xfrm>
          <a:prstGeom prst="rect">
            <a:avLst/>
          </a:prstGeom>
        </p:spPr>
      </p:pic>
      <p:sp>
        <p:nvSpPr>
          <p:cNvPr id="11" name="Picture Placeholder 10">
            <a:extLst>
              <a:ext uri="{FF2B5EF4-FFF2-40B4-BE49-F238E27FC236}">
                <a16:creationId xmlns:a16="http://schemas.microsoft.com/office/drawing/2014/main" id="{C5FAB16E-B8EF-400E-8D8D-9E3E27331F51}"/>
              </a:ext>
            </a:extLst>
          </p:cNvPr>
          <p:cNvSpPr>
            <a:spLocks noGrp="1"/>
          </p:cNvSpPr>
          <p:nvPr>
            <p:ph type="pic" sz="quarter" idx="10" hasCustomPrompt="1"/>
          </p:nvPr>
        </p:nvSpPr>
        <p:spPr>
          <a:xfrm>
            <a:off x="5206482" y="1403969"/>
            <a:ext cx="6985518" cy="3965510"/>
          </a:xfrm>
          <a:prstGeom prst="roundRect">
            <a:avLst>
              <a:gd name="adj" fmla="val 1608"/>
            </a:avLst>
          </a:prstGeom>
          <a:solidFill>
            <a:schemeClr val="bg1"/>
          </a:solidFill>
          <a:effectLst>
            <a:innerShdw blurRad="63500" dist="38100" dir="13500000">
              <a:schemeClr val="tx2">
                <a:alpha val="20000"/>
              </a:schemeClr>
            </a:innerShdw>
          </a:effectLst>
        </p:spPr>
        <p:txBody>
          <a:bodyPr tIns="1234440"/>
          <a:lstStyle>
            <a:lvl1pPr algn="ctr">
              <a:buNone/>
              <a:defRPr/>
            </a:lvl1pPr>
          </a:lstStyle>
          <a:p>
            <a:r>
              <a:rPr lang="en-US" dirty="0"/>
              <a:t>Select icon below to insert image</a:t>
            </a:r>
          </a:p>
        </p:txBody>
      </p:sp>
      <p:sp>
        <p:nvSpPr>
          <p:cNvPr id="13" name="Text Placeholder 12">
            <a:extLst>
              <a:ext uri="{FF2B5EF4-FFF2-40B4-BE49-F238E27FC236}">
                <a16:creationId xmlns:a16="http://schemas.microsoft.com/office/drawing/2014/main" id="{8E7E999A-A378-433E-AEB4-9514759F90CB}"/>
              </a:ext>
            </a:extLst>
          </p:cNvPr>
          <p:cNvSpPr>
            <a:spLocks noGrp="1"/>
          </p:cNvSpPr>
          <p:nvPr>
            <p:ph type="body" sz="quarter" idx="11" hasCustomPrompt="1"/>
          </p:nvPr>
        </p:nvSpPr>
        <p:spPr>
          <a:xfrm>
            <a:off x="660399" y="647700"/>
            <a:ext cx="3627439" cy="1392238"/>
          </a:xfrm>
        </p:spPr>
        <p:txBody>
          <a:bodyPr anchor="b" anchorCtr="0"/>
          <a:lstStyle>
            <a:lvl1pPr marL="0" indent="0">
              <a:buNone/>
              <a:defRPr sz="2400" cap="all" baseline="0"/>
            </a:lvl1pPr>
            <a:lvl2pPr marL="0" indent="0">
              <a:buNone/>
              <a:defRPr sz="2400"/>
            </a:lvl2pPr>
            <a:lvl3pPr marL="0" indent="0">
              <a:buNone/>
              <a:defRPr sz="2400"/>
            </a:lvl3pPr>
            <a:lvl4pPr marL="0" indent="0">
              <a:buNone/>
              <a:defRPr sz="2400"/>
            </a:lvl4pPr>
            <a:lvl5pPr marL="0" indent="0">
              <a:buNone/>
              <a:defRPr sz="2400"/>
            </a:lvl5pPr>
            <a:lvl6pPr marL="0" indent="0">
              <a:buNone/>
              <a:defRPr sz="2400"/>
            </a:lvl6pPr>
          </a:lstStyle>
          <a:p>
            <a:pPr lvl="0"/>
            <a:r>
              <a:rPr lang="en-US"/>
              <a:t>SELECT TO ADD TEXT</a:t>
            </a:r>
          </a:p>
        </p:txBody>
      </p:sp>
      <p:sp>
        <p:nvSpPr>
          <p:cNvPr id="2" name="Title 1">
            <a:extLst>
              <a:ext uri="{FF2B5EF4-FFF2-40B4-BE49-F238E27FC236}">
                <a16:creationId xmlns:a16="http://schemas.microsoft.com/office/drawing/2014/main" id="{72762F72-5109-402B-BC99-63D33224A190}"/>
              </a:ext>
            </a:extLst>
          </p:cNvPr>
          <p:cNvSpPr>
            <a:spLocks noGrp="1"/>
          </p:cNvSpPr>
          <p:nvPr>
            <p:ph type="title" hasCustomPrompt="1"/>
          </p:nvPr>
        </p:nvSpPr>
        <p:spPr>
          <a:xfrm>
            <a:off x="660401" y="2387600"/>
            <a:ext cx="3627437" cy="3822700"/>
          </a:xfrm>
        </p:spPr>
        <p:txBody>
          <a:bodyPr/>
          <a:lstStyle>
            <a:lvl1pPr>
              <a:defRPr/>
            </a:lvl1pPr>
          </a:lstStyle>
          <a:p>
            <a:r>
              <a:rPr lang="en-US" dirty="0"/>
              <a:t>Select to add main point of the slide</a:t>
            </a:r>
          </a:p>
        </p:txBody>
      </p:sp>
    </p:spTree>
    <p:extLst>
      <p:ext uri="{BB962C8B-B14F-4D97-AF65-F5344CB8AC3E}">
        <p14:creationId xmlns:p14="http://schemas.microsoft.com/office/powerpoint/2010/main" val="305815290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Monitor Frame">
    <p:spTree>
      <p:nvGrpSpPr>
        <p:cNvPr id="1" name=""/>
        <p:cNvGrpSpPr/>
        <p:nvPr/>
      </p:nvGrpSpPr>
      <p:grpSpPr>
        <a:xfrm>
          <a:off x="0" y="0"/>
          <a:ext cx="0" cy="0"/>
          <a:chOff x="0" y="0"/>
          <a:chExt cx="0" cy="0"/>
        </a:xfrm>
      </p:grpSpPr>
      <p:sp>
        <p:nvSpPr>
          <p:cNvPr id="5" name="Block_Watermark" hidden="1">
            <a:extLst>
              <a:ext uri="{FF2B5EF4-FFF2-40B4-BE49-F238E27FC236}">
                <a16:creationId xmlns:a16="http://schemas.microsoft.com/office/drawing/2014/main" id="{782A9415-F3B6-4EE8-833C-3EEB41627067}"/>
              </a:ext>
            </a:extLst>
          </p:cNvPr>
          <p:cNvSpPr/>
          <p:nvPr/>
        </p:nvSpPr>
        <p:spPr>
          <a:xfrm>
            <a:off x="11283885" y="6419654"/>
            <a:ext cx="537327" cy="1602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pic>
        <p:nvPicPr>
          <p:cNvPr id="3" name="Monitor">
            <a:extLst>
              <a:ext uri="{FF2B5EF4-FFF2-40B4-BE49-F238E27FC236}">
                <a16:creationId xmlns:a16="http://schemas.microsoft.com/office/drawing/2014/main" id="{BB39A138-A0A5-47CC-9418-828CAB171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602" y="178067"/>
            <a:ext cx="10818796" cy="6679933"/>
          </a:xfrm>
          <a:prstGeom prst="rect">
            <a:avLst/>
          </a:prstGeom>
        </p:spPr>
      </p:pic>
      <p:sp>
        <p:nvSpPr>
          <p:cNvPr id="9" name="Picture Placeholder 8">
            <a:extLst>
              <a:ext uri="{FF2B5EF4-FFF2-40B4-BE49-F238E27FC236}">
                <a16:creationId xmlns:a16="http://schemas.microsoft.com/office/drawing/2014/main" id="{E557CFEE-D4E2-42BA-AF0B-AEA9512E7355}"/>
              </a:ext>
            </a:extLst>
          </p:cNvPr>
          <p:cNvSpPr>
            <a:spLocks noGrp="1"/>
          </p:cNvSpPr>
          <p:nvPr>
            <p:ph type="pic" sz="quarter" idx="10" hasCustomPrompt="1"/>
          </p:nvPr>
        </p:nvSpPr>
        <p:spPr>
          <a:xfrm>
            <a:off x="1045369" y="539090"/>
            <a:ext cx="10103644" cy="5767388"/>
          </a:xfrm>
          <a:prstGeom prst="roundRect">
            <a:avLst>
              <a:gd name="adj" fmla="val 399"/>
            </a:avLst>
          </a:prstGeom>
          <a:solidFill>
            <a:schemeClr val="bg1"/>
          </a:solidFill>
          <a:effectLst>
            <a:innerShdw blurRad="63500" dist="50800" dir="13500000">
              <a:schemeClr val="tx2">
                <a:alpha val="33000"/>
              </a:schemeClr>
            </a:innerShdw>
          </a:effectLst>
        </p:spPr>
        <p:txBody>
          <a:bodyPr vert="horz" lIns="0" tIns="1901952" rIns="0" bIns="0" rtlCol="0" anchor="t" anchorCtr="1">
            <a:noAutofit/>
          </a:bodyPr>
          <a:lstStyle>
            <a:lvl1pPr marL="0" indent="0">
              <a:buNone/>
              <a:defRPr lang="en-US"/>
            </a:lvl1pPr>
          </a:lstStyle>
          <a:p>
            <a:pPr marL="342900" lvl="0" indent="-342900" algn="ctr"/>
            <a:r>
              <a:rPr lang="en-US" dirty="0"/>
              <a:t>Select icon below to insert image</a:t>
            </a:r>
          </a:p>
        </p:txBody>
      </p:sp>
      <p:sp>
        <p:nvSpPr>
          <p:cNvPr id="2" name="White_SEL_Confidential" hidden="1">
            <a:extLst>
              <a:ext uri="{FF2B5EF4-FFF2-40B4-BE49-F238E27FC236}">
                <a16:creationId xmlns:a16="http://schemas.microsoft.com/office/drawing/2014/main" id="{BEF8C58C-E4AA-0919-AC00-3B91FA8997E7}"/>
              </a:ext>
            </a:extLst>
          </p:cNvPr>
          <p:cNvSpPr txBox="1">
            <a:spLocks/>
          </p:cNvSpPr>
          <p:nvPr/>
        </p:nvSpPr>
        <p:spPr>
          <a:xfrm>
            <a:off x="10373889" y="643097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C3D1DD"/>
                </a:solidFill>
                <a:effectLst/>
                <a:uLnTx/>
                <a:uFillTx/>
                <a:cs typeface="Arial" panose="020B0604020202020204" pitchFamily="34" charset="0"/>
              </a:rPr>
              <a:t>SEL CONFIDENTIAL </a:t>
            </a:r>
            <a:endParaRPr kumimoji="0" lang="en-US" sz="900" b="0" i="0" u="none" strike="noStrike" kern="0" cap="none" spc="0" normalizeH="0" baseline="0" noProof="0" dirty="0">
              <a:ln>
                <a:noFill/>
              </a:ln>
              <a:solidFill>
                <a:srgbClr val="C3D1DD"/>
              </a:solidFill>
              <a:effectLst/>
              <a:uLnTx/>
              <a:uFillTx/>
            </a:endParaRPr>
          </a:p>
        </p:txBody>
      </p:sp>
    </p:spTree>
    <p:extLst>
      <p:ext uri="{BB962C8B-B14F-4D97-AF65-F5344CB8AC3E}">
        <p14:creationId xmlns:p14="http://schemas.microsoft.com/office/powerpoint/2010/main" val="290905341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ide Video (Vertica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429720-BB3C-83B5-B2A3-0D0D8EA1A069}"/>
              </a:ext>
            </a:extLst>
          </p:cNvPr>
          <p:cNvSpPr/>
          <p:nvPr/>
        </p:nvSpPr>
        <p:spPr>
          <a:xfrm>
            <a:off x="4287838" y="0"/>
            <a:ext cx="7904161" cy="6858000"/>
          </a:xfrm>
          <a:prstGeom prst="rect">
            <a:avLst/>
          </a:prstGeom>
          <a:solidFill>
            <a:srgbClr val="DEE6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5" name="Media Placeholder 4">
            <a:extLst>
              <a:ext uri="{FF2B5EF4-FFF2-40B4-BE49-F238E27FC236}">
                <a16:creationId xmlns:a16="http://schemas.microsoft.com/office/drawing/2014/main" id="{D1A839C1-8850-3891-D534-F612F1F74366}"/>
              </a:ext>
            </a:extLst>
          </p:cNvPr>
          <p:cNvSpPr>
            <a:spLocks noGrp="1"/>
          </p:cNvSpPr>
          <p:nvPr>
            <p:ph type="media" sz="quarter" idx="11" hasCustomPrompt="1"/>
          </p:nvPr>
        </p:nvSpPr>
        <p:spPr>
          <a:xfrm>
            <a:off x="6017925" y="6763"/>
            <a:ext cx="4443984" cy="6844473"/>
          </a:xfrm>
          <a:solidFill>
            <a:srgbClr val="C3D1DD"/>
          </a:solidFill>
        </p:spPr>
        <p:txBody>
          <a:bodyPr tIns="2286000"/>
          <a:lstStyle>
            <a:lvl1pPr marL="0" indent="0" algn="ctr">
              <a:buNone/>
              <a:defRPr/>
            </a:lvl1pPr>
          </a:lstStyle>
          <a:p>
            <a:r>
              <a:rPr lang="en-US" dirty="0"/>
              <a:t>Select icon to insert video</a:t>
            </a:r>
          </a:p>
        </p:txBody>
      </p:sp>
      <p:sp>
        <p:nvSpPr>
          <p:cNvPr id="4" name="Watermark_SEL_Confidential" hidden="1">
            <a:extLst>
              <a:ext uri="{FF2B5EF4-FFF2-40B4-BE49-F238E27FC236}">
                <a16:creationId xmlns:a16="http://schemas.microsoft.com/office/drawing/2014/main" id="{FE8D0E6D-3C12-8E08-214B-E75066031946}"/>
              </a:ext>
            </a:extLst>
          </p:cNvPr>
          <p:cNvSpPr txBox="1">
            <a:spLocks/>
          </p:cNvSpPr>
          <p:nvPr/>
        </p:nvSpPr>
        <p:spPr>
          <a:xfrm>
            <a:off x="10698611" y="643097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cs typeface="Arial" panose="020B0604020202020204" pitchFamily="34" charset="0"/>
              </a:rPr>
              <a:t>SEL CONFIDENTIAL </a:t>
            </a:r>
            <a:endParaRPr kumimoji="0" lang="en-US" sz="900" b="0" i="0" u="none" strike="noStrike" kern="0" cap="none" spc="0" normalizeH="0" baseline="0" noProof="0" dirty="0">
              <a:ln>
                <a:noFill/>
              </a:ln>
              <a:solidFill>
                <a:schemeClr val="tx1"/>
              </a:solidFill>
              <a:effectLst/>
              <a:uLnTx/>
              <a:uFillTx/>
            </a:endParaRPr>
          </a:p>
        </p:txBody>
      </p:sp>
      <p:sp>
        <p:nvSpPr>
          <p:cNvPr id="8" name="Text Placeholder 7">
            <a:extLst>
              <a:ext uri="{FF2B5EF4-FFF2-40B4-BE49-F238E27FC236}">
                <a16:creationId xmlns:a16="http://schemas.microsoft.com/office/drawing/2014/main" id="{A2182E25-43B6-410B-8191-AF108984EA48}"/>
              </a:ext>
            </a:extLst>
          </p:cNvPr>
          <p:cNvSpPr>
            <a:spLocks noGrp="1"/>
          </p:cNvSpPr>
          <p:nvPr>
            <p:ph type="body" sz="quarter" idx="10" hasCustomPrompt="1"/>
          </p:nvPr>
        </p:nvSpPr>
        <p:spPr>
          <a:xfrm>
            <a:off x="660399" y="647700"/>
            <a:ext cx="3022601" cy="1392238"/>
          </a:xfrm>
        </p:spPr>
        <p:txBody>
          <a:bodyPr anchor="b" anchorCtr="0"/>
          <a:lstStyle>
            <a:lvl1pPr marL="0" indent="0">
              <a:buNone/>
              <a:defRPr sz="2400" cap="all" baseline="0"/>
            </a:lvl1pPr>
            <a:lvl2pPr marL="0" indent="0">
              <a:buNone/>
              <a:defRPr sz="2000"/>
            </a:lvl2pPr>
            <a:lvl3pPr marL="0" indent="0">
              <a:buNone/>
              <a:defRPr sz="2000"/>
            </a:lvl3pPr>
            <a:lvl4pPr marL="0" indent="0">
              <a:buNone/>
              <a:defRPr sz="2000"/>
            </a:lvl4pPr>
            <a:lvl5pPr marL="0" indent="0">
              <a:buNone/>
              <a:defRPr sz="2000"/>
            </a:lvl5pPr>
            <a:lvl6pPr marL="0" indent="0">
              <a:buNone/>
              <a:defRPr sz="2000"/>
            </a:lvl6pPr>
            <a:lvl7pPr marL="0" indent="0">
              <a:buNone/>
              <a:defRPr sz="2000"/>
            </a:lvl7pPr>
            <a:lvl8pPr marL="0" indent="0">
              <a:buNone/>
              <a:defRPr sz="2000"/>
            </a:lvl8pPr>
            <a:lvl9pPr marL="0" indent="0">
              <a:buNone/>
              <a:defRPr sz="2000"/>
            </a:lvl9pPr>
          </a:lstStyle>
          <a:p>
            <a:pPr lvl="0"/>
            <a:r>
              <a:rPr lang="en-US" dirty="0"/>
              <a:t>Secondary text</a:t>
            </a:r>
          </a:p>
        </p:txBody>
      </p:sp>
      <p:sp>
        <p:nvSpPr>
          <p:cNvPr id="2" name="Title 1">
            <a:extLst>
              <a:ext uri="{FF2B5EF4-FFF2-40B4-BE49-F238E27FC236}">
                <a16:creationId xmlns:a16="http://schemas.microsoft.com/office/drawing/2014/main" id="{2565FA18-431E-4136-A330-F151968A3A05}"/>
              </a:ext>
            </a:extLst>
          </p:cNvPr>
          <p:cNvSpPr>
            <a:spLocks noGrp="1"/>
          </p:cNvSpPr>
          <p:nvPr>
            <p:ph type="title" hasCustomPrompt="1"/>
          </p:nvPr>
        </p:nvSpPr>
        <p:spPr>
          <a:xfrm>
            <a:off x="660401" y="2387600"/>
            <a:ext cx="3022599" cy="3822700"/>
          </a:xfrm>
        </p:spPr>
        <p:txBody>
          <a:bodyPr/>
          <a:lstStyle>
            <a:lvl1pPr>
              <a:defRPr sz="4000"/>
            </a:lvl1pPr>
          </a:lstStyle>
          <a:p>
            <a:r>
              <a:rPr lang="en-US" dirty="0"/>
              <a:t>Select to add title</a:t>
            </a:r>
          </a:p>
        </p:txBody>
      </p:sp>
    </p:spTree>
    <p:extLst>
      <p:ext uri="{BB962C8B-B14F-4D97-AF65-F5344CB8AC3E}">
        <p14:creationId xmlns:p14="http://schemas.microsoft.com/office/powerpoint/2010/main" val="42014666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ide Video (Horizonta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429720-BB3C-83B5-B2A3-0D0D8EA1A069}"/>
              </a:ext>
            </a:extLst>
          </p:cNvPr>
          <p:cNvSpPr/>
          <p:nvPr/>
        </p:nvSpPr>
        <p:spPr>
          <a:xfrm>
            <a:off x="6705600" y="0"/>
            <a:ext cx="5486400" cy="6858000"/>
          </a:xfrm>
          <a:prstGeom prst="rect">
            <a:avLst/>
          </a:prstGeom>
          <a:solidFill>
            <a:srgbClr val="DEE6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5" name="Media Placeholder 4">
            <a:extLst>
              <a:ext uri="{FF2B5EF4-FFF2-40B4-BE49-F238E27FC236}">
                <a16:creationId xmlns:a16="http://schemas.microsoft.com/office/drawing/2014/main" id="{D1A839C1-8850-3891-D534-F612F1F74366}"/>
              </a:ext>
            </a:extLst>
          </p:cNvPr>
          <p:cNvSpPr>
            <a:spLocks noGrp="1"/>
          </p:cNvSpPr>
          <p:nvPr>
            <p:ph type="media" sz="quarter" idx="11" hasCustomPrompt="1"/>
          </p:nvPr>
        </p:nvSpPr>
        <p:spPr>
          <a:xfrm>
            <a:off x="4287838" y="1211750"/>
            <a:ext cx="7904164" cy="4440294"/>
          </a:xfrm>
          <a:solidFill>
            <a:srgbClr val="C3D1DD"/>
          </a:solidFill>
        </p:spPr>
        <p:txBody>
          <a:bodyPr tIns="1097280"/>
          <a:lstStyle>
            <a:lvl1pPr marL="0" indent="0" algn="ctr">
              <a:buNone/>
              <a:defRPr/>
            </a:lvl1pPr>
          </a:lstStyle>
          <a:p>
            <a:r>
              <a:rPr lang="en-US" dirty="0"/>
              <a:t>Select icon below to insert video</a:t>
            </a:r>
          </a:p>
        </p:txBody>
      </p:sp>
      <p:sp>
        <p:nvSpPr>
          <p:cNvPr id="4" name="Watermark_SEL_Confidential" hidden="1">
            <a:extLst>
              <a:ext uri="{FF2B5EF4-FFF2-40B4-BE49-F238E27FC236}">
                <a16:creationId xmlns:a16="http://schemas.microsoft.com/office/drawing/2014/main" id="{0EF8ECE5-57B5-4572-87E7-05C1AE343974}"/>
              </a:ext>
            </a:extLst>
          </p:cNvPr>
          <p:cNvSpPr txBox="1">
            <a:spLocks/>
          </p:cNvSpPr>
          <p:nvPr/>
        </p:nvSpPr>
        <p:spPr>
          <a:xfrm>
            <a:off x="10698611" y="643097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cs typeface="Arial" panose="020B0604020202020204" pitchFamily="34" charset="0"/>
              </a:rPr>
              <a:t>SEL CONFIDENTIAL </a:t>
            </a:r>
            <a:endParaRPr kumimoji="0" lang="en-US" sz="900" b="0" i="0" u="none" strike="noStrike" kern="0" cap="none" spc="0" normalizeH="0" baseline="0" noProof="0" dirty="0">
              <a:ln>
                <a:noFill/>
              </a:ln>
              <a:solidFill>
                <a:schemeClr val="tx1"/>
              </a:solidFill>
              <a:effectLst/>
              <a:uLnTx/>
              <a:uFillTx/>
            </a:endParaRPr>
          </a:p>
        </p:txBody>
      </p:sp>
      <p:sp>
        <p:nvSpPr>
          <p:cNvPr id="8" name="Text Placeholder 7">
            <a:extLst>
              <a:ext uri="{FF2B5EF4-FFF2-40B4-BE49-F238E27FC236}">
                <a16:creationId xmlns:a16="http://schemas.microsoft.com/office/drawing/2014/main" id="{A2182E25-43B6-410B-8191-AF108984EA48}"/>
              </a:ext>
            </a:extLst>
          </p:cNvPr>
          <p:cNvSpPr>
            <a:spLocks noGrp="1"/>
          </p:cNvSpPr>
          <p:nvPr>
            <p:ph type="body" sz="quarter" idx="10" hasCustomPrompt="1"/>
          </p:nvPr>
        </p:nvSpPr>
        <p:spPr>
          <a:xfrm>
            <a:off x="660399" y="647700"/>
            <a:ext cx="3022601" cy="1392238"/>
          </a:xfrm>
        </p:spPr>
        <p:txBody>
          <a:bodyPr anchor="b" anchorCtr="0"/>
          <a:lstStyle>
            <a:lvl1pPr marL="0" indent="0">
              <a:buNone/>
              <a:defRPr sz="2400" cap="all" baseline="0"/>
            </a:lvl1pPr>
            <a:lvl2pPr marL="0" indent="0">
              <a:buNone/>
              <a:defRPr sz="2000"/>
            </a:lvl2pPr>
            <a:lvl3pPr marL="0" indent="0">
              <a:buNone/>
              <a:defRPr sz="2000"/>
            </a:lvl3pPr>
            <a:lvl4pPr marL="0" indent="0">
              <a:buNone/>
              <a:defRPr sz="2000"/>
            </a:lvl4pPr>
            <a:lvl5pPr marL="0" indent="0">
              <a:buNone/>
              <a:defRPr sz="2000"/>
            </a:lvl5pPr>
            <a:lvl6pPr marL="0" indent="0">
              <a:buNone/>
              <a:defRPr sz="2000"/>
            </a:lvl6pPr>
            <a:lvl7pPr marL="0" indent="0">
              <a:buNone/>
              <a:defRPr sz="2000"/>
            </a:lvl7pPr>
            <a:lvl8pPr marL="0" indent="0">
              <a:buNone/>
              <a:defRPr sz="2000"/>
            </a:lvl8pPr>
            <a:lvl9pPr marL="0" indent="0">
              <a:buNone/>
              <a:defRPr sz="2000"/>
            </a:lvl9pPr>
          </a:lstStyle>
          <a:p>
            <a:pPr lvl="0"/>
            <a:r>
              <a:rPr lang="en-US"/>
              <a:t>Secondary text</a:t>
            </a:r>
          </a:p>
        </p:txBody>
      </p:sp>
      <p:sp>
        <p:nvSpPr>
          <p:cNvPr id="2" name="Title 1">
            <a:extLst>
              <a:ext uri="{FF2B5EF4-FFF2-40B4-BE49-F238E27FC236}">
                <a16:creationId xmlns:a16="http://schemas.microsoft.com/office/drawing/2014/main" id="{2565FA18-431E-4136-A330-F151968A3A05}"/>
              </a:ext>
            </a:extLst>
          </p:cNvPr>
          <p:cNvSpPr>
            <a:spLocks noGrp="1"/>
          </p:cNvSpPr>
          <p:nvPr>
            <p:ph type="title" hasCustomPrompt="1"/>
          </p:nvPr>
        </p:nvSpPr>
        <p:spPr>
          <a:xfrm>
            <a:off x="660401" y="2387600"/>
            <a:ext cx="3022599" cy="3822700"/>
          </a:xfrm>
        </p:spPr>
        <p:txBody>
          <a:bodyPr/>
          <a:lstStyle>
            <a:lvl1pPr>
              <a:defRPr sz="4000"/>
            </a:lvl1pPr>
          </a:lstStyle>
          <a:p>
            <a:r>
              <a:rPr lang="en-US" dirty="0"/>
              <a:t>Select to add title</a:t>
            </a:r>
          </a:p>
        </p:txBody>
      </p:sp>
    </p:spTree>
    <p:extLst>
      <p:ext uri="{BB962C8B-B14F-4D97-AF65-F5344CB8AC3E}">
        <p14:creationId xmlns:p14="http://schemas.microsoft.com/office/powerpoint/2010/main" val="307324913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imple Topic and Conten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25D9E71-5637-1F62-72FF-713D091E87EC}"/>
              </a:ext>
            </a:extLst>
          </p:cNvPr>
          <p:cNvSpPr>
            <a:spLocks noGrp="1"/>
          </p:cNvSpPr>
          <p:nvPr>
            <p:ph type="body" sz="quarter" idx="10" hasCustomPrompt="1"/>
          </p:nvPr>
        </p:nvSpPr>
        <p:spPr>
          <a:xfrm>
            <a:off x="660399" y="566444"/>
            <a:ext cx="10868025" cy="767154"/>
          </a:xfrm>
        </p:spPr>
        <p:txBody>
          <a:bodyPr anchor="t"/>
          <a:lstStyle>
            <a:lvl1pPr marL="0" indent="0">
              <a:lnSpc>
                <a:spcPct val="110000"/>
              </a:lnSpc>
              <a:spcAft>
                <a:spcPts val="2000"/>
              </a:spcAft>
              <a:buNone/>
              <a:defRPr sz="2400" cap="all" baseline="0"/>
            </a:lvl1pPr>
            <a:lvl2pPr marL="0" indent="0">
              <a:lnSpc>
                <a:spcPct val="110000"/>
              </a:lnSpc>
              <a:spcAft>
                <a:spcPts val="2000"/>
              </a:spcAft>
              <a:buNone/>
              <a:defRPr sz="2400" cap="all" baseline="0"/>
            </a:lvl2pPr>
            <a:lvl3pPr marL="0" indent="0">
              <a:lnSpc>
                <a:spcPct val="110000"/>
              </a:lnSpc>
              <a:spcAft>
                <a:spcPts val="2000"/>
              </a:spcAft>
              <a:buNone/>
              <a:defRPr sz="2400" cap="all" baseline="0"/>
            </a:lvl3pPr>
            <a:lvl4pPr marL="0" indent="0">
              <a:lnSpc>
                <a:spcPct val="110000"/>
              </a:lnSpc>
              <a:spcAft>
                <a:spcPts val="2000"/>
              </a:spcAft>
              <a:buNone/>
              <a:defRPr sz="2400" cap="all" baseline="0"/>
            </a:lvl4pPr>
            <a:lvl5pPr marL="0" indent="0">
              <a:lnSpc>
                <a:spcPct val="110000"/>
              </a:lnSpc>
              <a:spcAft>
                <a:spcPts val="2000"/>
              </a:spcAft>
              <a:buNone/>
              <a:defRPr sz="2400" cap="all" baseline="0"/>
            </a:lvl5pPr>
            <a:lvl6pPr marL="0" indent="0">
              <a:lnSpc>
                <a:spcPct val="110000"/>
              </a:lnSpc>
              <a:spcAft>
                <a:spcPts val="2000"/>
              </a:spcAft>
              <a:buNone/>
              <a:defRPr sz="2400" cap="all" baseline="0"/>
            </a:lvl6pPr>
            <a:lvl7pPr marL="0" indent="0">
              <a:lnSpc>
                <a:spcPct val="110000"/>
              </a:lnSpc>
              <a:spcAft>
                <a:spcPts val="2000"/>
              </a:spcAft>
              <a:buNone/>
              <a:defRPr sz="2400" cap="all" baseline="0"/>
            </a:lvl7pPr>
            <a:lvl8pPr marL="0" indent="0">
              <a:lnSpc>
                <a:spcPct val="110000"/>
              </a:lnSpc>
              <a:spcAft>
                <a:spcPts val="2000"/>
              </a:spcAft>
              <a:buNone/>
              <a:defRPr sz="2400" cap="all" baseline="0"/>
            </a:lvl8pPr>
            <a:lvl9pPr marL="0" indent="0">
              <a:lnSpc>
                <a:spcPct val="110000"/>
              </a:lnSpc>
              <a:spcAft>
                <a:spcPts val="2000"/>
              </a:spcAft>
              <a:buNone/>
              <a:defRPr sz="2400" cap="all" baseline="0"/>
            </a:lvl9pPr>
          </a:lstStyle>
          <a:p>
            <a:pPr lvl="0"/>
            <a:r>
              <a:rPr lang="en-US" dirty="0"/>
              <a:t>Select to add text</a:t>
            </a:r>
          </a:p>
        </p:txBody>
      </p:sp>
      <p:sp>
        <p:nvSpPr>
          <p:cNvPr id="2" name="Title 1">
            <a:extLst>
              <a:ext uri="{FF2B5EF4-FFF2-40B4-BE49-F238E27FC236}">
                <a16:creationId xmlns:a16="http://schemas.microsoft.com/office/drawing/2014/main" id="{A7A4047A-CE2D-DECB-A6A8-AFF6C89CAE1D}"/>
              </a:ext>
            </a:extLst>
          </p:cNvPr>
          <p:cNvSpPr>
            <a:spLocks noGrp="1"/>
          </p:cNvSpPr>
          <p:nvPr>
            <p:ph type="title" hasCustomPrompt="1"/>
          </p:nvPr>
        </p:nvSpPr>
        <p:spPr>
          <a:xfrm>
            <a:off x="660401" y="1266645"/>
            <a:ext cx="10868023" cy="1111527"/>
          </a:xfrm>
        </p:spPr>
        <p:txBody>
          <a:bodyPr/>
          <a:lstStyle>
            <a:lvl1pPr>
              <a:defRPr/>
            </a:lvl1pPr>
          </a:lstStyle>
          <a:p>
            <a:r>
              <a:rPr lang="en-US" dirty="0"/>
              <a:t>Select to add slide title</a:t>
            </a:r>
          </a:p>
        </p:txBody>
      </p:sp>
      <p:sp>
        <p:nvSpPr>
          <p:cNvPr id="12" name="Content Placeholder 11">
            <a:extLst>
              <a:ext uri="{FF2B5EF4-FFF2-40B4-BE49-F238E27FC236}">
                <a16:creationId xmlns:a16="http://schemas.microsoft.com/office/drawing/2014/main" id="{79EA282F-1097-7C67-5F43-0E032781E534}"/>
              </a:ext>
            </a:extLst>
          </p:cNvPr>
          <p:cNvSpPr>
            <a:spLocks noGrp="1"/>
          </p:cNvSpPr>
          <p:nvPr>
            <p:ph sz="quarter" idx="11" hasCustomPrompt="1"/>
          </p:nvPr>
        </p:nvSpPr>
        <p:spPr>
          <a:xfrm>
            <a:off x="660400" y="2286243"/>
            <a:ext cx="10868023" cy="3924058"/>
          </a:xfrm>
        </p:spPr>
        <p:txBody>
          <a:bodyPr/>
          <a:lstStyle>
            <a:lvl1pPr>
              <a:defRPr/>
            </a:lvl1pPr>
            <a:lvl5pPr>
              <a:defRPr/>
            </a:lvl5pPr>
          </a:lstStyle>
          <a:p>
            <a:pPr lvl="0"/>
            <a:r>
              <a:rPr lang="en-US" dirty="0"/>
              <a:t>Select to add speaking points or choose an icon below</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296319453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ales Kit 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80969A9-C2F4-4D56-A6A3-03A31C79D6CD}"/>
              </a:ext>
            </a:extLst>
          </p:cNvPr>
          <p:cNvSpPr>
            <a:spLocks noGrp="1"/>
          </p:cNvSpPr>
          <p:nvPr>
            <p:ph type="pic" sz="quarter" idx="11" hasCustomPrompt="1"/>
          </p:nvPr>
        </p:nvSpPr>
        <p:spPr>
          <a:xfrm>
            <a:off x="6283453" y="457199"/>
            <a:ext cx="5248142" cy="2455255"/>
          </a:xfrm>
          <a:solidFill>
            <a:srgbClr val="C3D1DD"/>
          </a:solidFill>
        </p:spPr>
        <p:txBody>
          <a:bodyPr tIns="502920"/>
          <a:lstStyle>
            <a:lvl1pPr marL="0" indent="0" algn="ctr">
              <a:buNone/>
              <a:defRPr sz="2800"/>
            </a:lvl1pPr>
          </a:lstStyle>
          <a:p>
            <a:r>
              <a:rPr lang="en-US" dirty="0"/>
              <a:t>Product or solution photo</a:t>
            </a:r>
          </a:p>
        </p:txBody>
      </p:sp>
      <p:sp>
        <p:nvSpPr>
          <p:cNvPr id="18" name="Text Placeholder 17">
            <a:extLst>
              <a:ext uri="{FF2B5EF4-FFF2-40B4-BE49-F238E27FC236}">
                <a16:creationId xmlns:a16="http://schemas.microsoft.com/office/drawing/2014/main" id="{D08AF9EF-24B2-41A2-9E6C-2A901B42A36A}"/>
              </a:ext>
            </a:extLst>
          </p:cNvPr>
          <p:cNvSpPr>
            <a:spLocks noGrp="1"/>
          </p:cNvSpPr>
          <p:nvPr>
            <p:ph type="body" sz="quarter" idx="15" hasCustomPrompt="1"/>
          </p:nvPr>
        </p:nvSpPr>
        <p:spPr>
          <a:xfrm>
            <a:off x="6283453" y="4822824"/>
            <a:ext cx="5248142" cy="1349375"/>
          </a:xfrm>
        </p:spPr>
        <p:txBody>
          <a:bodyPr/>
          <a:lstStyle>
            <a:lvl1pPr marL="0" indent="0">
              <a:lnSpc>
                <a:spcPct val="100000"/>
              </a:lnSpc>
              <a:spcAft>
                <a:spcPts val="600"/>
              </a:spcAft>
              <a:buNone/>
              <a:defRPr sz="2400"/>
            </a:lvl1pPr>
            <a:lvl2pPr marL="0" indent="0">
              <a:lnSpc>
                <a:spcPct val="100000"/>
              </a:lnSpc>
              <a:spcAft>
                <a:spcPts val="600"/>
              </a:spcAft>
              <a:buNone/>
              <a:defRPr sz="2000"/>
            </a:lvl2pPr>
            <a:lvl3pPr marL="0" indent="0">
              <a:lnSpc>
                <a:spcPct val="100000"/>
              </a:lnSpc>
              <a:spcAft>
                <a:spcPts val="600"/>
              </a:spcAft>
              <a:buNone/>
              <a:defRPr sz="2000"/>
            </a:lvl3pPr>
            <a:lvl4pPr marL="0" indent="0">
              <a:lnSpc>
                <a:spcPct val="100000"/>
              </a:lnSpc>
              <a:spcAft>
                <a:spcPts val="600"/>
              </a:spcAft>
              <a:buNone/>
              <a:defRPr sz="2000"/>
            </a:lvl4pPr>
            <a:lvl5pPr marL="0" indent="0">
              <a:lnSpc>
                <a:spcPct val="100000"/>
              </a:lnSpc>
              <a:spcAft>
                <a:spcPts val="600"/>
              </a:spcAft>
              <a:buNone/>
              <a:defRPr sz="2000"/>
            </a:lvl5pPr>
            <a:lvl6pPr marL="0" indent="0">
              <a:lnSpc>
                <a:spcPct val="100000"/>
              </a:lnSpc>
              <a:spcAft>
                <a:spcPts val="600"/>
              </a:spcAft>
              <a:buNone/>
              <a:defRPr sz="2000"/>
            </a:lvl6pPr>
            <a:lvl7pPr marL="0" indent="0">
              <a:lnSpc>
                <a:spcPct val="100000"/>
              </a:lnSpc>
              <a:spcAft>
                <a:spcPts val="600"/>
              </a:spcAft>
              <a:buNone/>
              <a:defRPr sz="2000"/>
            </a:lvl7pPr>
            <a:lvl8pPr marL="0" indent="0">
              <a:lnSpc>
                <a:spcPct val="100000"/>
              </a:lnSpc>
              <a:spcAft>
                <a:spcPts val="600"/>
              </a:spcAft>
              <a:buNone/>
              <a:defRPr sz="2000"/>
            </a:lvl8pPr>
            <a:lvl9pPr marL="0" indent="0">
              <a:lnSpc>
                <a:spcPct val="100000"/>
              </a:lnSpc>
              <a:spcAft>
                <a:spcPts val="600"/>
              </a:spcAft>
              <a:buNone/>
              <a:defRPr sz="2000"/>
            </a:lvl9pPr>
          </a:lstStyle>
          <a:p>
            <a:pPr lvl="0"/>
            <a:r>
              <a:rPr lang="en-US"/>
              <a:t>Select to insert sentence describing key feature, capability, or selling point</a:t>
            </a:r>
          </a:p>
        </p:txBody>
      </p:sp>
      <p:sp>
        <p:nvSpPr>
          <p:cNvPr id="14" name="Text Placeholder 13">
            <a:extLst>
              <a:ext uri="{FF2B5EF4-FFF2-40B4-BE49-F238E27FC236}">
                <a16:creationId xmlns:a16="http://schemas.microsoft.com/office/drawing/2014/main" id="{8B67756F-D541-4434-8BB6-FC92BCBD1604}"/>
              </a:ext>
            </a:extLst>
          </p:cNvPr>
          <p:cNvSpPr>
            <a:spLocks noGrp="1"/>
          </p:cNvSpPr>
          <p:nvPr>
            <p:ph type="body" sz="quarter" idx="13" hasCustomPrompt="1"/>
          </p:nvPr>
        </p:nvSpPr>
        <p:spPr>
          <a:xfrm>
            <a:off x="660400" y="4822824"/>
            <a:ext cx="5255769" cy="1349375"/>
          </a:xfrm>
        </p:spPr>
        <p:txBody>
          <a:bodyPr/>
          <a:lstStyle>
            <a:lvl1pPr marL="0" indent="0">
              <a:lnSpc>
                <a:spcPct val="100000"/>
              </a:lnSpc>
              <a:spcAft>
                <a:spcPts val="600"/>
              </a:spcAft>
              <a:buNone/>
              <a:defRPr sz="2400"/>
            </a:lvl1pPr>
            <a:lvl2pPr marL="0" indent="0">
              <a:lnSpc>
                <a:spcPct val="100000"/>
              </a:lnSpc>
              <a:spcAft>
                <a:spcPts val="600"/>
              </a:spcAft>
              <a:buNone/>
              <a:defRPr sz="2000"/>
            </a:lvl2pPr>
            <a:lvl3pPr marL="0" indent="0">
              <a:lnSpc>
                <a:spcPct val="100000"/>
              </a:lnSpc>
              <a:spcAft>
                <a:spcPts val="600"/>
              </a:spcAft>
              <a:buNone/>
              <a:defRPr sz="2000"/>
            </a:lvl3pPr>
            <a:lvl4pPr marL="0" indent="0">
              <a:lnSpc>
                <a:spcPct val="100000"/>
              </a:lnSpc>
              <a:spcAft>
                <a:spcPts val="600"/>
              </a:spcAft>
              <a:buNone/>
              <a:defRPr sz="2000"/>
            </a:lvl4pPr>
            <a:lvl5pPr marL="0" indent="0">
              <a:lnSpc>
                <a:spcPct val="100000"/>
              </a:lnSpc>
              <a:spcAft>
                <a:spcPts val="600"/>
              </a:spcAft>
              <a:buNone/>
              <a:defRPr sz="2000"/>
            </a:lvl5pPr>
            <a:lvl6pPr marL="0" indent="0">
              <a:lnSpc>
                <a:spcPct val="100000"/>
              </a:lnSpc>
              <a:spcAft>
                <a:spcPts val="600"/>
              </a:spcAft>
              <a:buNone/>
              <a:defRPr sz="2000"/>
            </a:lvl6pPr>
            <a:lvl7pPr marL="0" indent="0">
              <a:lnSpc>
                <a:spcPct val="100000"/>
              </a:lnSpc>
              <a:spcAft>
                <a:spcPts val="600"/>
              </a:spcAft>
              <a:buNone/>
              <a:defRPr sz="2000"/>
            </a:lvl7pPr>
            <a:lvl8pPr marL="0" indent="0">
              <a:lnSpc>
                <a:spcPct val="100000"/>
              </a:lnSpc>
              <a:spcAft>
                <a:spcPts val="600"/>
              </a:spcAft>
              <a:buNone/>
              <a:defRPr sz="2000"/>
            </a:lvl8pPr>
            <a:lvl9pPr marL="0" indent="0">
              <a:lnSpc>
                <a:spcPct val="100000"/>
              </a:lnSpc>
              <a:spcAft>
                <a:spcPts val="600"/>
              </a:spcAft>
              <a:buNone/>
              <a:defRPr sz="2000"/>
            </a:lvl9pPr>
          </a:lstStyle>
          <a:p>
            <a:pPr lvl="0"/>
            <a:r>
              <a:rPr lang="en-US"/>
              <a:t>Select to insert sentence describing key feature, capability, or selling point</a:t>
            </a:r>
          </a:p>
        </p:txBody>
      </p:sp>
      <p:sp>
        <p:nvSpPr>
          <p:cNvPr id="16" name="Text Placeholder 15">
            <a:extLst>
              <a:ext uri="{FF2B5EF4-FFF2-40B4-BE49-F238E27FC236}">
                <a16:creationId xmlns:a16="http://schemas.microsoft.com/office/drawing/2014/main" id="{288582D9-A4FB-4205-8F50-778A069D7D8F}"/>
              </a:ext>
            </a:extLst>
          </p:cNvPr>
          <p:cNvSpPr>
            <a:spLocks noGrp="1"/>
          </p:cNvSpPr>
          <p:nvPr>
            <p:ph type="body" sz="quarter" idx="14" hasCustomPrompt="1"/>
          </p:nvPr>
        </p:nvSpPr>
        <p:spPr>
          <a:xfrm>
            <a:off x="6283452" y="3295961"/>
            <a:ext cx="5248143" cy="1179202"/>
          </a:xfrm>
        </p:spPr>
        <p:txBody>
          <a:bodyPr/>
          <a:lstStyle>
            <a:lvl1pPr marL="0" indent="0">
              <a:lnSpc>
                <a:spcPct val="100000"/>
              </a:lnSpc>
              <a:spcAft>
                <a:spcPts val="600"/>
              </a:spcAft>
              <a:buNone/>
              <a:defRPr sz="2400"/>
            </a:lvl1pPr>
            <a:lvl2pPr marL="0" indent="0">
              <a:lnSpc>
                <a:spcPct val="100000"/>
              </a:lnSpc>
              <a:spcAft>
                <a:spcPts val="600"/>
              </a:spcAft>
              <a:buNone/>
              <a:defRPr sz="2000"/>
            </a:lvl2pPr>
            <a:lvl3pPr marL="0" indent="0">
              <a:lnSpc>
                <a:spcPct val="100000"/>
              </a:lnSpc>
              <a:spcAft>
                <a:spcPts val="600"/>
              </a:spcAft>
              <a:buNone/>
              <a:defRPr sz="2000"/>
            </a:lvl3pPr>
            <a:lvl4pPr marL="0" indent="0">
              <a:lnSpc>
                <a:spcPct val="100000"/>
              </a:lnSpc>
              <a:spcAft>
                <a:spcPts val="600"/>
              </a:spcAft>
              <a:buNone/>
              <a:defRPr sz="2000"/>
            </a:lvl4pPr>
            <a:lvl5pPr marL="0" indent="0">
              <a:lnSpc>
                <a:spcPct val="100000"/>
              </a:lnSpc>
              <a:spcAft>
                <a:spcPts val="600"/>
              </a:spcAft>
              <a:buNone/>
              <a:defRPr sz="2000"/>
            </a:lvl5pPr>
            <a:lvl6pPr marL="0" indent="0">
              <a:lnSpc>
                <a:spcPct val="100000"/>
              </a:lnSpc>
              <a:spcAft>
                <a:spcPts val="600"/>
              </a:spcAft>
              <a:buNone/>
              <a:defRPr sz="2000"/>
            </a:lvl6pPr>
            <a:lvl7pPr marL="0" indent="0">
              <a:lnSpc>
                <a:spcPct val="100000"/>
              </a:lnSpc>
              <a:spcAft>
                <a:spcPts val="600"/>
              </a:spcAft>
              <a:buNone/>
              <a:defRPr sz="2000"/>
            </a:lvl7pPr>
            <a:lvl8pPr marL="0" indent="0">
              <a:lnSpc>
                <a:spcPct val="100000"/>
              </a:lnSpc>
              <a:spcAft>
                <a:spcPts val="600"/>
              </a:spcAft>
              <a:buNone/>
              <a:defRPr sz="2000"/>
            </a:lvl8pPr>
            <a:lvl9pPr marL="0" indent="0">
              <a:lnSpc>
                <a:spcPct val="100000"/>
              </a:lnSpc>
              <a:spcAft>
                <a:spcPts val="600"/>
              </a:spcAft>
              <a:buNone/>
              <a:defRPr sz="2000"/>
            </a:lvl9pPr>
          </a:lstStyle>
          <a:p>
            <a:pPr lvl="0"/>
            <a:r>
              <a:rPr lang="en-US"/>
              <a:t>Select to insert sentence describing key feature, capability, or selling point</a:t>
            </a:r>
          </a:p>
        </p:txBody>
      </p:sp>
      <p:sp>
        <p:nvSpPr>
          <p:cNvPr id="12" name="Text Placeholder 11">
            <a:extLst>
              <a:ext uri="{FF2B5EF4-FFF2-40B4-BE49-F238E27FC236}">
                <a16:creationId xmlns:a16="http://schemas.microsoft.com/office/drawing/2014/main" id="{156ACFBF-A227-425D-8AEA-799104BEB24C}"/>
              </a:ext>
            </a:extLst>
          </p:cNvPr>
          <p:cNvSpPr>
            <a:spLocks noGrp="1"/>
          </p:cNvSpPr>
          <p:nvPr>
            <p:ph type="body" sz="quarter" idx="12" hasCustomPrompt="1"/>
          </p:nvPr>
        </p:nvSpPr>
        <p:spPr>
          <a:xfrm>
            <a:off x="660400" y="3295961"/>
            <a:ext cx="5255769" cy="1179202"/>
          </a:xfrm>
        </p:spPr>
        <p:txBody>
          <a:bodyPr/>
          <a:lstStyle>
            <a:lvl1pPr marL="0" indent="0">
              <a:lnSpc>
                <a:spcPct val="100000"/>
              </a:lnSpc>
              <a:spcAft>
                <a:spcPts val="600"/>
              </a:spcAft>
              <a:buNone/>
              <a:defRPr sz="2400"/>
            </a:lvl1pPr>
            <a:lvl2pPr marL="0" indent="0">
              <a:lnSpc>
                <a:spcPct val="100000"/>
              </a:lnSpc>
              <a:spcAft>
                <a:spcPts val="600"/>
              </a:spcAft>
              <a:buNone/>
              <a:defRPr sz="2000"/>
            </a:lvl2pPr>
            <a:lvl3pPr marL="0" indent="0">
              <a:lnSpc>
                <a:spcPct val="100000"/>
              </a:lnSpc>
              <a:spcAft>
                <a:spcPts val="600"/>
              </a:spcAft>
              <a:buNone/>
              <a:defRPr sz="2000"/>
            </a:lvl3pPr>
            <a:lvl4pPr marL="0" indent="0">
              <a:lnSpc>
                <a:spcPct val="100000"/>
              </a:lnSpc>
              <a:spcAft>
                <a:spcPts val="600"/>
              </a:spcAft>
              <a:buNone/>
              <a:defRPr sz="2000"/>
            </a:lvl4pPr>
            <a:lvl5pPr marL="0" indent="0">
              <a:lnSpc>
                <a:spcPct val="100000"/>
              </a:lnSpc>
              <a:spcAft>
                <a:spcPts val="600"/>
              </a:spcAft>
              <a:buNone/>
              <a:defRPr sz="2000"/>
            </a:lvl5pPr>
            <a:lvl6pPr marL="0" indent="0">
              <a:lnSpc>
                <a:spcPct val="100000"/>
              </a:lnSpc>
              <a:spcAft>
                <a:spcPts val="600"/>
              </a:spcAft>
              <a:buNone/>
              <a:defRPr sz="2000"/>
            </a:lvl6pPr>
            <a:lvl7pPr marL="0" indent="0">
              <a:lnSpc>
                <a:spcPct val="100000"/>
              </a:lnSpc>
              <a:spcAft>
                <a:spcPts val="600"/>
              </a:spcAft>
              <a:buNone/>
              <a:defRPr sz="2000"/>
            </a:lvl7pPr>
            <a:lvl8pPr marL="0" indent="0">
              <a:lnSpc>
                <a:spcPct val="100000"/>
              </a:lnSpc>
              <a:spcAft>
                <a:spcPts val="600"/>
              </a:spcAft>
              <a:buNone/>
              <a:defRPr sz="2000"/>
            </a:lvl8pPr>
            <a:lvl9pPr marL="0" indent="0">
              <a:lnSpc>
                <a:spcPct val="100000"/>
              </a:lnSpc>
              <a:spcAft>
                <a:spcPts val="600"/>
              </a:spcAft>
              <a:buNone/>
              <a:defRPr sz="2000"/>
            </a:lvl9pPr>
          </a:lstStyle>
          <a:p>
            <a:pPr lvl="0"/>
            <a:r>
              <a:rPr lang="en-US"/>
              <a:t>Select to insert sentence describing key feature, capability, or selling point</a:t>
            </a:r>
          </a:p>
        </p:txBody>
      </p:sp>
      <p:cxnSp>
        <p:nvCxnSpPr>
          <p:cNvPr id="17" name="Straight Connector 16">
            <a:extLst>
              <a:ext uri="{FF2B5EF4-FFF2-40B4-BE49-F238E27FC236}">
                <a16:creationId xmlns:a16="http://schemas.microsoft.com/office/drawing/2014/main" id="{2EFB6B8C-0DEE-44F6-BB78-B60A9DC42392}"/>
              </a:ext>
            </a:extLst>
          </p:cNvPr>
          <p:cNvCxnSpPr>
            <a:cxnSpLocks/>
          </p:cNvCxnSpPr>
          <p:nvPr/>
        </p:nvCxnSpPr>
        <p:spPr>
          <a:xfrm>
            <a:off x="6096000" y="3086100"/>
            <a:ext cx="0" cy="3086100"/>
          </a:xfrm>
          <a:prstGeom prst="line">
            <a:avLst/>
          </a:prstGeom>
          <a:ln w="12700" cap="flat">
            <a:solidFill>
              <a:schemeClr val="accent1"/>
            </a:solidFill>
            <a:miter lim="800000"/>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DB2BD7C-EF56-4094-BE53-20DFBC871EF6}"/>
              </a:ext>
            </a:extLst>
          </p:cNvPr>
          <p:cNvCxnSpPr>
            <a:cxnSpLocks/>
          </p:cNvCxnSpPr>
          <p:nvPr/>
        </p:nvCxnSpPr>
        <p:spPr>
          <a:xfrm>
            <a:off x="678180" y="4629150"/>
            <a:ext cx="10835641" cy="0"/>
          </a:xfrm>
          <a:prstGeom prst="line">
            <a:avLst/>
          </a:prstGeom>
          <a:ln w="12700" cap="flat">
            <a:solidFill>
              <a:schemeClr val="accent1"/>
            </a:solidFill>
            <a:miter lim="800000"/>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3912310-56F5-4EA2-AD6D-7A4E74FEC1FE}"/>
              </a:ext>
            </a:extLst>
          </p:cNvPr>
          <p:cNvCxnSpPr>
            <a:cxnSpLocks/>
          </p:cNvCxnSpPr>
          <p:nvPr/>
        </p:nvCxnSpPr>
        <p:spPr>
          <a:xfrm>
            <a:off x="678180" y="3086100"/>
            <a:ext cx="10835641" cy="0"/>
          </a:xfrm>
          <a:prstGeom prst="line">
            <a:avLst/>
          </a:prstGeom>
          <a:ln w="12700" cap="flat">
            <a:solidFill>
              <a:schemeClr val="tx1"/>
            </a:solidFill>
            <a:miter lim="800000"/>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C18FA812-3C8D-412A-8368-A8E3D7C4A2C9}"/>
              </a:ext>
            </a:extLst>
          </p:cNvPr>
          <p:cNvSpPr>
            <a:spLocks noGrp="1"/>
          </p:cNvSpPr>
          <p:nvPr>
            <p:ph type="body" sz="quarter" idx="10" hasCustomPrompt="1"/>
          </p:nvPr>
        </p:nvSpPr>
        <p:spPr>
          <a:xfrm>
            <a:off x="660400" y="1594132"/>
            <a:ext cx="5248148" cy="1318320"/>
          </a:xfrm>
        </p:spPr>
        <p:txBody>
          <a:bodyPr/>
          <a:lstStyle>
            <a:lvl1pPr marL="0" indent="0">
              <a:buNone/>
              <a:defRPr sz="3000">
                <a:solidFill>
                  <a:schemeClr val="accent1"/>
                </a:solidFill>
                <a:effectLst/>
                <a:latin typeface="+mn-lt"/>
              </a:defRPr>
            </a:lvl1pPr>
            <a:lvl2pPr marL="0" indent="0">
              <a:buNone/>
              <a:defRPr sz="3000">
                <a:solidFill>
                  <a:schemeClr val="accent1"/>
                </a:solidFill>
                <a:effectLst/>
                <a:latin typeface="+mn-lt"/>
              </a:defRPr>
            </a:lvl2pPr>
            <a:lvl3pPr marL="0" indent="0">
              <a:buNone/>
              <a:defRPr sz="3000">
                <a:solidFill>
                  <a:schemeClr val="accent1"/>
                </a:solidFill>
                <a:effectLst/>
                <a:latin typeface="+mn-lt"/>
              </a:defRPr>
            </a:lvl3pPr>
            <a:lvl4pPr marL="0" indent="0">
              <a:buNone/>
              <a:defRPr sz="3000">
                <a:solidFill>
                  <a:schemeClr val="accent1"/>
                </a:solidFill>
                <a:effectLst/>
                <a:latin typeface="+mn-lt"/>
              </a:defRPr>
            </a:lvl4pPr>
            <a:lvl5pPr marL="0" indent="0">
              <a:buNone/>
              <a:defRPr sz="3000">
                <a:solidFill>
                  <a:schemeClr val="accent1"/>
                </a:solidFill>
                <a:effectLst/>
                <a:latin typeface="+mn-lt"/>
              </a:defRPr>
            </a:lvl5pPr>
            <a:lvl6pPr marL="0" indent="0">
              <a:buNone/>
              <a:defRPr sz="3000">
                <a:solidFill>
                  <a:schemeClr val="accent1"/>
                </a:solidFill>
                <a:effectLst/>
                <a:latin typeface="+mn-lt"/>
              </a:defRPr>
            </a:lvl6pPr>
            <a:lvl7pPr marL="0" indent="0">
              <a:buNone/>
              <a:defRPr sz="3000">
                <a:solidFill>
                  <a:schemeClr val="accent1"/>
                </a:solidFill>
                <a:effectLst/>
                <a:latin typeface="+mn-lt"/>
              </a:defRPr>
            </a:lvl7pPr>
            <a:lvl8pPr marL="0" indent="0">
              <a:buNone/>
              <a:defRPr sz="3000">
                <a:solidFill>
                  <a:schemeClr val="accent1"/>
                </a:solidFill>
                <a:effectLst/>
                <a:latin typeface="+mn-lt"/>
              </a:defRPr>
            </a:lvl8pPr>
            <a:lvl9pPr marL="0" indent="0">
              <a:buNone/>
              <a:defRPr sz="3000">
                <a:solidFill>
                  <a:schemeClr val="accent1"/>
                </a:solidFill>
                <a:effectLst/>
                <a:latin typeface="+mn-lt"/>
              </a:defRPr>
            </a:lvl9pPr>
          </a:lstStyle>
          <a:p>
            <a:pPr lvl="0"/>
            <a:r>
              <a:rPr lang="en-US"/>
              <a:t>Product or solution name</a:t>
            </a:r>
          </a:p>
        </p:txBody>
      </p:sp>
      <p:sp>
        <p:nvSpPr>
          <p:cNvPr id="2" name="Title 1">
            <a:extLst>
              <a:ext uri="{FF2B5EF4-FFF2-40B4-BE49-F238E27FC236}">
                <a16:creationId xmlns:a16="http://schemas.microsoft.com/office/drawing/2014/main" id="{BB95DA7F-A636-413E-BC47-643850DADBDC}"/>
              </a:ext>
            </a:extLst>
          </p:cNvPr>
          <p:cNvSpPr>
            <a:spLocks noGrp="1"/>
          </p:cNvSpPr>
          <p:nvPr>
            <p:ph type="title" hasCustomPrompt="1"/>
          </p:nvPr>
        </p:nvSpPr>
        <p:spPr>
          <a:xfrm>
            <a:off x="660402" y="582627"/>
            <a:ext cx="5255768" cy="1108061"/>
          </a:xfrm>
        </p:spPr>
        <p:txBody>
          <a:bodyPr/>
          <a:lstStyle>
            <a:lvl1pPr>
              <a:defRPr sz="4000"/>
            </a:lvl1pPr>
          </a:lstStyle>
          <a:p>
            <a:r>
              <a:rPr lang="en-US"/>
              <a:t>SEL-####</a:t>
            </a:r>
          </a:p>
        </p:txBody>
      </p:sp>
    </p:spTree>
    <p:extLst>
      <p:ext uri="{BB962C8B-B14F-4D97-AF65-F5344CB8AC3E}">
        <p14:creationId xmlns:p14="http://schemas.microsoft.com/office/powerpoint/2010/main" val="323151466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___  ">
    <p:bg bwMode="gray">
      <p:bgPr>
        <a:solidFill>
          <a:schemeClr val="tx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29A41B-A0C6-4AFA-A09F-B7FE90377196}"/>
              </a:ext>
            </a:extLst>
          </p:cNvPr>
          <p:cNvSpPr txBox="1">
            <a:spLocks/>
          </p:cNvSpPr>
          <p:nvPr/>
        </p:nvSpPr>
        <p:spPr bwMode="white">
          <a:xfrm>
            <a:off x="457200" y="728261"/>
            <a:ext cx="11277600" cy="5401479"/>
          </a:xfrm>
          <a:prstGeom prst="rect">
            <a:avLst/>
          </a:prstGeom>
          <a:noFill/>
        </p:spPr>
        <p:txBody>
          <a:bodyPr wrap="square" rtlCol="0">
            <a:spAutoFit/>
          </a:bodyPr>
          <a:lstStyle/>
          <a:p>
            <a:pPr algn="ctr"/>
            <a:r>
              <a:rPr lang="en-US" sz="11500" b="1" dirty="0">
                <a:solidFill>
                  <a:schemeClr val="bg1"/>
                </a:solidFill>
              </a:rPr>
              <a:t>FINAL </a:t>
            </a:r>
            <a:br>
              <a:rPr lang="en-US" sz="11500" b="1" dirty="0">
                <a:solidFill>
                  <a:schemeClr val="bg1"/>
                </a:solidFill>
              </a:rPr>
            </a:br>
            <a:r>
              <a:rPr lang="en-US" sz="11500" b="1" dirty="0">
                <a:solidFill>
                  <a:schemeClr val="bg1"/>
                </a:solidFill>
              </a:rPr>
              <a:t>SLIDE LAYOUTS</a:t>
            </a:r>
          </a:p>
        </p:txBody>
      </p:sp>
    </p:spTree>
    <p:extLst>
      <p:ext uri="{BB962C8B-B14F-4D97-AF65-F5344CB8AC3E}">
        <p14:creationId xmlns:p14="http://schemas.microsoft.com/office/powerpoint/2010/main" val="180929570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9751396-635D-4167-BB10-566622DBE23A}"/>
              </a:ext>
            </a:extLst>
          </p:cNvPr>
          <p:cNvSpPr>
            <a:spLocks/>
          </p:cNvSpPr>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White_SEL_Confidential" hidden="1">
            <a:extLst>
              <a:ext uri="{FF2B5EF4-FFF2-40B4-BE49-F238E27FC236}">
                <a16:creationId xmlns:a16="http://schemas.microsoft.com/office/drawing/2014/main" id="{03D8D29B-6578-E5FE-E406-17B72F8E1FEF}"/>
              </a:ext>
            </a:extLst>
          </p:cNvPr>
          <p:cNvSpPr txBox="1">
            <a:spLocks/>
          </p:cNvSpPr>
          <p:nvPr/>
        </p:nvSpPr>
        <p:spPr>
          <a:xfrm>
            <a:off x="10698611" y="643097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cs typeface="Arial" panose="020B0604020202020204" pitchFamily="34" charset="0"/>
              </a:rPr>
              <a:t>SEL CONFIDENTIAL </a:t>
            </a:r>
            <a:endParaRPr kumimoji="0" lang="en-US" sz="900" b="0" i="0" u="none" strike="noStrike" kern="0" cap="none" spc="0" normalizeH="0" baseline="0" noProof="0" dirty="0">
              <a:ln>
                <a:noFill/>
              </a:ln>
              <a:solidFill>
                <a:schemeClr val="bg1"/>
              </a:solidFill>
              <a:effectLst/>
              <a:uLnTx/>
              <a:uFillTx/>
            </a:endParaRPr>
          </a:p>
        </p:txBody>
      </p:sp>
      <p:sp>
        <p:nvSpPr>
          <p:cNvPr id="10" name="Thank_You">
            <a:extLst>
              <a:ext uri="{FF2B5EF4-FFF2-40B4-BE49-F238E27FC236}">
                <a16:creationId xmlns:a16="http://schemas.microsoft.com/office/drawing/2014/main" id="{C38A7F37-67CD-4574-A4D2-E78AF0A5BD8D}"/>
              </a:ext>
            </a:extLst>
          </p:cNvPr>
          <p:cNvSpPr txBox="1"/>
          <p:nvPr/>
        </p:nvSpPr>
        <p:spPr>
          <a:xfrm>
            <a:off x="660400" y="2883640"/>
            <a:ext cx="3035300" cy="782053"/>
          </a:xfrm>
          <a:prstGeom prst="rect">
            <a:avLst/>
          </a:prstGeom>
          <a:noFill/>
        </p:spPr>
        <p:txBody>
          <a:bodyPr wrap="square" lIns="0" tIns="0" rIns="45720" bIns="45720" rtlCol="0">
            <a:noAutofit/>
          </a:bodyPr>
          <a:lstStyle/>
          <a:p>
            <a:pPr algn="l">
              <a:lnSpc>
                <a:spcPct val="110000"/>
              </a:lnSpc>
              <a:spcAft>
                <a:spcPts val="2000"/>
              </a:spcAft>
            </a:pPr>
            <a:r>
              <a:rPr lang="en-US" sz="4400" b="1" dirty="0"/>
              <a:t>Thank you</a:t>
            </a:r>
          </a:p>
        </p:txBody>
      </p:sp>
    </p:spTree>
    <p:extLst>
      <p:ext uri="{BB962C8B-B14F-4D97-AF65-F5344CB8AC3E}">
        <p14:creationId xmlns:p14="http://schemas.microsoft.com/office/powerpoint/2010/main" val="314062532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hank You (Pictur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6D64C522-CE42-4ACC-9792-BB07ACC85119}"/>
              </a:ext>
            </a:extLst>
          </p:cNvPr>
          <p:cNvSpPr>
            <a:spLocks noGrp="1"/>
          </p:cNvSpPr>
          <p:nvPr>
            <p:ph type="pic" sz="quarter" idx="10" hasCustomPrompt="1"/>
          </p:nvPr>
        </p:nvSpPr>
        <p:spPr>
          <a:xfrm>
            <a:off x="4287838" y="647700"/>
            <a:ext cx="7904161" cy="5556583"/>
          </a:xfrm>
          <a:solidFill>
            <a:srgbClr val="C3D1DD"/>
          </a:solidFill>
        </p:spPr>
        <p:txBody>
          <a:bodyPr tIns="941832"/>
          <a:lstStyle>
            <a:lvl1pPr marL="0" indent="0" algn="ctr">
              <a:buNone/>
              <a:defRPr/>
            </a:lvl1pPr>
          </a:lstStyle>
          <a:p>
            <a:r>
              <a:rPr lang="en-US" dirty="0"/>
              <a:t>Select icon below to insert image</a:t>
            </a:r>
          </a:p>
        </p:txBody>
      </p:sp>
      <p:sp>
        <p:nvSpPr>
          <p:cNvPr id="9" name="Thank_You">
            <a:extLst>
              <a:ext uri="{FF2B5EF4-FFF2-40B4-BE49-F238E27FC236}">
                <a16:creationId xmlns:a16="http://schemas.microsoft.com/office/drawing/2014/main" id="{D0A6CD21-33C2-4AD6-9A4C-CD303F9C0278}"/>
              </a:ext>
            </a:extLst>
          </p:cNvPr>
          <p:cNvSpPr txBox="1"/>
          <p:nvPr/>
        </p:nvSpPr>
        <p:spPr>
          <a:xfrm>
            <a:off x="660400" y="2883640"/>
            <a:ext cx="3035300" cy="782053"/>
          </a:xfrm>
          <a:prstGeom prst="rect">
            <a:avLst/>
          </a:prstGeom>
          <a:noFill/>
        </p:spPr>
        <p:txBody>
          <a:bodyPr wrap="square" lIns="0" tIns="0" rIns="45720" bIns="45720" rtlCol="0">
            <a:noAutofit/>
          </a:bodyPr>
          <a:lstStyle/>
          <a:p>
            <a:pPr algn="l">
              <a:lnSpc>
                <a:spcPct val="110000"/>
              </a:lnSpc>
              <a:spcAft>
                <a:spcPts val="2000"/>
              </a:spcAft>
            </a:pPr>
            <a:r>
              <a:rPr lang="en-US" sz="4400" b="1" dirty="0"/>
              <a:t>Thank you</a:t>
            </a:r>
          </a:p>
        </p:txBody>
      </p:sp>
    </p:spTree>
    <p:extLst>
      <p:ext uri="{BB962C8B-B14F-4D97-AF65-F5344CB8AC3E}">
        <p14:creationId xmlns:p14="http://schemas.microsoft.com/office/powerpoint/2010/main" val="130937319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hank You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9FD140-D023-EA9E-AE6C-F03DDA1C80C4}"/>
              </a:ext>
            </a:extLst>
          </p:cNvPr>
          <p:cNvSpPr>
            <a:spLocks/>
          </p:cNvSpPr>
          <p:nvPr/>
        </p:nvSpPr>
        <p:spPr>
          <a:xfrm>
            <a:off x="0" y="0"/>
            <a:ext cx="428783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Picture Placeholder 6">
            <a:extLst>
              <a:ext uri="{FF2B5EF4-FFF2-40B4-BE49-F238E27FC236}">
                <a16:creationId xmlns:a16="http://schemas.microsoft.com/office/drawing/2014/main" id="{6D64C522-CE42-4ACC-9792-BB07ACC85119}"/>
              </a:ext>
            </a:extLst>
          </p:cNvPr>
          <p:cNvSpPr>
            <a:spLocks noGrp="1"/>
          </p:cNvSpPr>
          <p:nvPr>
            <p:ph type="pic" sz="quarter" idx="10" hasCustomPrompt="1"/>
          </p:nvPr>
        </p:nvSpPr>
        <p:spPr>
          <a:xfrm>
            <a:off x="4891088" y="995363"/>
            <a:ext cx="6640512" cy="4862512"/>
          </a:xfrm>
          <a:solidFill>
            <a:srgbClr val="C3D1DD"/>
          </a:solidFill>
        </p:spPr>
        <p:txBody>
          <a:bodyPr tIns="941832"/>
          <a:lstStyle>
            <a:lvl1pPr marL="0" indent="0" algn="ctr">
              <a:buNone/>
              <a:defRPr/>
            </a:lvl1pPr>
          </a:lstStyle>
          <a:p>
            <a:r>
              <a:rPr lang="en-US" dirty="0"/>
              <a:t>Select icon to insert image</a:t>
            </a:r>
          </a:p>
        </p:txBody>
      </p:sp>
      <p:sp>
        <p:nvSpPr>
          <p:cNvPr id="9" name="Thank_You">
            <a:extLst>
              <a:ext uri="{FF2B5EF4-FFF2-40B4-BE49-F238E27FC236}">
                <a16:creationId xmlns:a16="http://schemas.microsoft.com/office/drawing/2014/main" id="{D0A6CD21-33C2-4AD6-9A4C-CD303F9C0278}"/>
              </a:ext>
            </a:extLst>
          </p:cNvPr>
          <p:cNvSpPr txBox="1"/>
          <p:nvPr/>
        </p:nvSpPr>
        <p:spPr>
          <a:xfrm>
            <a:off x="660400" y="2883640"/>
            <a:ext cx="3035300" cy="782053"/>
          </a:xfrm>
          <a:prstGeom prst="rect">
            <a:avLst/>
          </a:prstGeom>
          <a:noFill/>
        </p:spPr>
        <p:txBody>
          <a:bodyPr wrap="square" lIns="0" tIns="0" rIns="45720" bIns="45720" rtlCol="0">
            <a:noAutofit/>
          </a:bodyPr>
          <a:lstStyle/>
          <a:p>
            <a:pPr algn="l">
              <a:lnSpc>
                <a:spcPct val="110000"/>
              </a:lnSpc>
              <a:spcAft>
                <a:spcPts val="2000"/>
              </a:spcAft>
            </a:pPr>
            <a:r>
              <a:rPr lang="en-US" sz="4400" b="1" dirty="0">
                <a:solidFill>
                  <a:schemeClr val="bg1"/>
                </a:solidFill>
              </a:rPr>
              <a:t>Thank you</a:t>
            </a:r>
          </a:p>
        </p:txBody>
      </p:sp>
    </p:spTree>
    <p:extLst>
      <p:ext uri="{BB962C8B-B14F-4D97-AF65-F5344CB8AC3E}">
        <p14:creationId xmlns:p14="http://schemas.microsoft.com/office/powerpoint/2010/main" val="4299712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akeaway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B2C2821-F4F8-4167-89AC-C00E61103347}"/>
              </a:ext>
            </a:extLst>
          </p:cNvPr>
          <p:cNvSpPr>
            <a:spLocks/>
          </p:cNvSpPr>
          <p:nvPr userDrawn="1"/>
        </p:nvSpPr>
        <p:spPr>
          <a:xfrm>
            <a:off x="0" y="0"/>
            <a:ext cx="12192000" cy="20399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12">
            <a:extLst>
              <a:ext uri="{FF2B5EF4-FFF2-40B4-BE49-F238E27FC236}">
                <a16:creationId xmlns:a16="http://schemas.microsoft.com/office/drawing/2014/main" id="{8E625F82-E709-7849-EA4F-16094648A2B0}"/>
              </a:ext>
            </a:extLst>
          </p:cNvPr>
          <p:cNvSpPr>
            <a:spLocks noGrp="1"/>
          </p:cNvSpPr>
          <p:nvPr>
            <p:ph type="body" sz="quarter" idx="11" hasCustomPrompt="1"/>
          </p:nvPr>
        </p:nvSpPr>
        <p:spPr>
          <a:xfrm>
            <a:off x="6164063" y="2542873"/>
            <a:ext cx="5364362" cy="2376789"/>
          </a:xfrm>
        </p:spPr>
        <p:txBody>
          <a:bodyPr/>
          <a:lstStyle>
            <a:lvl1pPr>
              <a:defRPr/>
            </a:lvl1pPr>
            <a:lvl4pPr>
              <a:buNone/>
              <a:defRPr/>
            </a:lvl4pPr>
            <a:lvl5pPr>
              <a:defRPr/>
            </a:lvl5pPr>
          </a:lstStyle>
          <a:p>
            <a:pPr lvl="0"/>
            <a:r>
              <a:rPr lang="en-US" dirty="0"/>
              <a:t>Select to add main takeaways for the presentation audience</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1D091D1E-8C44-E598-AB2F-66015E09F242}"/>
              </a:ext>
            </a:extLst>
          </p:cNvPr>
          <p:cNvSpPr>
            <a:spLocks noGrp="1"/>
          </p:cNvSpPr>
          <p:nvPr>
            <p:ph type="body" sz="quarter" idx="10" hasCustomPrompt="1"/>
          </p:nvPr>
        </p:nvSpPr>
        <p:spPr>
          <a:xfrm>
            <a:off x="660401" y="2542873"/>
            <a:ext cx="5364362" cy="2376789"/>
          </a:xfrm>
        </p:spPr>
        <p:txBody>
          <a:bodyPr/>
          <a:lstStyle>
            <a:lvl1pPr>
              <a:defRPr/>
            </a:lvl1pPr>
            <a:lvl5pPr>
              <a:defRPr/>
            </a:lvl5pPr>
          </a:lstStyle>
          <a:p>
            <a:pPr lvl="0"/>
            <a:r>
              <a:rPr lang="en-US" dirty="0"/>
              <a:t>Select to add main takeaways for the presentation audience</a:t>
            </a:r>
          </a:p>
          <a:p>
            <a:pPr lvl="1"/>
            <a:r>
              <a:rPr lang="en-US" dirty="0"/>
              <a:t>Second level</a:t>
            </a:r>
          </a:p>
          <a:p>
            <a:pPr lvl="2"/>
            <a:r>
              <a:rPr lang="en-US" dirty="0"/>
              <a:t>Third level</a:t>
            </a:r>
          </a:p>
        </p:txBody>
      </p:sp>
      <p:sp>
        <p:nvSpPr>
          <p:cNvPr id="6" name="Takeaways">
            <a:extLst>
              <a:ext uri="{FF2B5EF4-FFF2-40B4-BE49-F238E27FC236}">
                <a16:creationId xmlns:a16="http://schemas.microsoft.com/office/drawing/2014/main" id="{0BA20C15-EBD2-69F1-15EB-A0E28D015B4E}"/>
              </a:ext>
            </a:extLst>
          </p:cNvPr>
          <p:cNvSpPr txBox="1"/>
          <p:nvPr userDrawn="1"/>
        </p:nvSpPr>
        <p:spPr>
          <a:xfrm>
            <a:off x="660401" y="1216041"/>
            <a:ext cx="3022600" cy="760398"/>
          </a:xfrm>
          <a:prstGeom prst="rect">
            <a:avLst/>
          </a:prstGeom>
          <a:noFill/>
        </p:spPr>
        <p:txBody>
          <a:bodyPr wrap="square" lIns="0" tIns="0" rIns="45720" bIns="45720" rtlCol="0">
            <a:noAutofit/>
          </a:bodyPr>
          <a:lstStyle/>
          <a:p>
            <a:pPr algn="l">
              <a:lnSpc>
                <a:spcPct val="90000"/>
              </a:lnSpc>
              <a:spcAft>
                <a:spcPts val="0"/>
              </a:spcAft>
            </a:pPr>
            <a:r>
              <a:rPr lang="en-US" sz="4400" b="1" dirty="0">
                <a:solidFill>
                  <a:schemeClr val="bg1"/>
                </a:solidFill>
                <a:latin typeface="+mj-lt"/>
              </a:rPr>
              <a:t>Takeaways</a:t>
            </a:r>
          </a:p>
        </p:txBody>
      </p:sp>
    </p:spTree>
    <p:extLst>
      <p:ext uri="{BB962C8B-B14F-4D97-AF65-F5344CB8AC3E}">
        <p14:creationId xmlns:p14="http://schemas.microsoft.com/office/powerpoint/2010/main" val="348176368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Questions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FD8716E-09DC-4664-B4F1-579E76E43B21}"/>
              </a:ext>
            </a:extLst>
          </p:cNvPr>
          <p:cNvSpPr>
            <a:spLocks/>
          </p:cNvSpPr>
          <p:nvPr/>
        </p:nvSpPr>
        <p:spPr bwMode="ltGray">
          <a:xfrm>
            <a:off x="0" y="-1"/>
            <a:ext cx="12192000" cy="44751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Questions?">
            <a:extLst>
              <a:ext uri="{FF2B5EF4-FFF2-40B4-BE49-F238E27FC236}">
                <a16:creationId xmlns:a16="http://schemas.microsoft.com/office/drawing/2014/main" id="{A897D4FE-64C5-44EA-BD18-1B464B14D57F}"/>
              </a:ext>
            </a:extLst>
          </p:cNvPr>
          <p:cNvSpPr txBox="1">
            <a:spLocks/>
          </p:cNvSpPr>
          <p:nvPr/>
        </p:nvSpPr>
        <p:spPr>
          <a:xfrm>
            <a:off x="660401" y="5097982"/>
            <a:ext cx="3627438" cy="1112318"/>
          </a:xfrm>
          <a:prstGeom prst="rect">
            <a:avLst/>
          </a:prstGeom>
          <a:noFill/>
        </p:spPr>
        <p:txBody>
          <a:bodyPr wrap="square" lIns="0" tIns="0" rIns="0" bIns="0" rtlCol="0">
            <a:noAutofit/>
          </a:bodyPr>
          <a:lstStyle/>
          <a:p>
            <a:pPr algn="l">
              <a:lnSpc>
                <a:spcPct val="90000"/>
              </a:lnSpc>
            </a:pPr>
            <a:r>
              <a:rPr lang="en-US" sz="4400" b="1" dirty="0">
                <a:solidFill>
                  <a:schemeClr val="accent1"/>
                </a:solidFill>
                <a:latin typeface="+mj-lt"/>
              </a:rPr>
              <a:t>Questions?</a:t>
            </a:r>
          </a:p>
        </p:txBody>
      </p:sp>
    </p:spTree>
    <p:extLst>
      <p:ext uri="{BB962C8B-B14F-4D97-AF65-F5344CB8AC3E}">
        <p14:creationId xmlns:p14="http://schemas.microsoft.com/office/powerpoint/2010/main" val="326207739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Questions Slide (Pictur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2B24E7F-7D28-4ABB-8F55-433E6F2E09BA}"/>
              </a:ext>
            </a:extLst>
          </p:cNvPr>
          <p:cNvSpPr>
            <a:spLocks noGrp="1"/>
          </p:cNvSpPr>
          <p:nvPr>
            <p:ph type="pic" sz="quarter" idx="10" hasCustomPrompt="1"/>
          </p:nvPr>
        </p:nvSpPr>
        <p:spPr>
          <a:xfrm>
            <a:off x="0" y="-1"/>
            <a:ext cx="12192000" cy="4475163"/>
          </a:xfrm>
          <a:solidFill>
            <a:srgbClr val="C3D1DD"/>
          </a:solidFill>
        </p:spPr>
        <p:txBody>
          <a:bodyPr tIns="1417320" anchor="t" anchorCtr="1"/>
          <a:lstStyle>
            <a:lvl1pPr marL="0" indent="0" algn="ctr">
              <a:buNone/>
              <a:defRPr/>
            </a:lvl1pPr>
          </a:lstStyle>
          <a:p>
            <a:r>
              <a:rPr lang="en-US" dirty="0"/>
              <a:t>Select icon below to insert image</a:t>
            </a:r>
          </a:p>
        </p:txBody>
      </p:sp>
      <p:sp>
        <p:nvSpPr>
          <p:cNvPr id="5" name="Questions?">
            <a:extLst>
              <a:ext uri="{FF2B5EF4-FFF2-40B4-BE49-F238E27FC236}">
                <a16:creationId xmlns:a16="http://schemas.microsoft.com/office/drawing/2014/main" id="{A72BD217-E4D9-44FA-96C7-5DEBCA17C53A}"/>
              </a:ext>
            </a:extLst>
          </p:cNvPr>
          <p:cNvSpPr txBox="1">
            <a:spLocks/>
          </p:cNvSpPr>
          <p:nvPr/>
        </p:nvSpPr>
        <p:spPr>
          <a:xfrm>
            <a:off x="660401" y="5097982"/>
            <a:ext cx="3627438" cy="1112318"/>
          </a:xfrm>
          <a:prstGeom prst="rect">
            <a:avLst/>
          </a:prstGeom>
          <a:noFill/>
        </p:spPr>
        <p:txBody>
          <a:bodyPr wrap="square" lIns="0" tIns="0" rIns="0" bIns="0" rtlCol="0">
            <a:noAutofit/>
          </a:bodyPr>
          <a:lstStyle/>
          <a:p>
            <a:pPr algn="l">
              <a:lnSpc>
                <a:spcPct val="90000"/>
              </a:lnSpc>
            </a:pPr>
            <a:r>
              <a:rPr lang="en-US" sz="4400" b="1" dirty="0">
                <a:solidFill>
                  <a:schemeClr val="accent1"/>
                </a:solidFill>
                <a:latin typeface="+mj-lt"/>
              </a:rPr>
              <a:t>Questions?</a:t>
            </a:r>
          </a:p>
        </p:txBody>
      </p:sp>
    </p:spTree>
    <p:extLst>
      <p:ext uri="{BB962C8B-B14F-4D97-AF65-F5344CB8AC3E}">
        <p14:creationId xmlns:p14="http://schemas.microsoft.com/office/powerpoint/2010/main" val="272153132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Final Thou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949FC90-9E9E-45ED-97D3-D5C3C0145940}"/>
              </a:ext>
            </a:extLst>
          </p:cNvPr>
          <p:cNvSpPr>
            <a:spLocks/>
          </p:cNvSpPr>
          <p:nvPr/>
        </p:nvSpPr>
        <p:spPr bwMode="ltGray">
          <a:xfrm>
            <a:off x="0" y="-1"/>
            <a:ext cx="12192000" cy="44751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 Placeholder 6">
            <a:extLst>
              <a:ext uri="{FF2B5EF4-FFF2-40B4-BE49-F238E27FC236}">
                <a16:creationId xmlns:a16="http://schemas.microsoft.com/office/drawing/2014/main" id="{17BFBA90-4B84-49E2-9AEA-4101DBA5BF79}"/>
              </a:ext>
            </a:extLst>
          </p:cNvPr>
          <p:cNvSpPr>
            <a:spLocks noGrp="1"/>
          </p:cNvSpPr>
          <p:nvPr>
            <p:ph type="body" sz="quarter" idx="10" hasCustomPrompt="1"/>
          </p:nvPr>
        </p:nvSpPr>
        <p:spPr>
          <a:xfrm>
            <a:off x="660400" y="5078413"/>
            <a:ext cx="10868023" cy="1131887"/>
          </a:xfrm>
        </p:spPr>
        <p:txBody>
          <a:bodyPr/>
          <a:lstStyle>
            <a:lvl1pPr marL="0" indent="0">
              <a:lnSpc>
                <a:spcPct val="100000"/>
              </a:lnSpc>
              <a:spcAft>
                <a:spcPts val="1200"/>
              </a:spcAft>
              <a:buNone/>
              <a:defRPr sz="2800"/>
            </a:lvl1pPr>
            <a:lvl2pPr marL="0" indent="0">
              <a:buNone/>
              <a:defRPr sz="2400"/>
            </a:lvl2pPr>
            <a:lvl3pPr marL="0" indent="0">
              <a:buNone/>
              <a:defRPr sz="2400"/>
            </a:lvl3pPr>
            <a:lvl4pPr marL="0" indent="0">
              <a:buNone/>
              <a:defRPr sz="2400"/>
            </a:lvl4pPr>
            <a:lvl5pPr marL="0" indent="0">
              <a:buNone/>
              <a:defRPr sz="2400"/>
            </a:lvl5pPr>
            <a:lvl6pPr marL="0" indent="0">
              <a:buNone/>
              <a:defRPr sz="2400"/>
            </a:lvl6pPr>
            <a:lvl7pPr marL="0" indent="0">
              <a:buNone/>
              <a:defRPr sz="2400"/>
            </a:lvl7pPr>
            <a:lvl8pPr marL="0" indent="0">
              <a:buNone/>
              <a:defRPr sz="2400"/>
            </a:lvl8pPr>
            <a:lvl9pPr marL="0" indent="0">
              <a:buNone/>
              <a:defRPr sz="2400"/>
            </a:lvl9pPr>
          </a:lstStyle>
          <a:p>
            <a:pPr lvl="0"/>
            <a:r>
              <a:rPr lang="en-US" dirty="0"/>
              <a:t>Select to add descriptive text or resource information</a:t>
            </a:r>
          </a:p>
        </p:txBody>
      </p:sp>
      <p:sp>
        <p:nvSpPr>
          <p:cNvPr id="2" name="Title 1">
            <a:extLst>
              <a:ext uri="{FF2B5EF4-FFF2-40B4-BE49-F238E27FC236}">
                <a16:creationId xmlns:a16="http://schemas.microsoft.com/office/drawing/2014/main" id="{0FED0BBE-3598-4CC3-BE89-E746B865E21B}"/>
              </a:ext>
            </a:extLst>
          </p:cNvPr>
          <p:cNvSpPr>
            <a:spLocks noGrp="1"/>
          </p:cNvSpPr>
          <p:nvPr>
            <p:ph type="title" hasCustomPrompt="1"/>
          </p:nvPr>
        </p:nvSpPr>
        <p:spPr>
          <a:xfrm>
            <a:off x="660399" y="647701"/>
            <a:ext cx="10868025" cy="3252660"/>
          </a:xfrm>
        </p:spPr>
        <p:txBody>
          <a:bodyPr anchor="b" anchorCtr="0"/>
          <a:lstStyle>
            <a:lvl1pPr>
              <a:defRPr sz="4400">
                <a:solidFill>
                  <a:schemeClr val="bg1"/>
                </a:solidFill>
              </a:defRPr>
            </a:lvl1pPr>
          </a:lstStyle>
          <a:p>
            <a:r>
              <a:rPr lang="en-US" dirty="0"/>
              <a:t>Select to add final thought or headline</a:t>
            </a:r>
          </a:p>
        </p:txBody>
      </p:sp>
    </p:spTree>
    <p:extLst>
      <p:ext uri="{BB962C8B-B14F-4D97-AF65-F5344CB8AC3E}">
        <p14:creationId xmlns:p14="http://schemas.microsoft.com/office/powerpoint/2010/main" val="27435841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Final Thought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A89C477-4E4D-42EC-B35E-87AB6D684E84}"/>
              </a:ext>
            </a:extLst>
          </p:cNvPr>
          <p:cNvSpPr>
            <a:spLocks noGrp="1"/>
          </p:cNvSpPr>
          <p:nvPr>
            <p:ph type="pic" sz="quarter" idx="11" hasCustomPrompt="1"/>
          </p:nvPr>
        </p:nvSpPr>
        <p:spPr>
          <a:xfrm>
            <a:off x="0" y="0"/>
            <a:ext cx="12192000" cy="4475164"/>
          </a:xfrm>
          <a:solidFill>
            <a:srgbClr val="C3D1DD"/>
          </a:solidFill>
        </p:spPr>
        <p:txBody>
          <a:bodyPr tIns="1417320"/>
          <a:lstStyle>
            <a:lvl1pPr marL="0" indent="0" algn="ctr">
              <a:buNone/>
              <a:defRPr/>
            </a:lvl1pPr>
          </a:lstStyle>
          <a:p>
            <a:r>
              <a:rPr lang="en-US" dirty="0"/>
              <a:t>Select icon below to insert image</a:t>
            </a:r>
          </a:p>
        </p:txBody>
      </p:sp>
      <p:sp>
        <p:nvSpPr>
          <p:cNvPr id="7" name="Text Placeholder 6">
            <a:extLst>
              <a:ext uri="{FF2B5EF4-FFF2-40B4-BE49-F238E27FC236}">
                <a16:creationId xmlns:a16="http://schemas.microsoft.com/office/drawing/2014/main" id="{C67D5C5C-4342-4AF1-A9F2-BABAC288CF29}"/>
              </a:ext>
            </a:extLst>
          </p:cNvPr>
          <p:cNvSpPr>
            <a:spLocks noGrp="1"/>
          </p:cNvSpPr>
          <p:nvPr>
            <p:ph type="body" sz="quarter" idx="10" hasCustomPrompt="1"/>
          </p:nvPr>
        </p:nvSpPr>
        <p:spPr>
          <a:xfrm>
            <a:off x="660400" y="5078413"/>
            <a:ext cx="10868023" cy="1131887"/>
          </a:xfrm>
        </p:spPr>
        <p:txBody>
          <a:bodyPr/>
          <a:lstStyle>
            <a:lvl1pPr marL="0" indent="0">
              <a:lnSpc>
                <a:spcPct val="100000"/>
              </a:lnSpc>
              <a:spcAft>
                <a:spcPts val="1200"/>
              </a:spcAft>
              <a:buNone/>
              <a:defRPr sz="2800"/>
            </a:lvl1pPr>
            <a:lvl2pPr marL="0" indent="0">
              <a:buNone/>
              <a:defRPr sz="2400"/>
            </a:lvl2pPr>
            <a:lvl3pPr marL="0" indent="0">
              <a:buNone/>
              <a:defRPr sz="2400"/>
            </a:lvl3pPr>
            <a:lvl4pPr marL="0" indent="0">
              <a:buNone/>
              <a:defRPr sz="2400"/>
            </a:lvl4pPr>
            <a:lvl5pPr marL="0" indent="0">
              <a:buNone/>
              <a:defRPr sz="2400"/>
            </a:lvl5pPr>
            <a:lvl6pPr marL="0" indent="0">
              <a:buNone/>
              <a:defRPr sz="2400"/>
            </a:lvl6pPr>
            <a:lvl7pPr marL="0" indent="0">
              <a:buNone/>
              <a:defRPr sz="2400"/>
            </a:lvl7pPr>
            <a:lvl8pPr marL="0" indent="0">
              <a:buNone/>
              <a:defRPr sz="2400"/>
            </a:lvl8pPr>
            <a:lvl9pPr marL="0" indent="0">
              <a:buNone/>
              <a:defRPr sz="2400"/>
            </a:lvl9pPr>
          </a:lstStyle>
          <a:p>
            <a:pPr lvl="0"/>
            <a:r>
              <a:rPr lang="en-US" dirty="0"/>
              <a:t>Select to add descriptive text or resource information</a:t>
            </a:r>
          </a:p>
        </p:txBody>
      </p:sp>
      <p:sp>
        <p:nvSpPr>
          <p:cNvPr id="2" name="Title 1">
            <a:extLst>
              <a:ext uri="{FF2B5EF4-FFF2-40B4-BE49-F238E27FC236}">
                <a16:creationId xmlns:a16="http://schemas.microsoft.com/office/drawing/2014/main" id="{AD6D0C1B-319F-4E16-99F7-32BDE3B1F748}"/>
              </a:ext>
            </a:extLst>
          </p:cNvPr>
          <p:cNvSpPr>
            <a:spLocks noGrp="1"/>
          </p:cNvSpPr>
          <p:nvPr>
            <p:ph type="title" hasCustomPrompt="1"/>
          </p:nvPr>
        </p:nvSpPr>
        <p:spPr>
          <a:xfrm>
            <a:off x="660399" y="647701"/>
            <a:ext cx="10868025" cy="3252660"/>
          </a:xfrm>
        </p:spPr>
        <p:txBody>
          <a:bodyPr anchor="b" anchorCtr="0"/>
          <a:lstStyle>
            <a:lvl1pPr>
              <a:defRPr sz="4400">
                <a:solidFill>
                  <a:schemeClr val="bg1"/>
                </a:solidFill>
              </a:defRPr>
            </a:lvl1pPr>
          </a:lstStyle>
          <a:p>
            <a:r>
              <a:rPr lang="en-US" dirty="0"/>
              <a:t>Select to add final thought or headline</a:t>
            </a:r>
          </a:p>
        </p:txBody>
      </p:sp>
    </p:spTree>
    <p:extLst>
      <p:ext uri="{BB962C8B-B14F-4D97-AF65-F5344CB8AC3E}">
        <p14:creationId xmlns:p14="http://schemas.microsoft.com/office/powerpoint/2010/main" val="374126704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Final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440B7D4-906C-43AF-94D5-295CEFAC8824}"/>
              </a:ext>
            </a:extLst>
          </p:cNvPr>
          <p:cNvSpPr>
            <a:spLocks noGrp="1"/>
          </p:cNvSpPr>
          <p:nvPr>
            <p:ph type="pic" sz="quarter" idx="10" hasCustomPrompt="1"/>
          </p:nvPr>
        </p:nvSpPr>
        <p:spPr>
          <a:xfrm>
            <a:off x="0" y="0"/>
            <a:ext cx="12192000" cy="4475164"/>
          </a:xfrm>
          <a:solidFill>
            <a:srgbClr val="C3D1DD"/>
          </a:solidFill>
        </p:spPr>
        <p:txBody>
          <a:bodyPr tIns="1417320"/>
          <a:lstStyle>
            <a:lvl1pPr marL="0" indent="0" algn="ctr">
              <a:buNone/>
              <a:defRPr/>
            </a:lvl1pPr>
          </a:lstStyle>
          <a:p>
            <a:r>
              <a:rPr lang="en-US" dirty="0"/>
              <a:t>Select icon below to insert image</a:t>
            </a:r>
          </a:p>
        </p:txBody>
      </p:sp>
      <p:sp>
        <p:nvSpPr>
          <p:cNvPr id="2" name="Title 1">
            <a:extLst>
              <a:ext uri="{FF2B5EF4-FFF2-40B4-BE49-F238E27FC236}">
                <a16:creationId xmlns:a16="http://schemas.microsoft.com/office/drawing/2014/main" id="{8AF6D97E-4E0F-4D98-9F52-10BE3E40AA11}"/>
              </a:ext>
            </a:extLst>
          </p:cNvPr>
          <p:cNvSpPr>
            <a:spLocks noGrp="1"/>
          </p:cNvSpPr>
          <p:nvPr>
            <p:ph type="title" hasCustomPrompt="1"/>
          </p:nvPr>
        </p:nvSpPr>
        <p:spPr>
          <a:xfrm>
            <a:off x="660400" y="5097982"/>
            <a:ext cx="10868023" cy="1112318"/>
          </a:xfrm>
        </p:spPr>
        <p:txBody>
          <a:bodyPr/>
          <a:lstStyle>
            <a:lvl1pPr>
              <a:defRPr sz="4400"/>
            </a:lvl1pPr>
          </a:lstStyle>
          <a:p>
            <a:r>
              <a:rPr lang="en-US" dirty="0"/>
              <a:t>Select to add final thought or headline</a:t>
            </a:r>
          </a:p>
        </p:txBody>
      </p:sp>
    </p:spTree>
    <p:extLst>
      <p:ext uri="{BB962C8B-B14F-4D97-AF65-F5344CB8AC3E}">
        <p14:creationId xmlns:p14="http://schemas.microsoft.com/office/powerpoint/2010/main" val="60862865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___   ">
    <p:bg bwMode="auto">
      <p:bgPr>
        <a:solidFill>
          <a:schemeClr val="tx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ACA597-284D-B948-59A3-5D18F0E3107C}"/>
              </a:ext>
            </a:extLst>
          </p:cNvPr>
          <p:cNvSpPr txBox="1">
            <a:spLocks/>
          </p:cNvSpPr>
          <p:nvPr/>
        </p:nvSpPr>
        <p:spPr bwMode="white">
          <a:xfrm>
            <a:off x="457200" y="728261"/>
            <a:ext cx="11277600" cy="5401479"/>
          </a:xfrm>
          <a:prstGeom prst="rect">
            <a:avLst/>
          </a:prstGeom>
          <a:noFill/>
        </p:spPr>
        <p:txBody>
          <a:bodyPr wrap="square" rtlCol="0">
            <a:spAutoFit/>
          </a:bodyPr>
          <a:lstStyle/>
          <a:p>
            <a:pPr algn="ctr"/>
            <a:r>
              <a:rPr lang="en-US" sz="11500" b="1" dirty="0">
                <a:solidFill>
                  <a:schemeClr val="bg1"/>
                </a:solidFill>
              </a:rPr>
              <a:t>END OF TEMPLATE LAYOUTS</a:t>
            </a:r>
          </a:p>
        </p:txBody>
      </p:sp>
    </p:spTree>
    <p:extLst>
      <p:ext uri="{BB962C8B-B14F-4D97-AF65-F5344CB8AC3E}">
        <p14:creationId xmlns:p14="http://schemas.microsoft.com/office/powerpoint/2010/main" val="5546483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theme" Target="../theme/theme1.xml"/><Relationship Id="rId6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3A5E401-8EEA-45DC-829C-37285C7DDF8C}"/>
              </a:ext>
            </a:extLst>
          </p:cNvPr>
          <p:cNvSpPr>
            <a:spLocks noGrp="1"/>
          </p:cNvSpPr>
          <p:nvPr>
            <p:ph type="ftr" sz="quarter" idx="3"/>
          </p:nvPr>
        </p:nvSpPr>
        <p:spPr>
          <a:xfrm>
            <a:off x="2476500" y="6281688"/>
            <a:ext cx="7239000" cy="138499"/>
          </a:xfrm>
          <a:prstGeom prst="rect">
            <a:avLst/>
          </a:prstGeom>
        </p:spPr>
        <p:txBody>
          <a:bodyPr vert="horz" lIns="0" tIns="0" rIns="0" bIns="0" rtlCol="0" anchor="ctr"/>
          <a:lstStyle>
            <a:lvl1pPr algn="ctr">
              <a:defRPr sz="900" b="0">
                <a:solidFill>
                  <a:schemeClr val="tx1"/>
                </a:solidFill>
              </a:defRPr>
            </a:lvl1pPr>
          </a:lstStyle>
          <a:p>
            <a:r>
              <a:rPr lang="en-US" dirty="0"/>
              <a:t>FOOTER</a:t>
            </a:r>
            <a:endParaRPr lang="en-US" b="0" dirty="0"/>
          </a:p>
        </p:txBody>
      </p:sp>
      <p:sp>
        <p:nvSpPr>
          <p:cNvPr id="4" name="Date Placeholder 3">
            <a:extLst>
              <a:ext uri="{FF2B5EF4-FFF2-40B4-BE49-F238E27FC236}">
                <a16:creationId xmlns:a16="http://schemas.microsoft.com/office/drawing/2014/main" id="{5CD90B7B-F90B-4CA8-B650-0252E9F1866C}"/>
              </a:ext>
            </a:extLst>
          </p:cNvPr>
          <p:cNvSpPr>
            <a:spLocks noGrp="1"/>
          </p:cNvSpPr>
          <p:nvPr>
            <p:ph type="dt" sz="half" idx="2"/>
          </p:nvPr>
        </p:nvSpPr>
        <p:spPr>
          <a:xfrm>
            <a:off x="660400" y="6281688"/>
            <a:ext cx="1816100" cy="138499"/>
          </a:xfrm>
          <a:prstGeom prst="rect">
            <a:avLst/>
          </a:prstGeom>
        </p:spPr>
        <p:txBody>
          <a:bodyPr vert="horz" lIns="0" tIns="0" rIns="0" bIns="0" rtlCol="0" anchor="ctr"/>
          <a:lstStyle>
            <a:lvl1pPr algn="l">
              <a:defRPr sz="900" b="0">
                <a:solidFill>
                  <a:schemeClr val="tx1"/>
                </a:solidFill>
              </a:defRPr>
            </a:lvl1pPr>
          </a:lstStyle>
          <a:p>
            <a:fld id="{CB9DE742-24A8-40A7-9187-B2F89AAD909D}" type="datetimeFigureOut">
              <a:rPr lang="en-US" smtClean="0"/>
              <a:pPr/>
              <a:t>12/19/2025</a:t>
            </a:fld>
            <a:endParaRPr lang="en-US" b="0" dirty="0"/>
          </a:p>
        </p:txBody>
      </p:sp>
      <p:sp>
        <p:nvSpPr>
          <p:cNvPr id="6" name="Slide Number Placeholder 5">
            <a:extLst>
              <a:ext uri="{FF2B5EF4-FFF2-40B4-BE49-F238E27FC236}">
                <a16:creationId xmlns:a16="http://schemas.microsoft.com/office/drawing/2014/main" id="{9253088E-6B7F-4F96-AC26-95EB7823BB68}"/>
              </a:ext>
            </a:extLst>
          </p:cNvPr>
          <p:cNvSpPr>
            <a:spLocks noGrp="1"/>
          </p:cNvSpPr>
          <p:nvPr>
            <p:ph type="sldNum" sz="quarter" idx="4"/>
          </p:nvPr>
        </p:nvSpPr>
        <p:spPr>
          <a:xfrm>
            <a:off x="403519" y="6281688"/>
            <a:ext cx="256882" cy="138499"/>
          </a:xfrm>
          <a:prstGeom prst="rect">
            <a:avLst/>
          </a:prstGeom>
        </p:spPr>
        <p:txBody>
          <a:bodyPr vert="horz" lIns="0" tIns="0" rIns="0" bIns="0" rtlCol="0" anchor="ctr"/>
          <a:lstStyle>
            <a:lvl1pPr algn="l">
              <a:defRPr sz="900" b="0">
                <a:solidFill>
                  <a:schemeClr val="tx1"/>
                </a:solidFill>
              </a:defRPr>
            </a:lvl1pPr>
          </a:lstStyle>
          <a:p>
            <a:pPr algn="l"/>
            <a:fld id="{7CCB2094-95CE-4D35-855B-DA1FFB6107D2}" type="slidenum">
              <a:rPr lang="en-US" smtClean="0"/>
              <a:pPr/>
              <a:t>‹#›</a:t>
            </a:fld>
            <a:endParaRPr lang="en-US" dirty="0"/>
          </a:p>
        </p:txBody>
      </p:sp>
      <p:grpSp>
        <p:nvGrpSpPr>
          <p:cNvPr id="7" name="Obstruction_Check" hidden="1">
            <a:extLst>
              <a:ext uri="{FF2B5EF4-FFF2-40B4-BE49-F238E27FC236}">
                <a16:creationId xmlns:a16="http://schemas.microsoft.com/office/drawing/2014/main" id="{5B8A98AE-D536-4262-AB24-1BC6C3613E0B}"/>
              </a:ext>
            </a:extLst>
          </p:cNvPr>
          <p:cNvGrpSpPr/>
          <p:nvPr/>
        </p:nvGrpSpPr>
        <p:grpSpPr>
          <a:xfrm>
            <a:off x="7467600" y="1219200"/>
            <a:ext cx="3451225" cy="5638800"/>
            <a:chOff x="7467600" y="1219200"/>
            <a:chExt cx="3451225" cy="5638800"/>
          </a:xfrm>
        </p:grpSpPr>
        <p:sp>
          <p:nvSpPr>
            <p:cNvPr id="16" name="Obscured_Zone">
              <a:extLst>
                <a:ext uri="{FF2B5EF4-FFF2-40B4-BE49-F238E27FC236}">
                  <a16:creationId xmlns:a16="http://schemas.microsoft.com/office/drawing/2014/main" id="{4431783A-D296-4466-809F-49244F6A497B}"/>
                </a:ext>
              </a:extLst>
            </p:cNvPr>
            <p:cNvSpPr/>
            <p:nvPr/>
          </p:nvSpPr>
          <p:spPr>
            <a:xfrm>
              <a:off x="7900987" y="1371600"/>
              <a:ext cx="2707919" cy="5486400"/>
            </a:xfrm>
            <a:prstGeom prst="rect">
              <a:avLst/>
            </a:prstGeom>
            <a:solidFill>
              <a:srgbClr val="FEECEA"/>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2286000" rIns="0" bIns="0" rtlCol="0" anchor="t" anchorCtr="0"/>
            <a:lstStyle/>
            <a:p>
              <a:pPr algn="ctr"/>
              <a:r>
                <a:rPr lang="en-US" dirty="0">
                  <a:solidFill>
                    <a:schemeClr val="accent2"/>
                  </a:solidFill>
                </a:rPr>
                <a:t>Obscured zone</a:t>
              </a:r>
            </a:p>
          </p:txBody>
        </p:sp>
        <p:pic>
          <p:nvPicPr>
            <p:cNvPr id="19" name="Obscured_Speaker">
              <a:extLst>
                <a:ext uri="{FF2B5EF4-FFF2-40B4-BE49-F238E27FC236}">
                  <a16:creationId xmlns:a16="http://schemas.microsoft.com/office/drawing/2014/main" id="{2EF13E4F-BCA9-4EE4-B237-898AA9B1808D}"/>
                </a:ext>
                <a:ext uri="{C183D7F6-B498-43B3-948B-1728B52AA6E4}">
                  <adec:decorative xmlns:adec="http://schemas.microsoft.com/office/drawing/2017/decorative" val="1"/>
                </a:ext>
              </a:extLst>
            </p:cNvPr>
            <p:cNvPicPr>
              <a:picLocks noChangeAspect="1" noChangeArrowheads="1"/>
            </p:cNvPicPr>
            <p:nvPr/>
          </p:nvPicPr>
          <p:blipFill>
            <a:blip r:embed="rId66" cstate="screen">
              <a:duotone>
                <a:schemeClr val="accent2">
                  <a:shade val="45000"/>
                  <a:satMod val="135000"/>
                </a:schemeClr>
                <a:prstClr val="white"/>
              </a:duotone>
              <a:alphaModFix amt="35000"/>
              <a:extLst>
                <a:ext uri="{28A0092B-C50C-407E-A947-70E740481C1C}">
                  <a14:useLocalDpi xmlns:a14="http://schemas.microsoft.com/office/drawing/2010/main"/>
                </a:ext>
              </a:extLst>
            </a:blip>
            <a:srcRect/>
            <a:stretch>
              <a:fillRect/>
            </a:stretch>
          </p:blipFill>
          <p:spPr bwMode="auto">
            <a:xfrm>
              <a:off x="7467600" y="1219200"/>
              <a:ext cx="3451225"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Text Placeholder 2">
            <a:extLst>
              <a:ext uri="{FF2B5EF4-FFF2-40B4-BE49-F238E27FC236}">
                <a16:creationId xmlns:a16="http://schemas.microsoft.com/office/drawing/2014/main" id="{4A9522F5-444A-465A-97F6-58B7BEEA4630}"/>
              </a:ext>
            </a:extLst>
          </p:cNvPr>
          <p:cNvSpPr>
            <a:spLocks noGrp="1"/>
          </p:cNvSpPr>
          <p:nvPr>
            <p:ph type="body" idx="1"/>
          </p:nvPr>
        </p:nvSpPr>
        <p:spPr>
          <a:xfrm>
            <a:off x="660400" y="1602223"/>
            <a:ext cx="10868024" cy="460807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Watermark_SEL_Confidential" hidden="1">
            <a:extLst>
              <a:ext uri="{FF2B5EF4-FFF2-40B4-BE49-F238E27FC236}">
                <a16:creationId xmlns:a16="http://schemas.microsoft.com/office/drawing/2014/main" id="{67417B99-F416-417A-BAA9-DEAA5F1183D3}"/>
              </a:ext>
            </a:extLst>
          </p:cNvPr>
          <p:cNvSpPr txBox="1">
            <a:spLocks/>
          </p:cNvSpPr>
          <p:nvPr/>
        </p:nvSpPr>
        <p:spPr>
          <a:xfrm>
            <a:off x="10698611" y="643097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cs typeface="Arial" panose="020B0604020202020204" pitchFamily="34" charset="0"/>
              </a:rPr>
              <a:t>SEL CONFIDENTIAL </a:t>
            </a:r>
            <a:endParaRPr kumimoji="0" lang="en-US" sz="900" b="0" i="0" u="none" strike="noStrike" kern="0" cap="none" spc="0" normalizeH="0" baseline="0" noProof="0" dirty="0">
              <a:ln>
                <a:noFill/>
              </a:ln>
              <a:solidFill>
                <a:schemeClr val="tx1"/>
              </a:solidFill>
              <a:effectLst/>
              <a:uLnTx/>
              <a:uFillTx/>
            </a:endParaRPr>
          </a:p>
        </p:txBody>
      </p:sp>
      <p:sp>
        <p:nvSpPr>
          <p:cNvPr id="12" name="Left_Watermark_SEL_Confidential" hidden="1">
            <a:extLst>
              <a:ext uri="{FF2B5EF4-FFF2-40B4-BE49-F238E27FC236}">
                <a16:creationId xmlns:a16="http://schemas.microsoft.com/office/drawing/2014/main" id="{0D3A0711-FEDA-4E8A-AAA0-68AD50DE4F48}"/>
              </a:ext>
            </a:extLst>
          </p:cNvPr>
          <p:cNvSpPr txBox="1">
            <a:spLocks/>
          </p:cNvSpPr>
          <p:nvPr/>
        </p:nvSpPr>
        <p:spPr>
          <a:xfrm>
            <a:off x="403518" y="6430978"/>
            <a:ext cx="1089871" cy="138499"/>
          </a:xfrm>
          <a:prstGeom prst="rect">
            <a:avLst/>
          </a:prstGeom>
          <a:noFill/>
        </p:spPr>
        <p:txBody>
          <a:bodyPr wrap="square" lIns="0" tIns="0" rIns="0" bIns="0" rtlCol="0" anchor="ctr" anchorCtr="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cs typeface="Arial" panose="020B0604020202020204" pitchFamily="34" charset="0"/>
              </a:rPr>
              <a:t>SEL CONFIDENTIAL </a:t>
            </a:r>
            <a:endParaRPr kumimoji="0" lang="en-US" sz="900" b="0" i="0" u="none" strike="noStrike" kern="0" cap="none" spc="0" normalizeH="0" baseline="0" noProof="0" dirty="0">
              <a:ln>
                <a:noFill/>
              </a:ln>
              <a:solidFill>
                <a:schemeClr val="tx1"/>
              </a:solidFill>
              <a:effectLst/>
              <a:uLnTx/>
              <a:uFillTx/>
            </a:endParaRPr>
          </a:p>
        </p:txBody>
      </p:sp>
      <p:sp>
        <p:nvSpPr>
          <p:cNvPr id="2" name="Title Placeholder 1">
            <a:extLst>
              <a:ext uri="{FF2B5EF4-FFF2-40B4-BE49-F238E27FC236}">
                <a16:creationId xmlns:a16="http://schemas.microsoft.com/office/drawing/2014/main" id="{853D8609-C89A-493B-BC24-2916F40B090D}"/>
              </a:ext>
            </a:extLst>
          </p:cNvPr>
          <p:cNvSpPr>
            <a:spLocks noGrp="1"/>
          </p:cNvSpPr>
          <p:nvPr>
            <p:ph type="title"/>
          </p:nvPr>
        </p:nvSpPr>
        <p:spPr>
          <a:xfrm>
            <a:off x="660400" y="582627"/>
            <a:ext cx="10868024" cy="1108061"/>
          </a:xfrm>
          <a:prstGeom prst="rect">
            <a:avLst/>
          </a:prstGeom>
        </p:spPr>
        <p:txBody>
          <a:bodyPr vert="horz" lIns="0" tIns="0" rIns="0" bIns="0" rtlCol="0" anchor="t" anchorCtr="0">
            <a:noAutofit/>
          </a:bodyPr>
          <a:lstStyle/>
          <a:p>
            <a:r>
              <a:rPr lang="en-US"/>
              <a:t>Click to edit Master title style</a:t>
            </a:r>
            <a:endParaRPr lang="en-US" dirty="0"/>
          </a:p>
        </p:txBody>
      </p:sp>
    </p:spTree>
    <p:extLst>
      <p:ext uri="{BB962C8B-B14F-4D97-AF65-F5344CB8AC3E}">
        <p14:creationId xmlns:p14="http://schemas.microsoft.com/office/powerpoint/2010/main" val="3482388716"/>
      </p:ext>
    </p:extLst>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157" r:id="rId5"/>
    <p:sldLayoutId id="2147484158" r:id="rId6"/>
    <p:sldLayoutId id="2147484159" r:id="rId7"/>
    <p:sldLayoutId id="2147484160" r:id="rId8"/>
    <p:sldLayoutId id="2147484161" r:id="rId9"/>
    <p:sldLayoutId id="2147484162" r:id="rId10"/>
    <p:sldLayoutId id="2147484210" r:id="rId11"/>
    <p:sldLayoutId id="2147484163" r:id="rId12"/>
    <p:sldLayoutId id="2147484164" r:id="rId13"/>
    <p:sldLayoutId id="2147484215" r:id="rId14"/>
    <p:sldLayoutId id="2147484165" r:id="rId15"/>
    <p:sldLayoutId id="2147484166" r:id="rId16"/>
    <p:sldLayoutId id="2147484167" r:id="rId17"/>
    <p:sldLayoutId id="2147484168" r:id="rId18"/>
    <p:sldLayoutId id="2147484169" r:id="rId19"/>
    <p:sldLayoutId id="2147484172" r:id="rId20"/>
    <p:sldLayoutId id="2147484211" r:id="rId21"/>
    <p:sldLayoutId id="2147484170" r:id="rId22"/>
    <p:sldLayoutId id="2147484171" r:id="rId23"/>
    <p:sldLayoutId id="2147484209" r:id="rId24"/>
    <p:sldLayoutId id="2147484173" r:id="rId25"/>
    <p:sldLayoutId id="2147484174" r:id="rId26"/>
    <p:sldLayoutId id="2147484175" r:id="rId27"/>
    <p:sldLayoutId id="2147484176" r:id="rId28"/>
    <p:sldLayoutId id="2147484177" r:id="rId29"/>
    <p:sldLayoutId id="2147484178" r:id="rId30"/>
    <p:sldLayoutId id="2147484212" r:id="rId31"/>
    <p:sldLayoutId id="2147484179" r:id="rId32"/>
    <p:sldLayoutId id="2147484180" r:id="rId33"/>
    <p:sldLayoutId id="2147484181" r:id="rId34"/>
    <p:sldLayoutId id="2147484213" r:id="rId35"/>
    <p:sldLayoutId id="2147484182" r:id="rId36"/>
    <p:sldLayoutId id="2147484183" r:id="rId37"/>
    <p:sldLayoutId id="2147484184" r:id="rId38"/>
    <p:sldLayoutId id="2147484185" r:id="rId39"/>
    <p:sldLayoutId id="2147484186" r:id="rId40"/>
    <p:sldLayoutId id="2147484187" r:id="rId41"/>
    <p:sldLayoutId id="2147484188" r:id="rId42"/>
    <p:sldLayoutId id="2147484189" r:id="rId43"/>
    <p:sldLayoutId id="2147484190" r:id="rId44"/>
    <p:sldLayoutId id="2147484191" r:id="rId45"/>
    <p:sldLayoutId id="2147484192" r:id="rId46"/>
    <p:sldLayoutId id="2147484193" r:id="rId47"/>
    <p:sldLayoutId id="2147484194" r:id="rId48"/>
    <p:sldLayoutId id="2147484195" r:id="rId49"/>
    <p:sldLayoutId id="2147484196" r:id="rId50"/>
    <p:sldLayoutId id="2147484197" r:id="rId51"/>
    <p:sldLayoutId id="2147484214" r:id="rId52"/>
    <p:sldLayoutId id="2147484198" r:id="rId53"/>
    <p:sldLayoutId id="2147484199" r:id="rId54"/>
    <p:sldLayoutId id="2147484200" r:id="rId55"/>
    <p:sldLayoutId id="2147484201" r:id="rId56"/>
    <p:sldLayoutId id="2147484202" r:id="rId57"/>
    <p:sldLayoutId id="2147484216" r:id="rId58"/>
    <p:sldLayoutId id="2147484203" r:id="rId59"/>
    <p:sldLayoutId id="2147484204" r:id="rId60"/>
    <p:sldLayoutId id="2147484205" r:id="rId61"/>
    <p:sldLayoutId id="2147484206" r:id="rId62"/>
    <p:sldLayoutId id="2147484207" r:id="rId63"/>
    <p:sldLayoutId id="2147484208" r:id="rId64"/>
  </p:sldLayoutIdLst>
  <p:txStyles>
    <p:titleStyle>
      <a:lvl1pPr algn="l" defTabSz="914400" rtl="0" eaLnBrk="1" latinLnBrk="0" hangingPunct="1">
        <a:lnSpc>
          <a:spcPct val="90000"/>
        </a:lnSpc>
        <a:spcBef>
          <a:spcPct val="0"/>
        </a:spcBef>
        <a:buNone/>
        <a:defRPr sz="4000" b="1" kern="1200">
          <a:solidFill>
            <a:schemeClr val="accent1"/>
          </a:solidFill>
          <a:latin typeface="+mj-lt"/>
          <a:ea typeface="+mj-ea"/>
          <a:cs typeface="+mj-cs"/>
        </a:defRPr>
      </a:lvl1pPr>
    </p:titleStyle>
    <p:bodyStyle>
      <a:lvl1pPr marL="342900" indent="-342900" algn="l" defTabSz="914400" rtl="0" eaLnBrk="1" latinLnBrk="0" hangingPunct="1">
        <a:lnSpc>
          <a:spcPct val="110000"/>
        </a:lnSpc>
        <a:spcBef>
          <a:spcPts val="0"/>
        </a:spcBef>
        <a:spcAft>
          <a:spcPts val="2000"/>
        </a:spcAft>
        <a:buClr>
          <a:schemeClr val="tx1"/>
        </a:buClr>
        <a:buSzPct val="75000"/>
        <a:buFont typeface="Wingdings" panose="05000000000000000000" pitchFamily="2" charset="2"/>
        <a:buChar char="§"/>
        <a:defRPr sz="2800" kern="1200">
          <a:solidFill>
            <a:schemeClr val="tx1"/>
          </a:solidFill>
          <a:latin typeface="+mn-lt"/>
          <a:ea typeface="+mn-ea"/>
          <a:cs typeface="+mn-cs"/>
        </a:defRPr>
      </a:lvl1pPr>
      <a:lvl2pPr marL="804672" indent="-347472" algn="l" defTabSz="914400" rtl="0" eaLnBrk="1" latinLnBrk="0" hangingPunct="1">
        <a:lnSpc>
          <a:spcPct val="110000"/>
        </a:lnSpc>
        <a:spcBef>
          <a:spcPts val="0"/>
        </a:spcBef>
        <a:spcAft>
          <a:spcPts val="2000"/>
        </a:spcAft>
        <a:buClr>
          <a:schemeClr val="tx1"/>
        </a:buClr>
        <a:buSzPct val="90000"/>
        <a:buFont typeface="Arial" panose="020B0604020202020204" pitchFamily="34" charset="0"/>
        <a:buChar char="–"/>
        <a:defRPr sz="2400" kern="1200">
          <a:solidFill>
            <a:schemeClr val="tx1"/>
          </a:solidFill>
          <a:latin typeface="+mn-lt"/>
          <a:ea typeface="+mn-ea"/>
          <a:cs typeface="+mn-cs"/>
        </a:defRPr>
      </a:lvl2pPr>
      <a:lvl3pPr marL="804672" indent="-347472" algn="l" defTabSz="914400" rtl="0" eaLnBrk="1" latinLnBrk="0" hangingPunct="1">
        <a:lnSpc>
          <a:spcPct val="110000"/>
        </a:lnSpc>
        <a:spcBef>
          <a:spcPts val="0"/>
        </a:spcBef>
        <a:spcAft>
          <a:spcPts val="2000"/>
        </a:spcAft>
        <a:buClr>
          <a:schemeClr val="tx1"/>
        </a:buClr>
        <a:buSzPct val="90000"/>
        <a:buFont typeface="Arial" panose="020B0604020202020204" pitchFamily="34" charset="0"/>
        <a:buChar char="–"/>
        <a:defRPr sz="2400" kern="1200">
          <a:solidFill>
            <a:schemeClr val="tx1"/>
          </a:solidFill>
          <a:latin typeface="+mn-lt"/>
          <a:ea typeface="+mn-ea"/>
          <a:cs typeface="+mn-cs"/>
        </a:defRPr>
      </a:lvl3pPr>
      <a:lvl4pPr marL="804672" indent="-347472" algn="l" defTabSz="914400" rtl="0" eaLnBrk="1" latinLnBrk="0" hangingPunct="1">
        <a:lnSpc>
          <a:spcPct val="110000"/>
        </a:lnSpc>
        <a:spcBef>
          <a:spcPts val="0"/>
        </a:spcBef>
        <a:spcAft>
          <a:spcPts val="2000"/>
        </a:spcAft>
        <a:buClr>
          <a:schemeClr val="tx1"/>
        </a:buClr>
        <a:buSzPct val="90000"/>
        <a:buFont typeface="Arial" panose="020B0604020202020204" pitchFamily="34" charset="0"/>
        <a:buChar char="–"/>
        <a:defRPr sz="2400" kern="1200">
          <a:solidFill>
            <a:schemeClr val="tx1"/>
          </a:solidFill>
          <a:latin typeface="+mn-lt"/>
          <a:ea typeface="+mn-ea"/>
          <a:cs typeface="+mn-cs"/>
        </a:defRPr>
      </a:lvl4pPr>
      <a:lvl5pPr marL="804672" indent="-347472" algn="l" defTabSz="914400" rtl="0" eaLnBrk="1" latinLnBrk="0" hangingPunct="1">
        <a:lnSpc>
          <a:spcPct val="110000"/>
        </a:lnSpc>
        <a:spcBef>
          <a:spcPts val="0"/>
        </a:spcBef>
        <a:spcAft>
          <a:spcPts val="2000"/>
        </a:spcAft>
        <a:buClr>
          <a:schemeClr val="tx1"/>
        </a:buClr>
        <a:buSzPct val="90000"/>
        <a:buFont typeface="Arial" panose="020B0604020202020204" pitchFamily="34" charset="0"/>
        <a:buChar char="–"/>
        <a:defRPr sz="2400" kern="1200">
          <a:solidFill>
            <a:schemeClr val="tx1"/>
          </a:solidFill>
          <a:latin typeface="+mn-lt"/>
          <a:ea typeface="+mn-ea"/>
          <a:cs typeface="+mn-cs"/>
        </a:defRPr>
      </a:lvl5pPr>
      <a:lvl6pPr marL="800100" indent="-342900" algn="l" defTabSz="914400" rtl="0" eaLnBrk="1" latinLnBrk="0" hangingPunct="1">
        <a:lnSpc>
          <a:spcPct val="110000"/>
        </a:lnSpc>
        <a:spcBef>
          <a:spcPts val="0"/>
        </a:spcBef>
        <a:spcAft>
          <a:spcPts val="2000"/>
        </a:spcAft>
        <a:buClr>
          <a:schemeClr val="tx1"/>
        </a:buClr>
        <a:buSzPct val="90000"/>
        <a:buFont typeface="Arial" panose="020B0604020202020204" pitchFamily="34" charset="0"/>
        <a:buChar char="–"/>
        <a:defRPr sz="2400" kern="1200">
          <a:solidFill>
            <a:schemeClr val="tx1"/>
          </a:solidFill>
          <a:latin typeface="+mn-lt"/>
          <a:ea typeface="+mn-ea"/>
          <a:cs typeface="+mn-cs"/>
        </a:defRPr>
      </a:lvl6pPr>
      <a:lvl7pPr marL="804672" indent="-347472" algn="l" defTabSz="914400" rtl="0" eaLnBrk="1" latinLnBrk="0" hangingPunct="1">
        <a:lnSpc>
          <a:spcPct val="110000"/>
        </a:lnSpc>
        <a:spcBef>
          <a:spcPts val="0"/>
        </a:spcBef>
        <a:spcAft>
          <a:spcPts val="2000"/>
        </a:spcAft>
        <a:buClr>
          <a:schemeClr val="tx1"/>
        </a:buClr>
        <a:buSzPct val="90000"/>
        <a:buFont typeface="Arial" panose="020B0604020202020204" pitchFamily="34" charset="0"/>
        <a:buChar char="–"/>
        <a:defRPr sz="2400" kern="1200">
          <a:solidFill>
            <a:schemeClr val="tx1"/>
          </a:solidFill>
          <a:latin typeface="+mn-lt"/>
          <a:ea typeface="+mn-ea"/>
          <a:cs typeface="+mn-cs"/>
        </a:defRPr>
      </a:lvl7pPr>
      <a:lvl8pPr marL="804672" indent="-347472" algn="l" defTabSz="914400" rtl="0" eaLnBrk="1" latinLnBrk="0" hangingPunct="1">
        <a:lnSpc>
          <a:spcPct val="110000"/>
        </a:lnSpc>
        <a:spcBef>
          <a:spcPts val="0"/>
        </a:spcBef>
        <a:spcAft>
          <a:spcPts val="2000"/>
        </a:spcAft>
        <a:buClr>
          <a:schemeClr val="tx1"/>
        </a:buClr>
        <a:buSzPct val="90000"/>
        <a:buFont typeface="Arial" panose="020B0604020202020204" pitchFamily="34" charset="0"/>
        <a:buChar char="–"/>
        <a:defRPr sz="2400" kern="1200">
          <a:solidFill>
            <a:schemeClr val="tx1"/>
          </a:solidFill>
          <a:latin typeface="+mn-lt"/>
          <a:ea typeface="+mn-ea"/>
          <a:cs typeface="+mn-cs"/>
        </a:defRPr>
      </a:lvl8pPr>
      <a:lvl9pPr marL="804672" indent="-347472" algn="l" defTabSz="914400" rtl="0" eaLnBrk="1" latinLnBrk="0" hangingPunct="1">
        <a:lnSpc>
          <a:spcPct val="110000"/>
        </a:lnSpc>
        <a:spcBef>
          <a:spcPts val="0"/>
        </a:spcBef>
        <a:spcAft>
          <a:spcPts val="2000"/>
        </a:spcAft>
        <a:buClr>
          <a:schemeClr val="tx1"/>
        </a:buClr>
        <a:buSzPct val="90000"/>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914400" rtl="0" eaLnBrk="1" latinLnBrk="0" hangingPunct="1">
        <a:defRPr sz="2000" kern="1200">
          <a:solidFill>
            <a:schemeClr val="tx1"/>
          </a:solidFill>
          <a:latin typeface="+mn-lt"/>
          <a:ea typeface="+mn-ea"/>
          <a:cs typeface="+mn-cs"/>
        </a:defRPr>
      </a:lvl1pPr>
      <a:lvl2pPr marL="0" algn="l" defTabSz="914400" rtl="0" eaLnBrk="1" latinLnBrk="0" hangingPunct="1">
        <a:defRPr sz="2000" kern="1200">
          <a:solidFill>
            <a:schemeClr val="tx1"/>
          </a:solidFill>
          <a:latin typeface="+mn-lt"/>
          <a:ea typeface="+mn-ea"/>
          <a:cs typeface="+mn-cs"/>
        </a:defRPr>
      </a:lvl2pPr>
      <a:lvl3pPr marL="0" algn="l" defTabSz="914400" rtl="0" eaLnBrk="1" latinLnBrk="0" hangingPunct="1">
        <a:defRPr sz="2000" kern="1200">
          <a:solidFill>
            <a:schemeClr val="tx1"/>
          </a:solidFill>
          <a:latin typeface="+mn-lt"/>
          <a:ea typeface="+mn-ea"/>
          <a:cs typeface="+mn-cs"/>
        </a:defRPr>
      </a:lvl3pPr>
      <a:lvl4pPr marL="0" algn="l" defTabSz="914400" rtl="0" eaLnBrk="1" latinLnBrk="0" hangingPunct="1">
        <a:defRPr sz="2000" kern="1200">
          <a:solidFill>
            <a:schemeClr val="tx1"/>
          </a:solidFill>
          <a:latin typeface="+mn-lt"/>
          <a:ea typeface="+mn-ea"/>
          <a:cs typeface="+mn-cs"/>
        </a:defRPr>
      </a:lvl4pPr>
      <a:lvl5pPr marL="0" algn="l" defTabSz="914400" rtl="0" eaLnBrk="1" latinLnBrk="0" hangingPunct="1">
        <a:defRPr sz="2000" kern="1200">
          <a:solidFill>
            <a:schemeClr val="tx1"/>
          </a:solidFill>
          <a:latin typeface="+mn-lt"/>
          <a:ea typeface="+mn-ea"/>
          <a:cs typeface="+mn-cs"/>
        </a:defRPr>
      </a:lvl5pPr>
      <a:lvl6pPr marL="0" algn="l" defTabSz="914400" rtl="0" eaLnBrk="1" latinLnBrk="0" hangingPunct="1">
        <a:defRPr sz="2000" kern="1200">
          <a:solidFill>
            <a:schemeClr val="tx1"/>
          </a:solidFill>
          <a:latin typeface="+mn-lt"/>
          <a:ea typeface="+mn-ea"/>
          <a:cs typeface="+mn-cs"/>
        </a:defRPr>
      </a:lvl6pPr>
      <a:lvl7pPr marL="0" algn="l" defTabSz="914400" rtl="0" eaLnBrk="1" latinLnBrk="0" hangingPunct="1">
        <a:defRPr sz="2000" kern="1200">
          <a:solidFill>
            <a:schemeClr val="tx1"/>
          </a:solidFill>
          <a:latin typeface="+mn-lt"/>
          <a:ea typeface="+mn-ea"/>
          <a:cs typeface="+mn-cs"/>
        </a:defRPr>
      </a:lvl7pPr>
      <a:lvl8pPr marL="0" algn="l" defTabSz="914400" rtl="0" eaLnBrk="1" latinLnBrk="0" hangingPunct="1">
        <a:defRPr sz="2000" kern="1200">
          <a:solidFill>
            <a:schemeClr val="tx1"/>
          </a:solidFill>
          <a:latin typeface="+mn-lt"/>
          <a:ea typeface="+mn-ea"/>
          <a:cs typeface="+mn-cs"/>
        </a:defRPr>
      </a:lvl8pPr>
      <a:lvl9pPr marL="0" algn="l" defTabSz="914400" rtl="0" eaLnBrk="1" latinLnBrk="0" hangingPunct="1">
        <a:defRPr sz="2000" kern="1200">
          <a:solidFill>
            <a:schemeClr val="tx1"/>
          </a:solidFill>
          <a:latin typeface="+mn-lt"/>
          <a:ea typeface="+mn-ea"/>
          <a:cs typeface="+mn-cs"/>
        </a:defRPr>
      </a:lvl9pPr>
    </p:otherStyle>
  </p:txStyles>
  <p:extLst>
    <p:ext uri="{27BBF7A9-308A-43DC-89C8-2F10F3537804}">
      <p15:sldGuideLst xmlns:p15="http://schemas.microsoft.com/office/powerpoint/2012/main">
        <p15:guide id="67" pos="4977">
          <p15:clr>
            <a:srgbClr val="000000"/>
          </p15:clr>
        </p15:guide>
        <p15:guide id="68" pos="2701">
          <p15:clr>
            <a:srgbClr val="000000"/>
          </p15:clr>
        </p15:guide>
        <p15:guide id="69" orient="horz" pos="2160">
          <p15:clr>
            <a:srgbClr val="F26B43"/>
          </p15:clr>
        </p15:guide>
        <p15:guide id="70" pos="3840">
          <p15:clr>
            <a:srgbClr val="F26B43"/>
          </p15:clr>
        </p15:guide>
        <p15:guide id="81" orient="horz" pos="1944">
          <p15:clr>
            <a:srgbClr val="A4A3A4"/>
          </p15:clr>
        </p15:guide>
        <p15:guide id="85" pos="3081">
          <p15:clr>
            <a:srgbClr val="A4A3A4"/>
          </p15:clr>
        </p15:guide>
        <p15:guide id="86" pos="4602">
          <p15:clr>
            <a:srgbClr val="A4A3A4"/>
          </p15:clr>
        </p15:guide>
        <p15:guide id="91" pos="1560">
          <p15:clr>
            <a:srgbClr val="A4A3A4"/>
          </p15:clr>
        </p15:guide>
        <p15:guide id="92" pos="6120">
          <p15:clr>
            <a:srgbClr val="A4A3A4"/>
          </p15:clr>
        </p15:guide>
        <p15:guide id="156" orient="horz" pos="408" userDrawn="1">
          <p15:clr>
            <a:srgbClr val="F26B43"/>
          </p15:clr>
        </p15:guide>
        <p15:guide id="157" orient="horz" pos="3912" userDrawn="1">
          <p15:clr>
            <a:srgbClr val="000000"/>
          </p15:clr>
        </p15:guide>
        <p15:guide id="158" orient="horz" pos="627" userDrawn="1">
          <p15:clr>
            <a:srgbClr val="A4A3A4"/>
          </p15:clr>
        </p15:guide>
        <p15:guide id="159" orient="horz" pos="3690" userDrawn="1">
          <p15:clr>
            <a:srgbClr val="A4A3A4"/>
          </p15:clr>
        </p15:guide>
        <p15:guide id="160" pos="7262" userDrawn="1">
          <p15:clr>
            <a:srgbClr val="F26B43"/>
          </p15:clr>
        </p15:guide>
        <p15:guide id="161" orient="horz" pos="846" userDrawn="1">
          <p15:clr>
            <a:srgbClr val="A4A3A4"/>
          </p15:clr>
        </p15:guide>
        <p15:guide id="162" orient="horz" pos="3471" userDrawn="1">
          <p15:clr>
            <a:srgbClr val="A4A3A4"/>
          </p15:clr>
        </p15:guide>
        <p15:guide id="163" orient="horz" pos="1065" userDrawn="1">
          <p15:clr>
            <a:srgbClr val="547EBF"/>
          </p15:clr>
        </p15:guide>
        <p15:guide id="164" orient="horz" pos="3252" userDrawn="1">
          <p15:clr>
            <a:srgbClr val="A4A3A4"/>
          </p15:clr>
        </p15:guide>
        <p15:guide id="165" orient="horz" pos="1285" userDrawn="1">
          <p15:clr>
            <a:srgbClr val="A4A3A4"/>
          </p15:clr>
        </p15:guide>
        <p15:guide id="166" orient="horz" pos="3038" userDrawn="1">
          <p15:clr>
            <a:srgbClr val="A4A3A4"/>
          </p15:clr>
        </p15:guide>
        <p15:guide id="167" orient="horz" pos="1504" userDrawn="1">
          <p15:clr>
            <a:srgbClr val="A4A3A4"/>
          </p15:clr>
        </p15:guide>
        <p15:guide id="168" orient="horz" pos="2819" userDrawn="1">
          <p15:clr>
            <a:srgbClr val="A4A3A4"/>
          </p15:clr>
        </p15:guide>
        <p15:guide id="169" orient="horz" pos="1723" userDrawn="1">
          <p15:clr>
            <a:srgbClr val="A4A3A4"/>
          </p15:clr>
        </p15:guide>
        <p15:guide id="170" orient="horz" pos="2600" userDrawn="1">
          <p15:clr>
            <a:srgbClr val="A4A3A4"/>
          </p15:clr>
        </p15:guide>
        <p15:guide id="171" pos="3460" userDrawn="1">
          <p15:clr>
            <a:srgbClr val="A4A3A4"/>
          </p15:clr>
        </p15:guide>
        <p15:guide id="172" pos="2320" userDrawn="1">
          <p15:clr>
            <a:srgbClr val="A4A3A4"/>
          </p15:clr>
        </p15:guide>
        <p15:guide id="173" pos="5359" userDrawn="1">
          <p15:clr>
            <a:srgbClr val="A4A3A4"/>
          </p15:clr>
        </p15:guide>
        <p15:guide id="174" pos="1938" userDrawn="1">
          <p15:clr>
            <a:srgbClr val="A4A3A4"/>
          </p15:clr>
        </p15:guide>
        <p15:guide id="175" pos="5741" userDrawn="1">
          <p15:clr>
            <a:srgbClr val="A4A3A4"/>
          </p15:clr>
        </p15:guide>
        <p15:guide id="176" pos="1176" userDrawn="1">
          <p15:clr>
            <a:srgbClr val="A4A3A4"/>
          </p15:clr>
        </p15:guide>
        <p15:guide id="177" pos="800" userDrawn="1">
          <p15:clr>
            <a:srgbClr val="A4A3A4"/>
          </p15:clr>
        </p15:guide>
        <p15:guide id="178" pos="6881" userDrawn="1">
          <p15:clr>
            <a:srgbClr val="A4A3A4"/>
          </p15:clr>
        </p15:guide>
        <p15:guide id="179" pos="6499" userDrawn="1">
          <p15:clr>
            <a:srgbClr val="A4A3A4"/>
          </p15:clr>
        </p15:guide>
        <p15:guide id="180" pos="4219" userDrawn="1">
          <p15:clr>
            <a:srgbClr val="A4A3A4"/>
          </p15:clr>
        </p15:guide>
        <p15:guide id="181" pos="416" userDrawn="1">
          <p15:clr>
            <a:srgbClr val="F26B43"/>
          </p15:clr>
        </p15:guide>
        <p15:guide id="182" orient="horz" pos="2376"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t>October 2026</a:t>
            </a:r>
          </a:p>
        </p:txBody>
      </p:sp>
      <p:sp>
        <p:nvSpPr>
          <p:cNvPr id="3" name="Text Placeholder 2"/>
          <p:cNvSpPr>
            <a:spLocks noGrp="1"/>
          </p:cNvSpPr>
          <p:nvPr>
            <p:ph type="body" idx="10" sz="quarter"/>
          </p:nvPr>
        </p:nvSpPr>
        <p:spPr/>
        <p:txBody>
          <a:bodyPr/>
          <a:lstStyle/>
          <a:p>
            <a:r>
              <a:rPr sz="2000"/>
              <a:t>Caleb Hansen, Genevieve Kochel</a:t>
            </a:r>
          </a:p>
          <a:p>
            <a:r>
              <a:rPr sz="2000"/>
              <a:t>Darron Li, Lucas Phillips</a:t>
            </a:r>
          </a:p>
        </p:txBody>
      </p:sp>
      <p:sp>
        <p:nvSpPr>
          <p:cNvPr id="4" name="Text Placeholder 3"/>
          <p:cNvSpPr>
            <a:spLocks noGrp="1"/>
          </p:cNvSpPr>
          <p:nvPr>
            <p:ph type="body" idx="11" sz="quarter"/>
          </p:nvPr>
        </p:nvSpPr>
        <p:spPr/>
        <p:txBody>
          <a:bodyPr/>
          <a:lstStyle/>
          <a:p>
            <a:r>
              <a:rPr sz="2000"/>
              <a:t>CptS 423, Team 03-SEL-BFSDK</a:t>
            </a:r>
          </a:p>
          <a:p>
            <a:r>
              <a:rPr sz="2000"/>
              <a:t>Client Joe Stanley, SEL</a:t>
            </a:r>
          </a:p>
        </p:txBody>
      </p:sp>
      <p:sp>
        <p:nvSpPr>
          <p:cNvPr id="5" name="Title 4"/>
          <p:cNvSpPr>
            <a:spLocks noGrp="1"/>
          </p:cNvSpPr>
          <p:nvPr>
            <p:ph type="title"/>
          </p:nvPr>
        </p:nvSpPr>
        <p:spPr/>
        <p:txBody>
          <a:bodyPr/>
          <a:lstStyle/>
          <a:p>
            <a:r>
              <a:t>SEL Blueframe Python SDK, Sprint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Rectangle 2"/>
          <p:cNvSpPr/>
          <p:nvPr/>
        </p:nvSpPr>
        <p:spPr>
          <a:xfrm>
            <a:off x="658368" y="1737360"/>
            <a:ext cx="5120640" cy="2103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700" b="1">
                <a:solidFill>
                  <a:srgbClr val="003A5D"/>
                </a:solidFill>
              </a:rPr>
              <a:t>The project</a:t>
            </a:r>
          </a:p>
          <a:p>
            <a:pPr>
              <a:spcAft>
                <a:spcPts val="500"/>
              </a:spcAft>
            </a:pPr>
            <a:r>
              <a:rPr sz="1500">
                <a:solidFill>
                  <a:srgbClr val="003A5D"/>
                </a:solidFill>
              </a:rPr>
              <a:t>Blueframe apps send grid data through Signal Hub. SEL has Go and C# clients, but most engineers write Python.</a:t>
            </a:r>
          </a:p>
          <a:p>
            <a:pPr>
              <a:spcAft>
                <a:spcPts val="500"/>
              </a:spcAft>
            </a:pPr>
            <a:r>
              <a:rPr sz="1500">
                <a:solidFill>
                  <a:srgbClr val="003A5D"/>
                </a:solidFill>
              </a:rPr>
              <a:t>The SDK wraps an existing client, so SEL never has to maintain a third copy.</a:t>
            </a:r>
          </a:p>
        </p:txBody>
      </p:sp>
      <p:sp>
        <p:nvSpPr>
          <p:cNvPr id="4" name="Rectangle 3"/>
          <p:cNvSpPr/>
          <p:nvPr/>
        </p:nvSpPr>
        <p:spPr>
          <a:xfrm>
            <a:off x="658368" y="4023360"/>
            <a:ext cx="5120640" cy="201168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700" b="1">
                <a:solidFill>
                  <a:srgbClr val="003A5D"/>
                </a:solidFill>
              </a:rPr>
              <a:t>Sprint 5 goal</a:t>
            </a:r>
          </a:p>
          <a:p>
            <a:pPr>
              <a:spcAft>
                <a:spcPts val="500"/>
              </a:spcAft>
            </a:pPr>
            <a:r>
              <a:rPr sz="1500">
                <a:solidFill>
                  <a:srgbClr val="003A5D"/>
                </a:solidFill>
              </a:rPr>
              <a:t>Python bindings that a script can import to publish and subscribe, with automated tests, compatibility results and user docs.</a:t>
            </a:r>
          </a:p>
        </p:txBody>
      </p:sp>
      <p:sp>
        <p:nvSpPr>
          <p:cNvPr id="5" name="Rectangle 4"/>
          <p:cNvSpPr/>
          <p:nvPr/>
        </p:nvSpPr>
        <p:spPr>
          <a:xfrm>
            <a:off x="6126480" y="1737360"/>
            <a:ext cx="5394960" cy="960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600" b="1">
                <a:solidFill>
                  <a:srgbClr val="003A5D"/>
                </a:solidFill>
              </a:rPr>
              <a:t>Lucas Phillips</a:t>
            </a:r>
          </a:p>
          <a:p>
            <a:pPr>
              <a:spcAft>
                <a:spcPts val="500"/>
              </a:spcAft>
            </a:pPr>
            <a:r>
              <a:rPr sz="1400">
                <a:solidFill>
                  <a:srgbClr val="003A5D"/>
                </a:solidFill>
              </a:rPr>
              <a:t>Bindings on the bridge, Python.NET tests, docs</a:t>
            </a:r>
          </a:p>
        </p:txBody>
      </p:sp>
      <p:sp>
        <p:nvSpPr>
          <p:cNvPr id="6" name="Rectangle 5"/>
          <p:cNvSpPr/>
          <p:nvPr/>
        </p:nvSpPr>
        <p:spPr>
          <a:xfrm>
            <a:off x="6126480" y="2834639"/>
            <a:ext cx="5394960" cy="960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600" b="1">
                <a:solidFill>
                  <a:srgbClr val="003A5D"/>
                </a:solidFill>
              </a:rPr>
              <a:t>Caleb Hansen</a:t>
            </a:r>
          </a:p>
          <a:p>
            <a:pPr>
              <a:spcAft>
                <a:spcPts val="500"/>
              </a:spcAft>
            </a:pPr>
            <a:r>
              <a:rPr sz="1400">
                <a:solidFill>
                  <a:srgbClr val="003A5D"/>
                </a:solidFill>
              </a:rPr>
              <a:t>Test harness owner, repo and CI</a:t>
            </a:r>
          </a:p>
        </p:txBody>
      </p:sp>
      <p:sp>
        <p:nvSpPr>
          <p:cNvPr id="7" name="Rectangle 6"/>
          <p:cNvSpPr/>
          <p:nvPr/>
        </p:nvSpPr>
        <p:spPr>
          <a:xfrm>
            <a:off x="6126480" y="3931920"/>
            <a:ext cx="5394960" cy="960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600" b="1">
                <a:solidFill>
                  <a:srgbClr val="003A5D"/>
                </a:solidFill>
              </a:rPr>
              <a:t>Genevieve Kochel</a:t>
            </a:r>
          </a:p>
          <a:p>
            <a:pPr>
              <a:spcAft>
                <a:spcPts val="500"/>
              </a:spcAft>
            </a:pPr>
            <a:r>
              <a:rPr sz="1400">
                <a:solidFill>
                  <a:srgbClr val="003A5D"/>
                </a:solidFill>
              </a:rPr>
              <a:t>C# client evaluation and user docs owner</a:t>
            </a:r>
          </a:p>
        </p:txBody>
      </p:sp>
      <p:sp>
        <p:nvSpPr>
          <p:cNvPr id="8" name="Rectangle 7"/>
          <p:cNvSpPr/>
          <p:nvPr/>
        </p:nvSpPr>
        <p:spPr>
          <a:xfrm>
            <a:off x="6126480" y="5029200"/>
            <a:ext cx="5394960" cy="960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600" b="1">
                <a:solidFill>
                  <a:srgbClr val="003A5D"/>
                </a:solidFill>
              </a:rPr>
              <a:t>Darron Li</a:t>
            </a:r>
          </a:p>
          <a:p>
            <a:pPr>
              <a:spcAft>
                <a:spcPts val="500"/>
              </a:spcAft>
            </a:pPr>
            <a:r>
              <a:rPr sz="1400">
                <a:solidFill>
                  <a:srgbClr val="003A5D"/>
                </a:solidFill>
              </a:rPr>
              <a:t>Cross-platform validation and compatibility roadmap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Sprint Objectives</a:t>
            </a:r>
          </a:p>
        </p:txBody>
      </p:sp>
      <p:sp>
        <p:nvSpPr>
          <p:cNvPr id="3" name="Rectangle 2"/>
          <p:cNvSpPr/>
          <p:nvPr/>
        </p:nvSpPr>
        <p:spPr>
          <a:xfrm>
            <a:off x="658368" y="1737360"/>
            <a:ext cx="2578608" cy="219456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1. Python bindings</a:t>
            </a:r>
          </a:p>
          <a:p>
            <a:pPr>
              <a:spcAft>
                <a:spcPts val="500"/>
              </a:spcAft>
            </a:pPr>
            <a:r>
              <a:rPr sz="1600">
                <a:solidFill>
                  <a:srgbClr val="003A5D"/>
                </a:solidFill>
              </a:rPr>
              <a:t>A Python program imports the wrapper and uses publish and subscribe.</a:t>
            </a:r>
          </a:p>
        </p:txBody>
      </p:sp>
      <p:sp>
        <p:nvSpPr>
          <p:cNvPr id="4" name="Rectangle 3"/>
          <p:cNvSpPr/>
          <p:nvPr/>
        </p:nvSpPr>
        <p:spPr>
          <a:xfrm>
            <a:off x="3419856" y="1737360"/>
            <a:ext cx="2578608" cy="219456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2. Automated tests</a:t>
            </a:r>
          </a:p>
          <a:p>
            <a:pPr>
              <a:spcAft>
                <a:spcPts val="500"/>
              </a:spcAft>
            </a:pPr>
            <a:r>
              <a:rPr sz="1600">
                <a:solidFill>
                  <a:srgbClr val="003A5D"/>
                </a:solidFill>
              </a:rPr>
              <a:t>Normal use, errors, limits and concurrency, run automatically.</a:t>
            </a:r>
          </a:p>
        </p:txBody>
      </p:sp>
      <p:sp>
        <p:nvSpPr>
          <p:cNvPr id="5" name="Rectangle 4"/>
          <p:cNvSpPr/>
          <p:nvPr/>
        </p:nvSpPr>
        <p:spPr>
          <a:xfrm>
            <a:off x="6181344" y="1737360"/>
            <a:ext cx="2578608" cy="219456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3. Compatibility</a:t>
            </a:r>
          </a:p>
          <a:p>
            <a:pPr>
              <a:spcAft>
                <a:spcPts val="500"/>
              </a:spcAft>
            </a:pPr>
            <a:r>
              <a:rPr sz="1600">
                <a:solidFill>
                  <a:srgbClr val="003A5D"/>
                </a:solidFill>
              </a:rPr>
              <a:t>The agreed Python version and operating systems, with test logs.</a:t>
            </a:r>
          </a:p>
        </p:txBody>
      </p:sp>
      <p:sp>
        <p:nvSpPr>
          <p:cNvPr id="6" name="Rectangle 5"/>
          <p:cNvSpPr/>
          <p:nvPr/>
        </p:nvSpPr>
        <p:spPr>
          <a:xfrm>
            <a:off x="8942832" y="1737360"/>
            <a:ext cx="2578608" cy="219456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4. User docs</a:t>
            </a:r>
          </a:p>
          <a:p>
            <a:pPr>
              <a:spcAft>
                <a:spcPts val="500"/>
              </a:spcAft>
            </a:pPr>
            <a:r>
              <a:rPr sz="1600">
                <a:solidFill>
                  <a:srgbClr val="003A5D"/>
                </a:solidFill>
              </a:rPr>
              <a:t>Install, setup, API and a pub/sub example a developer can follow.</a:t>
            </a:r>
          </a:p>
        </p:txBody>
      </p:sp>
      <p:sp>
        <p:nvSpPr>
          <p:cNvPr id="7" name="Rectangle 6"/>
          <p:cNvSpPr/>
          <p:nvPr/>
        </p:nvSpPr>
        <p:spPr>
          <a:xfrm>
            <a:off x="658368" y="4160520"/>
            <a:ext cx="5349240" cy="192024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Why these</a:t>
            </a:r>
          </a:p>
          <a:p>
            <a:pPr>
              <a:spcAft>
                <a:spcPts val="500"/>
              </a:spcAft>
            </a:pPr>
            <a:r>
              <a:rPr sz="1600">
                <a:solidFill>
                  <a:srgbClr val="003A5D"/>
                </a:solidFill>
              </a:rPr>
              <a:t>Joe agreed on September 28 to move to the C# client and keep the Go bridge as the fallback.</a:t>
            </a:r>
          </a:p>
          <a:p>
            <a:pPr>
              <a:spcAft>
                <a:spcPts val="500"/>
              </a:spcAft>
            </a:pPr>
            <a:r>
              <a:rPr sz="1600">
                <a:solidFill>
                  <a:srgbClr val="003A5D"/>
                </a:solidFill>
              </a:rPr>
              <a:t>Sprint 6 is the handoff, so the SDK has to be tested and documented now.</a:t>
            </a:r>
          </a:p>
        </p:txBody>
      </p:sp>
      <p:sp>
        <p:nvSpPr>
          <p:cNvPr id="8" name="Rectangle 7"/>
          <p:cNvSpPr/>
          <p:nvPr/>
        </p:nvSpPr>
        <p:spPr>
          <a:xfrm>
            <a:off x="6190488" y="4160520"/>
            <a:ext cx="5349240" cy="192024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Long term vision</a:t>
            </a:r>
          </a:p>
          <a:p>
            <a:pPr>
              <a:spcAft>
                <a:spcPts val="500"/>
              </a:spcAft>
            </a:pPr>
            <a:r>
              <a:rPr sz="1600">
                <a:solidFill>
                  <a:srgbClr val="003A5D"/>
                </a:solidFill>
              </a:rPr>
              <a:t>Engineers script Signal Hub from Python with numpy in and out.</a:t>
            </a:r>
          </a:p>
          <a:p>
            <a:pPr>
              <a:spcAft>
                <a:spcPts val="500"/>
              </a:spcAft>
            </a:pPr>
            <a:r>
              <a:rPr sz="1600">
                <a:solidFill>
                  <a:srgbClr val="003A5D"/>
                </a:solidFill>
              </a:rPr>
              <a:t>SEL keeps one client, and the Python layer only translates.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Implementation and Demonstration</a:t>
            </a:r>
          </a:p>
        </p:txBody>
      </p:sp>
      <p:graphicFrame>
        <p:nvGraphicFramePr>
          <p:cNvPr id="3" name="Table 2"/>
          <p:cNvGraphicFramePr>
            <a:graphicFrameLocks noGrp="1"/>
          </p:cNvGraphicFramePr>
          <p:nvPr/>
        </p:nvGraphicFramePr>
        <p:xfrm>
          <a:off x="658368" y="1737360"/>
          <a:ext cx="10881360" cy="4023360"/>
        </p:xfrm>
        <a:graphic>
          <a:graphicData uri="http://schemas.openxmlformats.org/drawingml/2006/table">
            <a:tbl>
              <a:tblPr firstRow="1" bandRow="1">
                <a:tableStyleId>{5C22544A-7EE6-4342-B048-85BDC9FD1C3A}</a:tableStyleId>
              </a:tblPr>
              <a:tblGrid>
                <a:gridCol w="914400"/>
                <a:gridCol w="4754880"/>
                <a:gridCol w="1645920"/>
                <a:gridCol w="2468880"/>
                <a:gridCol w="1097280"/>
              </a:tblGrid>
              <a:tr h="402336">
                <a:tc>
                  <a:txBody>
                    <a:bodyPr/>
                    <a:lstStyle/>
                    <a:p>
                      <a:r>
                        <a:rPr sz="1500"/>
                        <a:t>Issue</a:t>
                      </a:r>
                    </a:p>
                  </a:txBody>
                  <a:tcPr/>
                </a:tc>
                <a:tc>
                  <a:txBody>
                    <a:bodyPr/>
                    <a:lstStyle/>
                    <a:p>
                      <a:r>
                        <a:rPr sz="1500"/>
                        <a:t>Feature</a:t>
                      </a:r>
                    </a:p>
                  </a:txBody>
                  <a:tcPr/>
                </a:tc>
                <a:tc>
                  <a:txBody>
                    <a:bodyPr/>
                    <a:lstStyle/>
                    <a:p>
                      <a:r>
                        <a:rPr sz="1500"/>
                        <a:t>Owner</a:t>
                      </a:r>
                    </a:p>
                  </a:txBody>
                  <a:tcPr/>
                </a:tc>
                <a:tc>
                  <a:txBody>
                    <a:bodyPr/>
                    <a:lstStyle/>
                    <a:p>
                      <a:r>
                        <a:rPr sz="1500"/>
                        <a:t>Status</a:t>
                      </a:r>
                    </a:p>
                  </a:txBody>
                  <a:tcPr/>
                </a:tc>
                <a:tc>
                  <a:txBody>
                    <a:bodyPr/>
                    <a:lstStyle/>
                    <a:p>
                      <a:r>
                        <a:rPr sz="1500"/>
                        <a:t>Points</a:t>
                      </a:r>
                    </a:p>
                  </a:txBody>
                  <a:tcPr/>
                </a:tc>
              </a:tr>
              <a:tr h="402336">
                <a:tc>
                  <a:txBody>
                    <a:bodyPr/>
                    <a:lstStyle/>
                    <a:p>
                      <a:r>
                        <a:rPr sz="1500"/>
                        <a:t>#44</a:t>
                      </a:r>
                    </a:p>
                  </a:txBody>
                  <a:tcPr/>
                </a:tc>
                <a:tc>
                  <a:txBody>
                    <a:bodyPr/>
                    <a:lstStyle/>
                    <a:p>
                      <a:r>
                        <a:rPr sz="1500"/>
                        <a:t>Bridge hardening and crash recovery</a:t>
                      </a:r>
                    </a:p>
                  </a:txBody>
                  <a:tcPr/>
                </a:tc>
                <a:tc>
                  <a:txBody>
                    <a:bodyPr/>
                    <a:lstStyle/>
                    <a:p>
                      <a:r>
                        <a:rPr sz="1500"/>
                        <a:t>Lucas</a:t>
                      </a:r>
                    </a:p>
                  </a:txBody>
                  <a:tcPr/>
                </a:tc>
                <a:tc>
                  <a:txBody>
                    <a:bodyPr/>
                    <a:lstStyle/>
                    <a:p>
                      <a:r>
                        <a:rPr sz="1500"/>
                        <a:t>Done</a:t>
                      </a:r>
                    </a:p>
                  </a:txBody>
                  <a:tcPr/>
                </a:tc>
                <a:tc>
                  <a:txBody>
                    <a:bodyPr/>
                    <a:lstStyle/>
                    <a:p>
                      <a:r>
                        <a:rPr sz="1500"/>
                        <a:t>8</a:t>
                      </a:r>
                    </a:p>
                  </a:txBody>
                  <a:tcPr/>
                </a:tc>
              </a:tr>
              <a:tr h="402336">
                <a:tc>
                  <a:txBody>
                    <a:bodyPr/>
                    <a:lstStyle/>
                    <a:p>
                      <a:r>
                        <a:rPr sz="1500"/>
                        <a:t>#45</a:t>
                      </a:r>
                    </a:p>
                  </a:txBody>
                  <a:tcPr/>
                </a:tc>
                <a:tc>
                  <a:txBody>
                    <a:bodyPr/>
                    <a:lstStyle/>
                    <a:p>
                      <a:r>
                        <a:rPr sz="1500"/>
                        <a:t>Demo app for the SDK</a:t>
                      </a:r>
                    </a:p>
                  </a:txBody>
                  <a:tcPr/>
                </a:tc>
                <a:tc>
                  <a:txBody>
                    <a:bodyPr/>
                    <a:lstStyle/>
                    <a:p>
                      <a:r>
                        <a:rPr sz="1500"/>
                        <a:t>Lucas</a:t>
                      </a:r>
                    </a:p>
                  </a:txBody>
                  <a:tcPr/>
                </a:tc>
                <a:tc>
                  <a:txBody>
                    <a:bodyPr/>
                    <a:lstStyle/>
                    <a:p>
                      <a:r>
                        <a:rPr sz="1500"/>
                        <a:t>Done</a:t>
                      </a:r>
                    </a:p>
                  </a:txBody>
                  <a:tcPr/>
                </a:tc>
                <a:tc>
                  <a:txBody>
                    <a:bodyPr/>
                    <a:lstStyle/>
                    <a:p>
                      <a:r>
                        <a:rPr sz="1500"/>
                        <a:t>3</a:t>
                      </a:r>
                    </a:p>
                  </a:txBody>
                  <a:tcPr/>
                </a:tc>
              </a:tr>
              <a:tr h="402336">
                <a:tc>
                  <a:txBody>
                    <a:bodyPr/>
                    <a:lstStyle/>
                    <a:p>
                      <a:r>
                        <a:rPr sz="1500"/>
                        <a:t>#46</a:t>
                      </a:r>
                    </a:p>
                  </a:txBody>
                  <a:tcPr/>
                </a:tc>
                <a:tc>
                  <a:txBody>
                    <a:bodyPr/>
                    <a:lstStyle/>
                    <a:p>
                      <a:r>
                        <a:rPr sz="1500"/>
                        <a:t>Python.NET evaluation with a stand-in C# class</a:t>
                      </a:r>
                    </a:p>
                  </a:txBody>
                  <a:tcPr/>
                </a:tc>
                <a:tc>
                  <a:txBody>
                    <a:bodyPr/>
                    <a:lstStyle/>
                    <a:p>
                      <a:r>
                        <a:rPr sz="1500"/>
                        <a:t>Lucas</a:t>
                      </a:r>
                    </a:p>
                  </a:txBody>
                  <a:tcPr/>
                </a:tc>
                <a:tc>
                  <a:txBody>
                    <a:bodyPr/>
                    <a:lstStyle/>
                    <a:p>
                      <a:r>
                        <a:rPr sz="1500"/>
                        <a:t>Done</a:t>
                      </a:r>
                    </a:p>
                  </a:txBody>
                  <a:tcPr/>
                </a:tc>
                <a:tc>
                  <a:txBody>
                    <a:bodyPr/>
                    <a:lstStyle/>
                    <a:p>
                      <a:r>
                        <a:rPr sz="1500"/>
                        <a:t>3</a:t>
                      </a:r>
                    </a:p>
                  </a:txBody>
                  <a:tcPr/>
                </a:tc>
              </a:tr>
              <a:tr h="402336">
                <a:tc>
                  <a:txBody>
                    <a:bodyPr/>
                    <a:lstStyle/>
                    <a:p>
                      <a:r>
                        <a:rPr sz="1500"/>
                        <a:t>#48</a:t>
                      </a:r>
                    </a:p>
                  </a:txBody>
                  <a:tcPr/>
                </a:tc>
                <a:tc>
                  <a:txBody>
                    <a:bodyPr/>
                    <a:lstStyle/>
                    <a:p>
                      <a:r>
                        <a:rPr sz="1500"/>
                        <a:t>User guide and pub/sub example</a:t>
                      </a:r>
                    </a:p>
                  </a:txBody>
                  <a:tcPr/>
                </a:tc>
                <a:tc>
                  <a:txBody>
                    <a:bodyPr/>
                    <a:lstStyle/>
                    <a:p>
                      <a:r>
                        <a:rPr sz="1500"/>
                        <a:t>Lucas</a:t>
                      </a:r>
                    </a:p>
                  </a:txBody>
                  <a:tcPr/>
                </a:tc>
                <a:tc>
                  <a:txBody>
                    <a:bodyPr/>
                    <a:lstStyle/>
                    <a:p>
                      <a:r>
                        <a:rPr sz="1500"/>
                        <a:t>Done</a:t>
                      </a:r>
                    </a:p>
                  </a:txBody>
                  <a:tcPr/>
                </a:tc>
                <a:tc>
                  <a:txBody>
                    <a:bodyPr/>
                    <a:lstStyle/>
                    <a:p>
                      <a:r>
                        <a:rPr sz="1500"/>
                        <a:t>3</a:t>
                      </a:r>
                    </a:p>
                  </a:txBody>
                  <a:tcPr/>
                </a:tc>
              </a:tr>
              <a:tr h="402336">
                <a:tc>
                  <a:txBody>
                    <a:bodyPr/>
                    <a:lstStyle/>
                    <a:p>
                      <a:r>
                        <a:rPr sz="1500"/>
                        <a:t>#49</a:t>
                      </a:r>
                    </a:p>
                  </a:txBody>
                  <a:tcPr/>
                </a:tc>
                <a:tc>
                  <a:txBody>
                    <a:bodyPr/>
                    <a:lstStyle/>
                    <a:p>
                      <a:r>
                        <a:rPr sz="1500"/>
                        <a:t>Compatibility matrix</a:t>
                      </a:r>
                    </a:p>
                  </a:txBody>
                  <a:tcPr/>
                </a:tc>
                <a:tc>
                  <a:txBody>
                    <a:bodyPr/>
                    <a:lstStyle/>
                    <a:p>
                      <a:r>
                        <a:rPr sz="1500"/>
                        <a:t>Lucas</a:t>
                      </a:r>
                    </a:p>
                  </a:txBody>
                  <a:tcPr/>
                </a:tc>
                <a:tc>
                  <a:txBody>
                    <a:bodyPr/>
                    <a:lstStyle/>
                    <a:p>
                      <a:r>
                        <a:rPr sz="1500"/>
                        <a:t>Done</a:t>
                      </a:r>
                    </a:p>
                  </a:txBody>
                  <a:tcPr/>
                </a:tc>
                <a:tc>
                  <a:txBody>
                    <a:bodyPr/>
                    <a:lstStyle/>
                    <a:p>
                      <a:r>
                        <a:rPr sz="1500"/>
                        <a:t>2</a:t>
                      </a:r>
                    </a:p>
                  </a:txBody>
                  <a:tcPr/>
                </a:tc>
              </a:tr>
              <a:tr h="402336">
                <a:tc>
                  <a:txBody>
                    <a:bodyPr/>
                    <a:lstStyle/>
                    <a:p>
                      <a:r>
                        <a:rPr sz="1500"/>
                        <a:t>#52</a:t>
                      </a:r>
                    </a:p>
                  </a:txBody>
                  <a:tcPr/>
                </a:tc>
                <a:tc>
                  <a:txBody>
                    <a:bodyPr/>
                    <a:lstStyle/>
                    <a:p>
                      <a:r>
                        <a:rPr sz="1500"/>
                        <a:t>Test harness CI evidence</a:t>
                      </a:r>
                    </a:p>
                  </a:txBody>
                  <a:tcPr/>
                </a:tc>
                <a:tc>
                  <a:txBody>
                    <a:bodyPr/>
                    <a:lstStyle/>
                    <a:p>
                      <a:r>
                        <a:rPr sz="1500"/>
                        <a:t>Caleb</a:t>
                      </a:r>
                    </a:p>
                  </a:txBody>
                  <a:tcPr/>
                </a:tc>
                <a:tc>
                  <a:txBody>
                    <a:bodyPr/>
                    <a:lstStyle/>
                    <a:p>
                      <a:r>
                        <a:rPr sz="1500"/>
                        <a:t>Done</a:t>
                      </a:r>
                    </a:p>
                  </a:txBody>
                  <a:tcPr/>
                </a:tc>
                <a:tc>
                  <a:txBody>
                    <a:bodyPr/>
                    <a:lstStyle/>
                    <a:p>
                      <a:r>
                        <a:rPr sz="1500"/>
                        <a:t>2</a:t>
                      </a:r>
                    </a:p>
                  </a:txBody>
                  <a:tcPr/>
                </a:tc>
              </a:tr>
              <a:tr h="402336">
                <a:tc>
                  <a:txBody>
                    <a:bodyPr/>
                    <a:lstStyle/>
                    <a:p>
                      <a:r>
                        <a:rPr sz="1500"/>
                        <a:t>#36</a:t>
                      </a:r>
                    </a:p>
                  </a:txBody>
                  <a:tcPr/>
                </a:tc>
                <a:tc>
                  <a:txBody>
                    <a:bodyPr/>
                    <a:lstStyle/>
                    <a:p>
                      <a:r>
                        <a:rPr sz="1500"/>
                        <a:t>C# client evaluation</a:t>
                      </a:r>
                    </a:p>
                  </a:txBody>
                  <a:tcPr/>
                </a:tc>
                <a:tc>
                  <a:txBody>
                    <a:bodyPr/>
                    <a:lstStyle/>
                    <a:p>
                      <a:r>
                        <a:rPr sz="1500"/>
                        <a:t>Genevieve</a:t>
                      </a:r>
                    </a:p>
                  </a:txBody>
                  <a:tcPr/>
                </a:tc>
                <a:tc>
                  <a:txBody>
                    <a:bodyPr/>
                    <a:lstStyle/>
                    <a:p>
                      <a:r>
                        <a:rPr sz="1500"/>
                        <a:t>Open, client not available</a:t>
                      </a:r>
                    </a:p>
                  </a:txBody>
                  <a:tcPr/>
                </a:tc>
                <a:tc>
                  <a:txBody>
                    <a:bodyPr/>
                    <a:lstStyle/>
                    <a:p>
                      <a:r>
                        <a:rPr sz="1500"/>
                        <a:t>5</a:t>
                      </a:r>
                    </a:p>
                  </a:txBody>
                  <a:tcPr/>
                </a:tc>
              </a:tr>
              <a:tr h="402336">
                <a:tc>
                  <a:txBody>
                    <a:bodyPr/>
                    <a:lstStyle/>
                    <a:p>
                      <a:r>
                        <a:rPr sz="1500"/>
                        <a:t>#53</a:t>
                      </a:r>
                    </a:p>
                  </a:txBody>
                  <a:tcPr/>
                </a:tc>
                <a:tc>
                  <a:txBody>
                    <a:bodyPr/>
                    <a:lstStyle/>
                    <a:p>
                      <a:r>
                        <a:rPr sz="1500"/>
                        <a:t>User guide review</a:t>
                      </a:r>
                    </a:p>
                  </a:txBody>
                  <a:tcPr/>
                </a:tc>
                <a:tc>
                  <a:txBody>
                    <a:bodyPr/>
                    <a:lstStyle/>
                    <a:p>
                      <a:r>
                        <a:rPr sz="1500"/>
                        <a:t>Genevieve</a:t>
                      </a:r>
                    </a:p>
                  </a:txBody>
                  <a:tcPr/>
                </a:tc>
                <a:tc>
                  <a:txBody>
                    <a:bodyPr/>
                    <a:lstStyle/>
                    <a:p>
                      <a:r>
                        <a:rPr sz="1500"/>
                        <a:t>Done</a:t>
                      </a:r>
                    </a:p>
                  </a:txBody>
                  <a:tcPr/>
                </a:tc>
                <a:tc>
                  <a:txBody>
                    <a:bodyPr/>
                    <a:lstStyle/>
                    <a:p>
                      <a:r>
                        <a:rPr sz="1500"/>
                        <a:t>2</a:t>
                      </a:r>
                    </a:p>
                  </a:txBody>
                  <a:tcPr/>
                </a:tc>
              </a:tr>
              <a:tr h="402336">
                <a:tc>
                  <a:txBody>
                    <a:bodyPr/>
                    <a:lstStyle/>
                    <a:p>
                      <a:r>
                        <a:rPr sz="1500"/>
                        <a:t>#54</a:t>
                      </a:r>
                    </a:p>
                  </a:txBody>
                  <a:tcPr/>
                </a:tc>
                <a:tc>
                  <a:txBody>
                    <a:bodyPr/>
                    <a:lstStyle/>
                    <a:p>
                      <a:r>
                        <a:rPr sz="1500"/>
                        <a:t>Cross-platform compatibility roadmap</a:t>
                      </a:r>
                    </a:p>
                  </a:txBody>
                  <a:tcPr/>
                </a:tc>
                <a:tc>
                  <a:txBody>
                    <a:bodyPr/>
                    <a:lstStyle/>
                    <a:p>
                      <a:r>
                        <a:rPr sz="1500"/>
                        <a:t>Darron</a:t>
                      </a:r>
                    </a:p>
                  </a:txBody>
                  <a:tcPr/>
                </a:tc>
                <a:tc>
                  <a:txBody>
                    <a:bodyPr/>
                    <a:lstStyle/>
                    <a:p>
                      <a:r>
                        <a:rPr sz="1500"/>
                        <a:t>Done</a:t>
                      </a:r>
                    </a:p>
                  </a:txBody>
                  <a:tcPr/>
                </a:tc>
                <a:tc>
                  <a:txBody>
                    <a:bodyPr/>
                    <a:lstStyle/>
                    <a:p>
                      <a:r>
                        <a:rPr sz="1500"/>
                        <a:t>3</a:t>
                      </a:r>
                    </a:p>
                  </a:txBody>
                  <a:tcPr/>
                </a:tc>
              </a:tr>
            </a:tbl>
          </a:graphicData>
        </a:graphic>
      </p:graphicFrame>
      <p:sp>
        <p:nvSpPr>
          <p:cNvPr id="4" name="TextBox 3"/>
          <p:cNvSpPr txBox="1"/>
          <p:nvPr/>
        </p:nvSpPr>
        <p:spPr>
          <a:xfrm>
            <a:off x="658368" y="5897880"/>
            <a:ext cx="10881360" cy="457200"/>
          </a:xfrm>
          <a:prstGeom prst="rect">
            <a:avLst/>
          </a:prstGeom>
          <a:noFill/>
        </p:spPr>
        <p:txBody>
          <a:bodyPr wrap="square" anchor="t" lIns="0" rIns="0">
            <a:spAutoFit/>
          </a:bodyPr>
          <a:lstStyle/>
          <a:p>
            <a:pPr>
              <a:spcAft>
                <a:spcPts val="600"/>
              </a:spcAft>
            </a:pPr>
            <a:r>
              <a:rPr sz="1200" b="0">
                <a:solidFill>
                  <a:srgbClr val="555F6B"/>
                </a:solidFill>
              </a:rPr>
              <a:t>The bridge and demo code is in the private gosignals repo because the client is SEL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Bridge Crash Recovery</a:t>
            </a:r>
          </a:p>
        </p:txBody>
      </p:sp>
      <p:sp>
        <p:nvSpPr>
          <p:cNvPr id="3" name="Rectangle 2"/>
          <p:cNvSpPr/>
          <p:nvPr/>
        </p:nvSpPr>
        <p:spPr>
          <a:xfrm>
            <a:off x="658368" y="1737360"/>
            <a:ext cx="5303520" cy="4389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What changed (#44)</a:t>
            </a:r>
          </a:p>
          <a:p>
            <a:pPr>
              <a:spcAft>
                <a:spcPts val="500"/>
              </a:spcAft>
            </a:pPr>
            <a:r>
              <a:rPr sz="1600">
                <a:solidFill>
                  <a:srgbClr val="003A5D"/>
                </a:solidFill>
              </a:rPr>
              <a:t>In Sprint 4, a Go crash in the bridge ended every subscription.</a:t>
            </a:r>
          </a:p>
          <a:p>
            <a:pPr>
              <a:spcAft>
                <a:spcPts val="500"/>
              </a:spcAft>
            </a:pPr>
            <a:r>
              <a:rPr sz="1600">
                <a:solidFill>
                  <a:srgbClr val="003A5D"/>
                </a:solidFill>
              </a:rPr>
              <a:t>Now auto_restart starts a new bridge, and subscriptions resume from the last timestamp with no gaps or duplicates.</a:t>
            </a:r>
          </a:p>
          <a:p>
            <a:pPr>
              <a:spcAft>
                <a:spcPts val="500"/>
              </a:spcAft>
            </a:pPr>
            <a:r>
              <a:rPr sz="1600">
                <a:solidFill>
                  <a:srgbClr val="003A5D"/>
                </a:solidFill>
              </a:rPr>
              <a:t>A duplicate client name fails at once with a clear error, and unique_name=True avoids it.</a:t>
            </a:r>
          </a:p>
          <a:p>
            <a:pPr>
              <a:spcAft>
                <a:spcPts val="500"/>
              </a:spcAft>
            </a:pPr>
            <a:r>
              <a:rPr sz="1600">
                <a:solidFill>
                  <a:srgbClr val="003A5D"/>
                </a:solidFill>
              </a:rPr>
              <a:t>A forked child gets a clear error instead of hanging.</a:t>
            </a:r>
          </a:p>
          <a:p>
            <a:pPr>
              <a:spcAft>
                <a:spcPts val="500"/>
              </a:spcAft>
            </a:pPr>
            <a:r>
              <a:rPr sz="1600">
                <a:solidFill>
                  <a:srgbClr val="003A5D"/>
                </a:solidFill>
              </a:rPr>
              <a:t>A Python timeout cancels the call in Go.</a:t>
            </a:r>
          </a:p>
        </p:txBody>
      </p:sp>
      <p:sp>
        <p:nvSpPr>
          <p:cNvPr id="4" name="TextBox 3"/>
          <p:cNvSpPr txBox="1"/>
          <p:nvPr/>
        </p:nvSpPr>
        <p:spPr>
          <a:xfrm>
            <a:off x="6400800" y="1737360"/>
            <a:ext cx="2560320" cy="731520"/>
          </a:xfrm>
          <a:prstGeom prst="rect">
            <a:avLst/>
          </a:prstGeom>
          <a:noFill/>
        </p:spPr>
        <p:txBody>
          <a:bodyPr wrap="square" anchor="t" lIns="0" rIns="0">
            <a:spAutoFit/>
          </a:bodyPr>
          <a:lstStyle/>
          <a:p>
            <a:pPr>
              <a:spcAft>
                <a:spcPts val="600"/>
              </a:spcAft>
            </a:pPr>
            <a:r>
              <a:rPr sz="4000" b="0">
                <a:solidFill>
                  <a:srgbClr val="003A5D"/>
                </a:solidFill>
              </a:rPr>
              <a:t>30</a:t>
            </a:r>
          </a:p>
        </p:txBody>
      </p:sp>
      <p:sp>
        <p:nvSpPr>
          <p:cNvPr id="5" name="TextBox 4"/>
          <p:cNvSpPr txBox="1"/>
          <p:nvPr/>
        </p:nvSpPr>
        <p:spPr>
          <a:xfrm>
            <a:off x="6400800" y="2468880"/>
            <a:ext cx="2560320" cy="640080"/>
          </a:xfrm>
          <a:prstGeom prst="rect">
            <a:avLst/>
          </a:prstGeom>
          <a:noFill/>
        </p:spPr>
        <p:txBody>
          <a:bodyPr wrap="square" anchor="t" lIns="0" rIns="0">
            <a:spAutoFit/>
          </a:bodyPr>
          <a:lstStyle/>
          <a:p>
            <a:pPr>
              <a:spcAft>
                <a:spcPts val="600"/>
              </a:spcAft>
            </a:pPr>
            <a:r>
              <a:rPr sz="1300" b="0">
                <a:solidFill>
                  <a:srgbClr val="555F6B"/>
                </a:solidFill>
              </a:rPr>
              <a:t>new end to end tests for the bridge</a:t>
            </a:r>
          </a:p>
        </p:txBody>
      </p:sp>
      <p:sp>
        <p:nvSpPr>
          <p:cNvPr id="6" name="TextBox 5"/>
          <p:cNvSpPr txBox="1"/>
          <p:nvPr/>
        </p:nvSpPr>
        <p:spPr>
          <a:xfrm>
            <a:off x="6400800" y="3291840"/>
            <a:ext cx="2560320" cy="731520"/>
          </a:xfrm>
          <a:prstGeom prst="rect">
            <a:avLst/>
          </a:prstGeom>
          <a:noFill/>
        </p:spPr>
        <p:txBody>
          <a:bodyPr wrap="square" anchor="t" lIns="0" rIns="0">
            <a:spAutoFit/>
          </a:bodyPr>
          <a:lstStyle/>
          <a:p>
            <a:pPr>
              <a:spcAft>
                <a:spcPts val="600"/>
              </a:spcAft>
            </a:pPr>
            <a:r>
              <a:rPr sz="4000" b="0">
                <a:solidFill>
                  <a:srgbClr val="003A5D"/>
                </a:solidFill>
              </a:rPr>
              <a:t>2,161</a:t>
            </a:r>
          </a:p>
        </p:txBody>
      </p:sp>
      <p:sp>
        <p:nvSpPr>
          <p:cNvPr id="7" name="TextBox 6"/>
          <p:cNvSpPr txBox="1"/>
          <p:nvPr/>
        </p:nvSpPr>
        <p:spPr>
          <a:xfrm>
            <a:off x="6400800" y="4023360"/>
            <a:ext cx="2560320" cy="640080"/>
          </a:xfrm>
          <a:prstGeom prst="rect">
            <a:avLst/>
          </a:prstGeom>
          <a:noFill/>
        </p:spPr>
        <p:txBody>
          <a:bodyPr wrap="square" anchor="t" lIns="0" rIns="0">
            <a:spAutoFit/>
          </a:bodyPr>
          <a:lstStyle/>
          <a:p>
            <a:pPr>
              <a:spcAft>
                <a:spcPts val="600"/>
              </a:spcAft>
            </a:pPr>
            <a:r>
              <a:rPr sz="1300" b="0">
                <a:solidFill>
                  <a:srgbClr val="555F6B"/>
                </a:solidFill>
              </a:rPr>
              <a:t>tests passing on all three transports, Oct 30</a:t>
            </a:r>
          </a:p>
        </p:txBody>
      </p:sp>
      <p:sp>
        <p:nvSpPr>
          <p:cNvPr id="8" name="TextBox 7"/>
          <p:cNvSpPr txBox="1"/>
          <p:nvPr/>
        </p:nvSpPr>
        <p:spPr>
          <a:xfrm>
            <a:off x="9144000" y="1737360"/>
            <a:ext cx="2560320" cy="731520"/>
          </a:xfrm>
          <a:prstGeom prst="rect">
            <a:avLst/>
          </a:prstGeom>
          <a:noFill/>
        </p:spPr>
        <p:txBody>
          <a:bodyPr wrap="square" anchor="t" lIns="0" rIns="0">
            <a:spAutoFit/>
          </a:bodyPr>
          <a:lstStyle/>
          <a:p>
            <a:pPr>
              <a:spcAft>
                <a:spcPts val="600"/>
              </a:spcAft>
            </a:pPr>
            <a:r>
              <a:rPr sz="4000" b="0">
                <a:solidFill>
                  <a:srgbClr val="278645"/>
                </a:solidFill>
              </a:rPr>
              <a:t>0</a:t>
            </a:r>
          </a:p>
        </p:txBody>
      </p:sp>
      <p:sp>
        <p:nvSpPr>
          <p:cNvPr id="9" name="TextBox 8"/>
          <p:cNvSpPr txBox="1"/>
          <p:nvPr/>
        </p:nvSpPr>
        <p:spPr>
          <a:xfrm>
            <a:off x="9144000" y="2468880"/>
            <a:ext cx="2560320" cy="640080"/>
          </a:xfrm>
          <a:prstGeom prst="rect">
            <a:avLst/>
          </a:prstGeom>
          <a:noFill/>
        </p:spPr>
        <p:txBody>
          <a:bodyPr wrap="square" anchor="t" lIns="0" rIns="0">
            <a:spAutoFit/>
          </a:bodyPr>
          <a:lstStyle/>
          <a:p>
            <a:pPr>
              <a:spcAft>
                <a:spcPts val="600"/>
              </a:spcAft>
            </a:pPr>
            <a:r>
              <a:rPr sz="1300" b="0">
                <a:solidFill>
                  <a:srgbClr val="555F6B"/>
                </a:solidFill>
              </a:rPr>
              <a:t>lost or duplicate samples after a restart in the tests</a:t>
            </a:r>
          </a:p>
        </p:txBody>
      </p:sp>
      <p:sp>
        <p:nvSpPr>
          <p:cNvPr id="10" name="TextBox 9"/>
          <p:cNvSpPr txBox="1"/>
          <p:nvPr/>
        </p:nvSpPr>
        <p:spPr>
          <a:xfrm>
            <a:off x="9144000" y="3291840"/>
            <a:ext cx="2560320" cy="731520"/>
          </a:xfrm>
          <a:prstGeom prst="rect">
            <a:avLst/>
          </a:prstGeom>
          <a:noFill/>
        </p:spPr>
        <p:txBody>
          <a:bodyPr wrap="square" anchor="t" lIns="0" rIns="0">
            <a:spAutoFit/>
          </a:bodyPr>
          <a:lstStyle/>
          <a:p>
            <a:pPr>
              <a:spcAft>
                <a:spcPts val="600"/>
              </a:spcAft>
            </a:pPr>
            <a:r>
              <a:rPr sz="4000" b="0">
                <a:solidFill>
                  <a:srgbClr val="003A5D"/>
                </a:solidFill>
              </a:rPr>
              <a:t>300 s</a:t>
            </a:r>
          </a:p>
        </p:txBody>
      </p:sp>
      <p:sp>
        <p:nvSpPr>
          <p:cNvPr id="11" name="TextBox 10"/>
          <p:cNvSpPr txBox="1"/>
          <p:nvPr/>
        </p:nvSpPr>
        <p:spPr>
          <a:xfrm>
            <a:off x="9144000" y="4023360"/>
            <a:ext cx="2560320" cy="640080"/>
          </a:xfrm>
          <a:prstGeom prst="rect">
            <a:avLst/>
          </a:prstGeom>
          <a:noFill/>
        </p:spPr>
        <p:txBody>
          <a:bodyPr wrap="square" anchor="t" lIns="0" rIns="0">
            <a:spAutoFit/>
          </a:bodyPr>
          <a:lstStyle/>
          <a:p>
            <a:pPr>
              <a:spcAft>
                <a:spcPts val="600"/>
              </a:spcAft>
            </a:pPr>
            <a:r>
              <a:rPr sz="1300" b="0">
                <a:solidFill>
                  <a:srgbClr val="555F6B"/>
                </a:solidFill>
              </a:rPr>
              <a:t>full suite run time</a:t>
            </a:r>
          </a:p>
        </p:txBody>
      </p:sp>
      <p:pic>
        <p:nvPicPr>
          <p:cNvPr id="12" name="Picture 11" descr="suite_summary.png"/>
          <p:cNvPicPr>
            <a:picLocks noChangeAspect="1"/>
          </p:cNvPicPr>
          <p:nvPr/>
        </p:nvPicPr>
        <p:blipFill>
          <a:blip r:embed="rId3"/>
          <a:stretch>
            <a:fillRect/>
          </a:stretch>
        </p:blipFill>
        <p:spPr>
          <a:xfrm>
            <a:off x="6400800" y="4892040"/>
            <a:ext cx="4550133" cy="1280160"/>
          </a:xfrm>
          <a:prstGeom prst="rect">
            <a:avLst/>
          </a:prstGeom>
          <a:ln w="12700">
            <a:solidFill>
              <a:srgbClr val="003A5D"/>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Publish and Subscribe Demo</a:t>
            </a:r>
          </a:p>
        </p:txBody>
      </p:sp>
      <p:pic>
        <p:nvPicPr>
          <p:cNvPr id="3" name="Picture 2" descr="pubsub_term.png"/>
          <p:cNvPicPr>
            <a:picLocks noChangeAspect="1"/>
          </p:cNvPicPr>
          <p:nvPr/>
        </p:nvPicPr>
        <p:blipFill>
          <a:blip r:embed="rId3"/>
          <a:stretch>
            <a:fillRect/>
          </a:stretch>
        </p:blipFill>
        <p:spPr>
          <a:xfrm>
            <a:off x="658368" y="1737360"/>
            <a:ext cx="6583680" cy="1573660"/>
          </a:xfrm>
          <a:prstGeom prst="rect">
            <a:avLst/>
          </a:prstGeom>
          <a:ln w="12700">
            <a:solidFill>
              <a:srgbClr val="003A5D"/>
            </a:solidFill>
          </a:ln>
        </p:spPr>
      </p:pic>
      <p:sp>
        <p:nvSpPr>
          <p:cNvPr id="4" name="Rectangle 3"/>
          <p:cNvSpPr/>
          <p:nvPr/>
        </p:nvSpPr>
        <p:spPr>
          <a:xfrm>
            <a:off x="658368" y="4114800"/>
            <a:ext cx="6583680" cy="201168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Deliverable 1 check</a:t>
            </a:r>
          </a:p>
          <a:p>
            <a:pPr>
              <a:spcAft>
                <a:spcPts val="500"/>
              </a:spcAft>
            </a:pPr>
            <a:r>
              <a:rPr sz="1600">
                <a:solidFill>
                  <a:srgbClr val="003A5D"/>
                </a:solidFill>
              </a:rPr>
              <a:t>The script imports gosignals, publishes 600 samples, gets all 600 through a callback, and fetches them back.</a:t>
            </a:r>
          </a:p>
          <a:p>
            <a:pPr>
              <a:spcAft>
                <a:spcPts val="500"/>
              </a:spcAft>
            </a:pPr>
            <a:r>
              <a:rPr sz="1600">
                <a:solidFill>
                  <a:srgbClr val="003A5D"/>
                </a:solidFill>
              </a:rPr>
              <a:t>Nothing in the script mentions Go, gRPC or processes.</a:t>
            </a:r>
          </a:p>
        </p:txBody>
      </p:sp>
      <p:sp>
        <p:nvSpPr>
          <p:cNvPr id="5" name="Rectangle 4"/>
          <p:cNvSpPr/>
          <p:nvPr/>
        </p:nvSpPr>
        <p:spPr>
          <a:xfrm>
            <a:off x="7498079" y="1737360"/>
            <a:ext cx="4023360" cy="4389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Demo app (#45)</a:t>
            </a:r>
          </a:p>
          <a:p>
            <a:pPr>
              <a:spcAft>
                <a:spcPts val="500"/>
              </a:spcAft>
            </a:pPr>
            <a:r>
              <a:rPr sz="1600">
                <a:solidFill>
                  <a:srgbClr val="003A5D"/>
                </a:solidFill>
              </a:rPr>
              <a:t>Publishers, the hub and subscribers are on one local page.</a:t>
            </a:r>
          </a:p>
          <a:p>
            <a:pPr>
              <a:spcAft>
                <a:spcPts val="500"/>
              </a:spcAft>
            </a:pPr>
            <a:r>
              <a:rPr sz="1600">
                <a:solidFill>
                  <a:srgbClr val="003A5D"/>
                </a:solidFill>
              </a:rPr>
              <a:t>Subscribers find signals on the Graph and subscribe.</a:t>
            </a:r>
          </a:p>
          <a:p>
            <a:pPr>
              <a:spcAft>
                <a:spcPts val="500"/>
              </a:spcAft>
            </a:pPr>
            <a:r>
              <a:rPr sz="1600">
                <a:solidFill>
                  <a:srgbClr val="003A5D"/>
                </a:solidFill>
              </a:rPr>
              <a:t>Every SDK call is timed.</a:t>
            </a:r>
          </a:p>
          <a:p>
            <a:pPr>
              <a:spcAft>
                <a:spcPts val="500"/>
              </a:spcAft>
            </a:pPr>
            <a:r>
              <a:rPr sz="1600">
                <a:solidFill>
                  <a:srgbClr val="003A5D"/>
                </a:solidFill>
              </a:rPr>
              <a:t>Kill bridge shows the SDK restarting and resuming.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Python.NET Evaluation</a:t>
            </a:r>
          </a:p>
        </p:txBody>
      </p:sp>
      <p:graphicFrame>
        <p:nvGraphicFramePr>
          <p:cNvPr id="3" name="Chart 2"/>
          <p:cNvGraphicFramePr>
            <a:graphicFrameLocks noGrp="1"/>
          </p:cNvGraphicFramePr>
          <p:nvPr/>
        </p:nvGraphicFramePr>
        <p:xfrm>
          <a:off x="658368" y="1737360"/>
          <a:ext cx="5486400" cy="2377440"/>
        </p:xfrm>
        <a:graphic>
          <a:graphicData uri="http://schemas.openxmlformats.org/drawingml/2006/chart">
            <c:chart xmlns:c="http://schemas.openxmlformats.org/drawingml/2006/chart" r:id="rId3"/>
          </a:graphicData>
        </a:graphic>
      </p:graphicFrame>
      <p:sp>
        <p:nvSpPr>
          <p:cNvPr id="4" name="TextBox 3"/>
          <p:cNvSpPr txBox="1"/>
          <p:nvPr/>
        </p:nvSpPr>
        <p:spPr>
          <a:xfrm>
            <a:off x="658368" y="4297680"/>
            <a:ext cx="2560320" cy="731520"/>
          </a:xfrm>
          <a:prstGeom prst="rect">
            <a:avLst/>
          </a:prstGeom>
          <a:noFill/>
        </p:spPr>
        <p:txBody>
          <a:bodyPr wrap="square" anchor="t" lIns="0" rIns="0">
            <a:spAutoFit/>
          </a:bodyPr>
          <a:lstStyle/>
          <a:p>
            <a:pPr>
              <a:spcAft>
                <a:spcPts val="600"/>
              </a:spcAft>
            </a:pPr>
            <a:r>
              <a:rPr sz="4000" b="0">
                <a:solidFill>
                  <a:srgbClr val="003A5D"/>
                </a:solidFill>
              </a:rPr>
              <a:t>2.8 us</a:t>
            </a:r>
          </a:p>
        </p:txBody>
      </p:sp>
      <p:sp>
        <p:nvSpPr>
          <p:cNvPr id="5" name="TextBox 4"/>
          <p:cNvSpPr txBox="1"/>
          <p:nvPr/>
        </p:nvSpPr>
        <p:spPr>
          <a:xfrm>
            <a:off x="658368" y="5029200"/>
            <a:ext cx="2560320" cy="640080"/>
          </a:xfrm>
          <a:prstGeom prst="rect">
            <a:avLst/>
          </a:prstGeom>
          <a:noFill/>
        </p:spPr>
        <p:txBody>
          <a:bodyPr wrap="square" anchor="t" lIns="0" rIns="0">
            <a:spAutoFit/>
          </a:bodyPr>
          <a:lstStyle/>
          <a:p>
            <a:pPr>
              <a:spcAft>
                <a:spcPts val="600"/>
              </a:spcAft>
            </a:pPr>
            <a:r>
              <a:rPr sz="1300" b="0">
                <a:solidFill>
                  <a:srgbClr val="555F6B"/>
                </a:solidFill>
              </a:rPr>
              <a:t>per plain call from Python</a:t>
            </a:r>
          </a:p>
        </p:txBody>
      </p:sp>
      <p:sp>
        <p:nvSpPr>
          <p:cNvPr id="6" name="TextBox 5"/>
          <p:cNvSpPr txBox="1"/>
          <p:nvPr/>
        </p:nvSpPr>
        <p:spPr>
          <a:xfrm>
            <a:off x="3566160" y="4297680"/>
            <a:ext cx="2560320" cy="731520"/>
          </a:xfrm>
          <a:prstGeom prst="rect">
            <a:avLst/>
          </a:prstGeom>
          <a:noFill/>
        </p:spPr>
        <p:txBody>
          <a:bodyPr wrap="square" anchor="t" lIns="0" rIns="0">
            <a:spAutoFit/>
          </a:bodyPr>
          <a:lstStyle/>
          <a:p>
            <a:pPr>
              <a:spcAft>
                <a:spcPts val="600"/>
              </a:spcAft>
            </a:pPr>
            <a:r>
              <a:rPr sz="4000" b="0">
                <a:solidFill>
                  <a:srgbClr val="003A5D"/>
                </a:solidFill>
              </a:rPr>
              <a:t>316k+</a:t>
            </a:r>
          </a:p>
        </p:txBody>
      </p:sp>
      <p:sp>
        <p:nvSpPr>
          <p:cNvPr id="7" name="TextBox 6"/>
          <p:cNvSpPr txBox="1"/>
          <p:nvPr/>
        </p:nvSpPr>
        <p:spPr>
          <a:xfrm>
            <a:off x="3566160" y="5029200"/>
            <a:ext cx="2560320" cy="640080"/>
          </a:xfrm>
          <a:prstGeom prst="rect">
            <a:avLst/>
          </a:prstGeom>
          <a:noFill/>
        </p:spPr>
        <p:txBody>
          <a:bodyPr wrap="square" anchor="t" lIns="0" rIns="0">
            <a:spAutoFit/>
          </a:bodyPr>
          <a:lstStyle/>
          <a:p>
            <a:pPr>
              <a:spcAft>
                <a:spcPts val="600"/>
              </a:spcAft>
            </a:pPr>
            <a:r>
              <a:rPr sz="1300" b="0">
                <a:solidFill>
                  <a:srgbClr val="555F6B"/>
                </a:solidFill>
              </a:rPr>
              <a:t>callbacks/s from a C# thread</a:t>
            </a:r>
          </a:p>
        </p:txBody>
      </p:sp>
      <p:sp>
        <p:nvSpPr>
          <p:cNvPr id="8" name="Rectangle 7"/>
          <p:cNvSpPr/>
          <p:nvPr/>
        </p:nvSpPr>
        <p:spPr>
          <a:xfrm>
            <a:off x="6400800" y="1737360"/>
            <a:ext cx="5120640" cy="237744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Works</a:t>
            </a:r>
          </a:p>
          <a:p>
            <a:pPr>
              <a:spcAft>
                <a:spcPts val="500"/>
              </a:spcAft>
            </a:pPr>
            <a:r>
              <a:rPr sz="1600">
                <a:solidFill>
                  <a:srgbClr val="003A5D"/>
                </a:solidFill>
              </a:rPr>
              <a:t>Generic Publish[Single] called straight from Python</a:t>
            </a:r>
          </a:p>
          <a:p>
            <a:pPr>
              <a:spcAft>
                <a:spcPts val="500"/>
              </a:spcAft>
            </a:pPr>
            <a:r>
              <a:rPr sz="1600">
                <a:solidFill>
                  <a:srgbClr val="003A5D"/>
                </a:solidFill>
              </a:rPr>
              <a:t>Callbacks from a C# thread reach Python</a:t>
            </a:r>
          </a:p>
          <a:p>
            <a:pPr>
              <a:spcAft>
                <a:spcPts val="500"/>
              </a:spcAft>
            </a:pPr>
            <a:r>
              <a:rPr sz="1600">
                <a:solidFill>
                  <a:srgbClr val="003A5D"/>
                </a:solidFill>
              </a:rPr>
              <a:t>C# exceptions turn into Python exceptions</a:t>
            </a:r>
          </a:p>
          <a:p>
            <a:pPr>
              <a:spcAft>
                <a:spcPts val="500"/>
              </a:spcAft>
            </a:pPr>
            <a:r>
              <a:rPr sz="1600">
                <a:solidFill>
                  <a:srgbClr val="003A5D"/>
                </a:solidFill>
              </a:rPr>
              <a:t>6 of 6 tests pass on Linux and Windows</a:t>
            </a:r>
          </a:p>
        </p:txBody>
      </p:sp>
      <p:sp>
        <p:nvSpPr>
          <p:cNvPr id="9" name="Rectangle 8"/>
          <p:cNvSpPr/>
          <p:nvPr/>
        </p:nvSpPr>
        <p:spPr>
          <a:xfrm>
            <a:off x="6400800" y="4297680"/>
            <a:ext cx="5120640" cy="1828800"/>
          </a:xfrm>
          <a:prstGeom prst="rect">
            <a:avLst/>
          </a:prstGeom>
          <a:solidFill>
            <a:srgbClr val="FDE4D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Does not work</a:t>
            </a:r>
          </a:p>
          <a:p>
            <a:pPr>
              <a:spcAft>
                <a:spcPts val="500"/>
              </a:spcAft>
            </a:pPr>
            <a:r>
              <a:rPr sz="1600">
                <a:solidFill>
                  <a:srgbClr val="003A5D"/>
                </a:solidFill>
              </a:rPr>
              <a:t>A fatal .NET error kills the Python process (exit -6), like ctypes.</a:t>
            </a:r>
          </a:p>
          <a:p>
            <a:pPr>
              <a:spcAft>
                <a:spcPts val="500"/>
              </a:spcAft>
            </a:pPr>
            <a:r>
              <a:rPr sz="1600">
                <a:solidFill>
                  <a:srgbClr val="003A5D"/>
                </a:solidFill>
              </a:rPr>
              <a:t>SEL's C# client itself is still untested (#36).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Deployment of the System</a:t>
            </a:r>
          </a:p>
        </p:txBody>
      </p:sp>
      <p:sp>
        <p:nvSpPr>
          <p:cNvPr id="3" name="Rectangle 2"/>
          <p:cNvSpPr/>
          <p:nvPr/>
        </p:nvSpPr>
        <p:spPr>
          <a:xfrm>
            <a:off x="658368" y="1737360"/>
            <a:ext cx="2578608" cy="274320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1. Developer machine</a:t>
            </a:r>
          </a:p>
          <a:p>
            <a:pPr>
              <a:spcAft>
                <a:spcPts val="500"/>
              </a:spcAft>
            </a:pPr>
            <a:r>
              <a:rPr sz="1600">
                <a:solidFill>
                  <a:srgbClr val="003A5D"/>
                </a:solidFill>
              </a:rPr>
              <a:t>Our VS Code extension extracts the Field SDK and opens its devcontainer.</a:t>
            </a:r>
          </a:p>
          <a:p>
            <a:pPr>
              <a:spcAft>
                <a:spcPts val="500"/>
              </a:spcAft>
            </a:pPr>
            <a:r>
              <a:rPr sz="1600">
                <a:solidFill>
                  <a:srgbClr val="003A5D"/>
                </a:solidFill>
              </a:rPr>
              <a:t>Built in Sprint 3</a:t>
            </a:r>
          </a:p>
        </p:txBody>
      </p:sp>
      <p:sp>
        <p:nvSpPr>
          <p:cNvPr id="4" name="Rectangle 3"/>
          <p:cNvSpPr/>
          <p:nvPr/>
        </p:nvSpPr>
        <p:spPr>
          <a:xfrm>
            <a:off x="3419856" y="1737360"/>
            <a:ext cx="2578608" cy="274320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2. SDK in the container</a:t>
            </a:r>
          </a:p>
          <a:p>
            <a:pPr>
              <a:spcAft>
                <a:spcPts val="500"/>
              </a:spcAft>
            </a:pPr>
            <a:r>
              <a:rPr sz="1600">
                <a:solidFill>
                  <a:srgbClr val="003A5D"/>
                </a:solidFill>
              </a:rPr>
              <a:t>The bridge build today, and pythonnet plus the C# client after the move.</a:t>
            </a:r>
          </a:p>
          <a:p>
            <a:pPr>
              <a:spcAft>
                <a:spcPts val="500"/>
              </a:spcAft>
            </a:pPr>
            <a:r>
              <a:rPr sz="1600">
                <a:solidFill>
                  <a:srgbClr val="003A5D"/>
                </a:solidFill>
              </a:rPr>
              <a:t>Runs locally and in CI</a:t>
            </a:r>
          </a:p>
        </p:txBody>
      </p:sp>
      <p:sp>
        <p:nvSpPr>
          <p:cNvPr id="5" name="Rectangle 4"/>
          <p:cNvSpPr/>
          <p:nvPr/>
        </p:nvSpPr>
        <p:spPr>
          <a:xfrm>
            <a:off x="6181344" y="1737360"/>
            <a:ext cx="2578608" cy="2743200"/>
          </a:xfrm>
          <a:prstGeom prst="rect">
            <a:avLst/>
          </a:prstGeom>
          <a:solidFill>
            <a:srgbClr val="FDE4D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3. Blueframe app</a:t>
            </a:r>
          </a:p>
          <a:p>
            <a:pPr>
              <a:spcAft>
                <a:spcPts val="500"/>
              </a:spcAft>
            </a:pPr>
            <a:r>
              <a:rPr sz="1600">
                <a:solidFill>
                  <a:srgbClr val="003A5D"/>
                </a:solidFill>
              </a:rPr>
              <a:t>The script and SDK are packaged and signed with the Field SDK tooling.</a:t>
            </a:r>
          </a:p>
          <a:p>
            <a:pPr>
              <a:spcAft>
                <a:spcPts val="500"/>
              </a:spcAft>
            </a:pPr>
            <a:r>
              <a:rPr sz="1600">
                <a:solidFill>
                  <a:srgbClr val="003A5D"/>
                </a:solidFill>
              </a:rPr>
              <a:t>Not done, needs SEL signing</a:t>
            </a:r>
          </a:p>
        </p:txBody>
      </p:sp>
      <p:sp>
        <p:nvSpPr>
          <p:cNvPr id="6" name="Rectangle 5"/>
          <p:cNvSpPr/>
          <p:nvPr/>
        </p:nvSpPr>
        <p:spPr>
          <a:xfrm>
            <a:off x="8942832" y="1737360"/>
            <a:ext cx="2578608" cy="2743200"/>
          </a:xfrm>
          <a:prstGeom prst="rect">
            <a:avLst/>
          </a:prstGeom>
          <a:solidFill>
            <a:srgbClr val="FDE4D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4. Device</a:t>
            </a:r>
          </a:p>
          <a:p>
            <a:pPr>
              <a:spcAft>
                <a:spcPts val="500"/>
              </a:spcAft>
            </a:pPr>
            <a:r>
              <a:rPr sz="1600">
                <a:solidFill>
                  <a:srgbClr val="003A5D"/>
                </a:solidFill>
              </a:rPr>
              <a:t>The app talks to Signal Hub on the same device.</a:t>
            </a:r>
          </a:p>
          <a:p>
            <a:pPr>
              <a:spcAft>
                <a:spcPts val="500"/>
              </a:spcAft>
            </a:pPr>
            <a:r>
              <a:rPr sz="1600">
                <a:solidFill>
                  <a:srgbClr val="003A5D"/>
                </a:solidFill>
              </a:rPr>
              <a:t>Not done, needs hardware</a:t>
            </a:r>
          </a:p>
        </p:txBody>
      </p:sp>
      <p:sp>
        <p:nvSpPr>
          <p:cNvPr id="7" name="Rectangle 6"/>
          <p:cNvSpPr/>
          <p:nvPr/>
        </p:nvSpPr>
        <p:spPr>
          <a:xfrm>
            <a:off x="658368" y="4663440"/>
            <a:ext cx="10881360" cy="146304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Open questions for SEL</a:t>
            </a:r>
          </a:p>
          <a:p>
            <a:pPr>
              <a:spcAft>
                <a:spcPts val="500"/>
              </a:spcAft>
            </a:pPr>
            <a:r>
              <a:rPr sz="1600">
                <a:solidFill>
                  <a:srgbClr val="003A5D"/>
                </a:solidFill>
              </a:rPr>
              <a:t>Can a Blueframe app start a child process, which the Go bridge needs? Is .NET in the app container? Which Python is in the Field SDK image?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Deployment CI/CD and Compatibility</a:t>
            </a:r>
          </a:p>
        </p:txBody>
      </p:sp>
      <p:pic>
        <p:nvPicPr>
          <p:cNvPr id="3" name="Picture 2" descr="ci_old_jobs.png"/>
          <p:cNvPicPr>
            <a:picLocks noChangeAspect="1"/>
          </p:cNvPicPr>
          <p:nvPr/>
        </p:nvPicPr>
        <p:blipFill>
          <a:blip r:embed="rId3"/>
          <a:stretch>
            <a:fillRect/>
          </a:stretch>
        </p:blipFill>
        <p:spPr>
          <a:xfrm>
            <a:off x="658368" y="1737360"/>
            <a:ext cx="6617638" cy="4389120"/>
          </a:xfrm>
          <a:prstGeom prst="rect">
            <a:avLst/>
          </a:prstGeom>
          <a:ln w="12700">
            <a:solidFill>
              <a:srgbClr val="003A5D"/>
            </a:solidFill>
          </a:ln>
        </p:spPr>
      </p:pic>
      <p:sp>
        <p:nvSpPr>
          <p:cNvPr id="4" name="Rectangle 3"/>
          <p:cNvSpPr/>
          <p:nvPr/>
        </p:nvSpPr>
        <p:spPr>
          <a:xfrm>
            <a:off x="7680960" y="1737360"/>
            <a:ext cx="3840480" cy="4389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Compatibility (#49)</a:t>
            </a:r>
          </a:p>
          <a:p>
            <a:pPr>
              <a:spcAft>
                <a:spcPts val="500"/>
              </a:spcAft>
            </a:pPr>
            <a:r>
              <a:rPr sz="1600">
                <a:solidFill>
                  <a:srgbClr val="003A5D"/>
                </a:solidFill>
              </a:rPr>
              <a:t>Python 3.12 is the agreed baseline.</a:t>
            </a:r>
          </a:p>
          <a:p>
            <a:pPr>
              <a:spcAft>
                <a:spcPts val="500"/>
              </a:spcAft>
            </a:pPr>
            <a:r>
              <a:rPr sz="1600">
                <a:solidFill>
                  <a:srgbClr val="003A5D"/>
                </a:solidFill>
              </a:rPr>
              <a:t>The Python.NET tests pass on Linux and Windows with Python 3.10, 3.12 and 3.13.</a:t>
            </a:r>
          </a:p>
          <a:p>
            <a:pPr>
              <a:spcAft>
                <a:spcPts val="500"/>
              </a:spcAft>
            </a:pPr>
            <a:r>
              <a:rPr sz="1600">
                <a:solidFill>
                  <a:srgbClr val="003A5D"/>
                </a:solidFill>
              </a:rPr>
              <a:t>The team pipeline covers Go 1.21, 1.22 and 1.23.</a:t>
            </a:r>
          </a:p>
          <a:p>
            <a:pPr>
              <a:spcAft>
                <a:spcPts val="500"/>
              </a:spcAft>
            </a:pPr>
            <a:r>
              <a:rPr sz="1600">
                <a:solidFill>
                  <a:srgbClr val="003A5D"/>
                </a:solidFill>
              </a:rPr>
              <a:t>The Go bridge has only run on Linux so far.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User Testing and Feedback from the Client</a:t>
            </a:r>
          </a:p>
        </p:txBody>
      </p:sp>
      <p:sp>
        <p:nvSpPr>
          <p:cNvPr id="3" name="Rectangle 2"/>
          <p:cNvSpPr/>
          <p:nvPr/>
        </p:nvSpPr>
        <p:spPr>
          <a:xfrm>
            <a:off x="658368" y="1737360"/>
            <a:ext cx="3520440" cy="4389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Functional</a:t>
            </a:r>
          </a:p>
          <a:p>
            <a:pPr>
              <a:spcAft>
                <a:spcPts val="500"/>
              </a:spcAft>
            </a:pPr>
            <a:r>
              <a:rPr sz="1600">
                <a:solidFill>
                  <a:srgbClr val="003A5D"/>
                </a:solidFill>
              </a:rPr>
              <a:t>2,161 tests over publish, subscribe, history, discovery and rates</a:t>
            </a:r>
          </a:p>
          <a:p>
            <a:pPr>
              <a:spcAft>
                <a:spcPts val="500"/>
              </a:spcAft>
            </a:pPr>
            <a:r>
              <a:rPr sz="1600">
                <a:solidFill>
                  <a:srgbClr val="003A5D"/>
                </a:solidFill>
              </a:rPr>
              <a:t>The pub/sub example run end to end</a:t>
            </a:r>
          </a:p>
        </p:txBody>
      </p:sp>
      <p:sp>
        <p:nvSpPr>
          <p:cNvPr id="4" name="Rectangle 3"/>
          <p:cNvSpPr/>
          <p:nvPr/>
        </p:nvSpPr>
        <p:spPr>
          <a:xfrm>
            <a:off x="4343400" y="1737360"/>
            <a:ext cx="3520440" cy="4389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Reliability and speed</a:t>
            </a:r>
          </a:p>
          <a:p>
            <a:pPr>
              <a:spcAft>
                <a:spcPts val="500"/>
              </a:spcAft>
            </a:pPr>
            <a:r>
              <a:rPr sz="1600">
                <a:solidFill>
                  <a:srgbClr val="003A5D"/>
                </a:solidFill>
              </a:rPr>
              <a:t>The bridge was killed mid stream and resumed with no loss</a:t>
            </a:r>
          </a:p>
          <a:p>
            <a:pPr>
              <a:spcAft>
                <a:spcPts val="500"/>
              </a:spcAft>
            </a:pPr>
            <a:r>
              <a:rPr sz="1600">
                <a:solidFill>
                  <a:srgbClr val="003A5D"/>
                </a:solidFill>
              </a:rPr>
              <a:t>Fork, Ctrl+C, timeouts and duplicate names were tested</a:t>
            </a:r>
          </a:p>
          <a:p>
            <a:pPr>
              <a:spcAft>
                <a:spcPts val="500"/>
              </a:spcAft>
            </a:pPr>
            <a:r>
              <a:rPr sz="1600">
                <a:solidFill>
                  <a:srgbClr val="003A5D"/>
                </a:solidFill>
              </a:rPr>
              <a:t>Python.NET call cost and callback rate were measured</a:t>
            </a:r>
          </a:p>
        </p:txBody>
      </p:sp>
      <p:sp>
        <p:nvSpPr>
          <p:cNvPr id="5" name="Rectangle 4"/>
          <p:cNvSpPr/>
          <p:nvPr/>
        </p:nvSpPr>
        <p:spPr>
          <a:xfrm>
            <a:off x="8028431" y="1737360"/>
            <a:ext cx="3520440" cy="4389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Client feedback</a:t>
            </a:r>
          </a:p>
          <a:p>
            <a:pPr>
              <a:spcAft>
                <a:spcPts val="500"/>
              </a:spcAft>
            </a:pPr>
            <a:r>
              <a:rPr sz="1600">
                <a:solidFill>
                  <a:srgbClr val="003A5D"/>
                </a:solidFill>
              </a:rPr>
              <a:t>On September 28 Joe said a crashed Python session is not acceptable, and Sprint 5 bridge recovery answers it.</a:t>
            </a:r>
          </a:p>
          <a:p>
            <a:pPr>
              <a:spcAft>
                <a:spcPts val="500"/>
              </a:spcAft>
            </a:pPr>
            <a:r>
              <a:rPr sz="1600">
                <a:solidFill>
                  <a:srgbClr val="003A5D"/>
                </a:solidFill>
              </a:rPr>
              <a:t>&lt;placeholder&gt; October feedback from the MoMs &lt;/placeholder&gt;</a:t>
            </a:r>
          </a:p>
          <a:p>
            <a:pPr>
              <a:spcAft>
                <a:spcPts val="500"/>
              </a:spcAft>
            </a:pPr>
            <a:r>
              <a:rPr sz="1600">
                <a:solidFill>
                  <a:srgbClr val="003A5D"/>
                </a:solidFill>
              </a:rPr>
              <a:t>Not tested on SEL's own Signal Hub yet.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Kanban Overview &amp; Team Contributions</a:t>
            </a:r>
          </a:p>
        </p:txBody>
      </p:sp>
      <p:pic>
        <p:nvPicPr>
          <p:cNvPr id="3" name="Picture 2" descr="kanban_crop.png"/>
          <p:cNvPicPr>
            <a:picLocks noChangeAspect="1"/>
          </p:cNvPicPr>
          <p:nvPr/>
        </p:nvPicPr>
        <p:blipFill>
          <a:blip r:embed="rId3"/>
          <a:stretch>
            <a:fillRect/>
          </a:stretch>
        </p:blipFill>
        <p:spPr>
          <a:xfrm>
            <a:off x="658368" y="1691640"/>
            <a:ext cx="7589520" cy="4314042"/>
          </a:xfrm>
          <a:prstGeom prst="rect">
            <a:avLst/>
          </a:prstGeom>
          <a:ln w="12700">
            <a:solidFill>
              <a:srgbClr val="003A5D"/>
            </a:solidFill>
          </a:ln>
        </p:spPr>
      </p:pic>
      <p:sp>
        <p:nvSpPr>
          <p:cNvPr id="4" name="Rectangle 3"/>
          <p:cNvSpPr/>
          <p:nvPr/>
        </p:nvSpPr>
        <p:spPr>
          <a:xfrm>
            <a:off x="8412480" y="1691640"/>
            <a:ext cx="3108960" cy="448056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500" b="1">
                <a:solidFill>
                  <a:srgbClr val="003A5D"/>
                </a:solidFill>
              </a:rPr>
              <a:t>Sprint 5 issues</a:t>
            </a:r>
          </a:p>
          <a:p>
            <a:pPr>
              <a:spcAft>
                <a:spcPts val="500"/>
              </a:spcAft>
            </a:pPr>
            <a:r>
              <a:rPr sz="1300">
                <a:solidFill>
                  <a:srgbClr val="003A5D"/>
                </a:solidFill>
              </a:rPr>
              <a:t>Lucas has #44 to #46 and #48 to #50</a:t>
            </a:r>
          </a:p>
          <a:p>
            <a:pPr>
              <a:spcAft>
                <a:spcPts val="500"/>
              </a:spcAft>
            </a:pPr>
            <a:r>
              <a:rPr sz="1300">
                <a:solidFill>
                  <a:srgbClr val="003A5D"/>
                </a:solidFill>
              </a:rPr>
              <a:t>Caleb has #52</a:t>
            </a:r>
          </a:p>
          <a:p>
            <a:pPr>
              <a:spcAft>
                <a:spcPts val="500"/>
              </a:spcAft>
            </a:pPr>
            <a:r>
              <a:rPr sz="1300">
                <a:solidFill>
                  <a:srgbClr val="003A5D"/>
                </a:solidFill>
              </a:rPr>
              <a:t>Genevieve has #36 and #53</a:t>
            </a:r>
          </a:p>
          <a:p>
            <a:pPr>
              <a:spcAft>
                <a:spcPts val="500"/>
              </a:spcAft>
            </a:pPr>
            <a:r>
              <a:rPr sz="1300">
                <a:solidFill>
                  <a:srgbClr val="003A5D"/>
                </a:solidFill>
              </a:rPr>
              <a:t>Darron has #54</a:t>
            </a:r>
          </a:p>
          <a:p>
            <a:pPr>
              <a:spcAft>
                <a:spcPts val="500"/>
              </a:spcAft>
            </a:pPr>
            <a:r>
              <a:rPr sz="1300">
                <a:solidFill>
                  <a:srgbClr val="003A5D"/>
                </a:solidFill>
              </a:rPr>
              <a:t>Everyone shares #55, the video</a:t>
            </a:r>
          </a:p>
          <a:p>
            <a:pPr>
              <a:spcAft>
                <a:spcPts val="500"/>
              </a:spcAft>
            </a:pPr>
            <a:r>
              <a:rPr sz="1300">
                <a:solidFill>
                  <a:srgbClr val="003A5D"/>
                </a:solidFill>
              </a:rPr>
              <a:t>Every issue has an owner, a milestone, a priority and a story point label.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Evidence of MoM with Clients</a:t>
            </a:r>
          </a:p>
        </p:txBody>
      </p:sp>
      <p:pic>
        <p:nvPicPr>
          <p:cNvPr id="3" name="Picture 2" descr="mom_page_crop.png"/>
          <p:cNvPicPr>
            <a:picLocks noChangeAspect="1"/>
          </p:cNvPicPr>
          <p:nvPr/>
        </p:nvPicPr>
        <p:blipFill>
          <a:blip r:embed="rId3"/>
          <a:stretch>
            <a:fillRect/>
          </a:stretch>
        </p:blipFill>
        <p:spPr>
          <a:xfrm>
            <a:off x="658368" y="1691640"/>
            <a:ext cx="5669280" cy="4170970"/>
          </a:xfrm>
          <a:prstGeom prst="rect">
            <a:avLst/>
          </a:prstGeom>
          <a:ln w="12700">
            <a:solidFill>
              <a:srgbClr val="003A5D"/>
            </a:solidFill>
          </a:ln>
        </p:spPr>
      </p:pic>
      <p:sp>
        <p:nvSpPr>
          <p:cNvPr id="4" name="Rectangle 3"/>
          <p:cNvSpPr/>
          <p:nvPr/>
        </p:nvSpPr>
        <p:spPr>
          <a:xfrm>
            <a:off x="6583680" y="1691640"/>
            <a:ext cx="4937760" cy="214884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700" b="1">
                <a:solidFill>
                  <a:srgbClr val="003A5D"/>
                </a:solidFill>
              </a:rPr>
              <a:t>October 12, Go and C# comparison</a:t>
            </a:r>
          </a:p>
          <a:p>
            <a:pPr>
              <a:spcAft>
                <a:spcPts val="500"/>
              </a:spcAft>
            </a:pPr>
            <a:r>
              <a:rPr sz="1500">
                <a:solidFill>
                  <a:srgbClr val="003A5D"/>
                </a:solidFill>
              </a:rPr>
              <a:t>What Go makes hard, which is generics, callbacks and process ownership</a:t>
            </a:r>
          </a:p>
          <a:p>
            <a:pPr>
              <a:spcAft>
                <a:spcPts val="500"/>
              </a:spcAft>
            </a:pPr>
            <a:r>
              <a:rPr sz="1500">
                <a:solidFill>
                  <a:srgbClr val="003A5D"/>
                </a:solidFill>
              </a:rPr>
              <a:t>Bridge hardening and the demo app</a:t>
            </a:r>
          </a:p>
          <a:p>
            <a:pPr>
              <a:spcAft>
                <a:spcPts val="500"/>
              </a:spcAft>
            </a:pPr>
            <a:r>
              <a:rPr sz="1500">
                <a:solidFill>
                  <a:srgbClr val="003A5D"/>
                </a:solidFill>
              </a:rPr>
              <a:t>Open decisions and a request for SEL's Signal Hub</a:t>
            </a:r>
          </a:p>
        </p:txBody>
      </p:sp>
      <p:sp>
        <p:nvSpPr>
          <p:cNvPr id="5" name="Rectangle 4"/>
          <p:cNvSpPr/>
          <p:nvPr/>
        </p:nvSpPr>
        <p:spPr>
          <a:xfrm>
            <a:off x="6583680" y="4023360"/>
            <a:ext cx="4937760" cy="214884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700" b="1">
                <a:solidFill>
                  <a:srgbClr val="003A5D"/>
                </a:solidFill>
              </a:rPr>
              <a:t>October 26, Sprint 5 review</a:t>
            </a:r>
          </a:p>
          <a:p>
            <a:pPr>
              <a:spcAft>
                <a:spcPts val="500"/>
              </a:spcAft>
            </a:pPr>
            <a:r>
              <a:rPr sz="1500">
                <a:solidFill>
                  <a:srgbClr val="003A5D"/>
                </a:solidFill>
              </a:rPr>
              <a:t>The C# client is still not available (#36)</a:t>
            </a:r>
          </a:p>
          <a:p>
            <a:pPr>
              <a:spcAft>
                <a:spcPts val="500"/>
              </a:spcAft>
            </a:pPr>
            <a:r>
              <a:rPr sz="1500">
                <a:solidFill>
                  <a:srgbClr val="003A5D"/>
                </a:solidFill>
              </a:rPr>
              <a:t>Status of the bindings, tests and CI</a:t>
            </a:r>
          </a:p>
          <a:p>
            <a:pPr>
              <a:spcAft>
                <a:spcPts val="500"/>
              </a:spcAft>
            </a:pPr>
            <a:r>
              <a:rPr sz="1500">
                <a:solidFill>
                  <a:srgbClr val="003A5D"/>
                </a:solidFill>
              </a:rPr>
              <a:t>Deployment needs and the Sprint 6 plan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Documentation of Report</a:t>
            </a:r>
          </a:p>
        </p:txBody>
      </p:sp>
      <p:pic>
        <p:nvPicPr>
          <p:cNvPr id="3" name="Picture 2" descr="report_page_crop.png"/>
          <p:cNvPicPr>
            <a:picLocks noChangeAspect="1"/>
          </p:cNvPicPr>
          <p:nvPr/>
        </p:nvPicPr>
        <p:blipFill>
          <a:blip r:embed="rId3"/>
          <a:stretch>
            <a:fillRect/>
          </a:stretch>
        </p:blipFill>
        <p:spPr>
          <a:xfrm>
            <a:off x="658368" y="1691640"/>
            <a:ext cx="4386562" cy="4480560"/>
          </a:xfrm>
          <a:prstGeom prst="rect">
            <a:avLst/>
          </a:prstGeom>
          <a:ln w="12700">
            <a:solidFill>
              <a:srgbClr val="003A5D"/>
            </a:solidFill>
          </a:ln>
        </p:spPr>
      </p:pic>
      <p:sp>
        <p:nvSpPr>
          <p:cNvPr id="4" name="Rectangle 3"/>
          <p:cNvSpPr/>
          <p:nvPr/>
        </p:nvSpPr>
        <p:spPr>
          <a:xfrm>
            <a:off x="6035040" y="1691640"/>
            <a:ext cx="5486400" cy="804672"/>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400" b="1">
                <a:solidFill>
                  <a:srgbClr val="003A5D"/>
                </a:solidFill>
              </a:rPr>
              <a:t>Sprint 5 report</a:t>
            </a:r>
          </a:p>
          <a:p>
            <a:pPr>
              <a:spcAft>
                <a:spcPts val="500"/>
              </a:spcAft>
            </a:pPr>
            <a:r>
              <a:rPr sz="1200">
                <a:solidFill>
                  <a:srgbClr val="003A5D"/>
                </a:solidFill>
              </a:rPr>
              <a:t>Course template sections and issue lists</a:t>
            </a:r>
          </a:p>
        </p:txBody>
      </p:sp>
      <p:sp>
        <p:nvSpPr>
          <p:cNvPr id="5" name="Rectangle 4"/>
          <p:cNvSpPr/>
          <p:nvPr/>
        </p:nvSpPr>
        <p:spPr>
          <a:xfrm>
            <a:off x="6035040" y="2596896"/>
            <a:ext cx="5486400" cy="804672"/>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400" b="1">
                <a:solidFill>
                  <a:srgbClr val="003A5D"/>
                </a:solidFill>
              </a:rPr>
              <a:t>docs/Sprint5</a:t>
            </a:r>
          </a:p>
          <a:p>
            <a:pPr>
              <a:spcAft>
                <a:spcPts val="500"/>
              </a:spcAft>
            </a:pPr>
            <a:r>
              <a:rPr sz="1200">
                <a:solidFill>
                  <a:srgbClr val="003A5D"/>
                </a:solidFill>
              </a:rPr>
              <a:t>User guide, compatibility matrix and deployment plan</a:t>
            </a:r>
          </a:p>
        </p:txBody>
      </p:sp>
      <p:sp>
        <p:nvSpPr>
          <p:cNvPr id="6" name="Rectangle 5"/>
          <p:cNvSpPr/>
          <p:nvPr/>
        </p:nvSpPr>
        <p:spPr>
          <a:xfrm>
            <a:off x="6035040" y="3502152"/>
            <a:ext cx="5486400" cy="804672"/>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400" b="1">
                <a:solidFill>
                  <a:srgbClr val="003A5D"/>
                </a:solidFill>
              </a:rPr>
              <a:t>Python.NET tests</a:t>
            </a:r>
          </a:p>
          <a:p>
            <a:pPr>
              <a:spcAft>
                <a:spcPts val="500"/>
              </a:spcAft>
            </a:pPr>
            <a:r>
              <a:rPr sz="1200">
                <a:solidFill>
                  <a:srgbClr val="003A5D"/>
                </a:solidFill>
              </a:rPr>
              <a:t>Stand-in C# class, tests and results in code/</a:t>
            </a:r>
          </a:p>
        </p:txBody>
      </p:sp>
      <p:sp>
        <p:nvSpPr>
          <p:cNvPr id="7" name="Rectangle 6"/>
          <p:cNvSpPr/>
          <p:nvPr/>
        </p:nvSpPr>
        <p:spPr>
          <a:xfrm>
            <a:off x="6035040" y="4407408"/>
            <a:ext cx="5486400" cy="804672"/>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400" b="1">
                <a:solidFill>
                  <a:srgbClr val="003A5D"/>
                </a:solidFill>
              </a:rPr>
              <a:t>Final report</a:t>
            </a:r>
          </a:p>
          <a:p>
            <a:pPr>
              <a:spcAft>
                <a:spcPts val="500"/>
              </a:spcAft>
            </a:pPr>
            <a:r>
              <a:rPr sz="1200">
                <a:solidFill>
                  <a:srgbClr val="003A5D"/>
                </a:solidFill>
              </a:rPr>
              <a:t>New section V with test specifications and results</a:t>
            </a:r>
          </a:p>
        </p:txBody>
      </p:sp>
      <p:sp>
        <p:nvSpPr>
          <p:cNvPr id="8" name="Rectangle 7"/>
          <p:cNvSpPr/>
          <p:nvPr/>
        </p:nvSpPr>
        <p:spPr>
          <a:xfrm>
            <a:off x="6035040" y="5312664"/>
            <a:ext cx="5486400" cy="804672"/>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400" b="1">
                <a:solidFill>
                  <a:srgbClr val="003A5D"/>
                </a:solidFill>
              </a:rPr>
              <a:t>README</a:t>
            </a:r>
          </a:p>
          <a:p>
            <a:pPr>
              <a:spcAft>
                <a:spcPts val="500"/>
              </a:spcAft>
            </a:pPr>
            <a:r>
              <a:rPr sz="1200">
                <a:solidFill>
                  <a:srgbClr val="003A5D"/>
                </a:solidFill>
              </a:rPr>
              <a:t>Install steps checked on a fresh clone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Responsible Use of AI</a:t>
            </a:r>
          </a:p>
        </p:txBody>
      </p:sp>
      <p:sp>
        <p:nvSpPr>
          <p:cNvPr id="3" name="Rectangle 2"/>
          <p:cNvSpPr/>
          <p:nvPr/>
        </p:nvSpPr>
        <p:spPr>
          <a:xfrm>
            <a:off x="658368" y="1737360"/>
            <a:ext cx="5349240" cy="4389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How it was used</a:t>
            </a:r>
          </a:p>
          <a:p>
            <a:pPr>
              <a:spcAft>
                <a:spcPts val="500"/>
              </a:spcAft>
            </a:pPr>
            <a:r>
              <a:rPr sz="1600">
                <a:solidFill>
                  <a:srgbClr val="003A5D"/>
                </a:solidFill>
              </a:rPr>
              <a:t>Claude, through Claude Code, was the tool used</a:t>
            </a:r>
          </a:p>
          <a:p>
            <a:pPr>
              <a:spcAft>
                <a:spcPts val="500"/>
              </a:spcAft>
            </a:pPr>
            <a:r>
              <a:rPr sz="1600">
                <a:solidFill>
                  <a:srgbClr val="003A5D"/>
                </a:solidFill>
              </a:rPr>
              <a:t>Python.NET test code and its tests</a:t>
            </a:r>
          </a:p>
          <a:p>
            <a:pPr>
              <a:spcAft>
                <a:spcPts val="500"/>
              </a:spcAft>
            </a:pPr>
            <a:r>
              <a:rPr sz="1600">
                <a:solidFill>
                  <a:srgbClr val="003A5D"/>
                </a:solidFill>
              </a:rPr>
              <a:t>First drafts of the user guide, matrix, deployment plan, report and slides</a:t>
            </a:r>
          </a:p>
          <a:p>
            <a:pPr>
              <a:spcAft>
                <a:spcPts val="500"/>
              </a:spcAft>
            </a:pPr>
            <a:r>
              <a:rPr sz="1600">
                <a:solidFill>
                  <a:srgbClr val="003A5D"/>
                </a:solidFill>
              </a:rPr>
              <a:t>Rerunning tests and reading numbers out of logs</a:t>
            </a:r>
          </a:p>
          <a:p>
            <a:pPr>
              <a:spcAft>
                <a:spcPts val="500"/>
              </a:spcAft>
            </a:pPr>
            <a:r>
              <a:rPr sz="1600">
                <a:solidFill>
                  <a:srgbClr val="003A5D"/>
                </a:solidFill>
              </a:rPr>
              <a:t>Cleaning up meeting transcripts into MoMs</a:t>
            </a:r>
          </a:p>
        </p:txBody>
      </p:sp>
      <p:sp>
        <p:nvSpPr>
          <p:cNvPr id="4" name="Rectangle 3"/>
          <p:cNvSpPr/>
          <p:nvPr/>
        </p:nvSpPr>
        <p:spPr>
          <a:xfrm>
            <a:off x="6190488" y="1737360"/>
            <a:ext cx="5349240" cy="4389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Limits and accountability</a:t>
            </a:r>
          </a:p>
          <a:p>
            <a:pPr>
              <a:spcAft>
                <a:spcPts val="500"/>
              </a:spcAft>
            </a:pPr>
            <a:r>
              <a:rPr sz="1600">
                <a:solidFill>
                  <a:srgbClr val="003A5D"/>
                </a:solidFill>
              </a:rPr>
              <a:t>The first Python.NET run failed because a folder name hid the .NET namespace. Running it caught that.</a:t>
            </a:r>
          </a:p>
          <a:p>
            <a:pPr>
              <a:spcAft>
                <a:spcPts val="500"/>
              </a:spcAft>
            </a:pPr>
            <a:r>
              <a:rPr sz="1600">
                <a:solidFill>
                  <a:srgbClr val="003A5D"/>
                </a:solidFill>
              </a:rPr>
              <a:t>Every number in the report comes from a test log or a CI run.</a:t>
            </a:r>
          </a:p>
          <a:p>
            <a:pPr>
              <a:spcAft>
                <a:spcPts val="500"/>
              </a:spcAft>
            </a:pPr>
            <a:r>
              <a:rPr sz="1600">
                <a:solidFill>
                  <a:srgbClr val="003A5D"/>
                </a:solidFill>
              </a:rPr>
              <a:t>MoMs are written from AI transcripts and checked by the team.</a:t>
            </a:r>
          </a:p>
          <a:p>
            <a:pPr>
              <a:spcAft>
                <a:spcPts val="500"/>
              </a:spcAft>
            </a:pPr>
            <a:r>
              <a:rPr sz="1600">
                <a:solidFill>
                  <a:srgbClr val="003A5D"/>
                </a:solidFill>
              </a:rPr>
              <a:t>SEL code stays in the private repo.</a:t>
            </a:r>
          </a:p>
          <a:p>
            <a:pPr>
              <a:spcAft>
                <a:spcPts val="500"/>
              </a:spcAft>
            </a:pPr>
            <a:r>
              <a:rPr sz="1600">
                <a:solidFill>
                  <a:srgbClr val="003A5D"/>
                </a:solidFill>
              </a:rPr>
              <a:t>The team reviewed everything and is responsible for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Sprint Achievements and Challenges</a:t>
            </a:r>
          </a:p>
        </p:txBody>
      </p:sp>
      <p:sp>
        <p:nvSpPr>
          <p:cNvPr id="3" name="Rectangle 2"/>
          <p:cNvSpPr/>
          <p:nvPr/>
        </p:nvSpPr>
        <p:spPr>
          <a:xfrm>
            <a:off x="658368" y="1737360"/>
            <a:ext cx="3520440" cy="4389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Achievements</a:t>
            </a:r>
          </a:p>
          <a:p>
            <a:pPr>
              <a:spcAft>
                <a:spcPts val="500"/>
              </a:spcAft>
            </a:pPr>
            <a:r>
              <a:rPr sz="1600">
                <a:solidFill>
                  <a:srgbClr val="003A5D"/>
                </a:solidFill>
              </a:rPr>
              <a:t>The bridge recovers from crashes, with tests to show it</a:t>
            </a:r>
          </a:p>
          <a:p>
            <a:pPr>
              <a:spcAft>
                <a:spcPts val="500"/>
              </a:spcAft>
            </a:pPr>
            <a:r>
              <a:rPr sz="1600">
                <a:solidFill>
                  <a:srgbClr val="003A5D"/>
                </a:solidFill>
              </a:rPr>
              <a:t>2,161 tests pass, up from 2,155</a:t>
            </a:r>
          </a:p>
          <a:p>
            <a:pPr>
              <a:spcAft>
                <a:spcPts val="500"/>
              </a:spcAft>
            </a:pPr>
            <a:r>
              <a:rPr sz="1600">
                <a:solidFill>
                  <a:srgbClr val="003A5D"/>
                </a:solidFill>
              </a:rPr>
              <a:t>The team CI pipeline is green on the Sprint 5 branch</a:t>
            </a:r>
          </a:p>
          <a:p>
            <a:pPr>
              <a:spcAft>
                <a:spcPts val="500"/>
              </a:spcAft>
            </a:pPr>
            <a:r>
              <a:rPr sz="1600">
                <a:solidFill>
                  <a:srgbClr val="003A5D"/>
                </a:solidFill>
              </a:rPr>
              <a:t>There is a first user guide and pub/sub example</a:t>
            </a:r>
          </a:p>
        </p:txBody>
      </p:sp>
      <p:sp>
        <p:nvSpPr>
          <p:cNvPr id="4" name="Rectangle 3"/>
          <p:cNvSpPr/>
          <p:nvPr/>
        </p:nvSpPr>
        <p:spPr>
          <a:xfrm>
            <a:off x="4343400" y="1737360"/>
            <a:ext cx="3520440" cy="4389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Challenges and fixes</a:t>
            </a:r>
          </a:p>
          <a:p>
            <a:pPr>
              <a:spcAft>
                <a:spcPts val="500"/>
              </a:spcAft>
            </a:pPr>
            <a:r>
              <a:rPr sz="1600">
                <a:solidFill>
                  <a:srgbClr val="003A5D"/>
                </a:solidFill>
              </a:rPr>
              <a:t>There was no C# client, so the bridge was kept and Python.NET was tested with a stand-in class.</a:t>
            </a:r>
          </a:p>
          <a:p>
            <a:pPr>
              <a:spcAft>
                <a:spcPts val="500"/>
              </a:spcAft>
            </a:pPr>
            <a:r>
              <a:rPr sz="1600">
                <a:solidFill>
                  <a:srgbClr val="003A5D"/>
                </a:solidFill>
              </a:rPr>
              <a:t>There is no SEL Signal Hub to test on, so all tests use the fake hub.</a:t>
            </a:r>
          </a:p>
          <a:p>
            <a:pPr>
              <a:spcAft>
                <a:spcPts val="500"/>
              </a:spcAft>
            </a:pPr>
            <a:r>
              <a:rPr sz="1600">
                <a:solidFill>
                  <a:srgbClr val="003A5D"/>
                </a:solidFill>
              </a:rPr>
              <a:t>SEL code is private, so results are shared and code is not.</a:t>
            </a:r>
          </a:p>
        </p:txBody>
      </p:sp>
      <p:sp>
        <p:nvSpPr>
          <p:cNvPr id="5" name="Rectangle 4"/>
          <p:cNvSpPr/>
          <p:nvPr/>
        </p:nvSpPr>
        <p:spPr>
          <a:xfrm>
            <a:off x="8028431" y="1737360"/>
            <a:ext cx="3520440" cy="4389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Progress from Sprint 4</a:t>
            </a:r>
          </a:p>
          <a:p>
            <a:pPr>
              <a:spcAft>
                <a:spcPts val="500"/>
              </a:spcAft>
            </a:pPr>
            <a:r>
              <a:rPr sz="1600">
                <a:solidFill>
                  <a:srgbClr val="003A5D"/>
                </a:solidFill>
              </a:rPr>
              <a:t>Sprint 4 picked the bridge as the only safe Go transport</a:t>
            </a:r>
          </a:p>
          <a:p>
            <a:pPr>
              <a:spcAft>
                <a:spcPts val="500"/>
              </a:spcAft>
            </a:pPr>
            <a:r>
              <a:rPr sz="1600">
                <a:solidFill>
                  <a:srgbClr val="003A5D"/>
                </a:solidFill>
              </a:rPr>
              <a:t>Sprint 5 made it recover from crashes</a:t>
            </a:r>
          </a:p>
          <a:p>
            <a:pPr>
              <a:spcAft>
                <a:spcPts val="500"/>
              </a:spcAft>
            </a:pPr>
            <a:r>
              <a:rPr sz="1600">
                <a:solidFill>
                  <a:srgbClr val="003A5D"/>
                </a:solidFill>
              </a:rPr>
              <a:t>The C# question now has measured answers for everything except the client itself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and Sprint Retrospective</a:t>
            </a:r>
          </a:p>
        </p:txBody>
      </p:sp>
      <p:sp>
        <p:nvSpPr>
          <p:cNvPr id="3" name="Rectangle 2"/>
          <p:cNvSpPr/>
          <p:nvPr/>
        </p:nvSpPr>
        <p:spPr>
          <a:xfrm>
            <a:off x="658368" y="1737360"/>
            <a:ext cx="3520440" cy="4389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Sprint 6</a:t>
            </a:r>
          </a:p>
          <a:p>
            <a:pPr>
              <a:spcAft>
                <a:spcPts val="500"/>
              </a:spcAft>
            </a:pPr>
            <a:r>
              <a:rPr sz="1600">
                <a:solidFill>
                  <a:srgbClr val="003A5D"/>
                </a:solidFill>
              </a:rPr>
              <a:t>Get the C# client and finish #36</a:t>
            </a:r>
          </a:p>
          <a:p>
            <a:pPr>
              <a:spcAft>
                <a:spcPts val="500"/>
              </a:spcAft>
            </a:pPr>
            <a:r>
              <a:rPr sz="1600">
                <a:solidFill>
                  <a:srgbClr val="003A5D"/>
                </a:solidFill>
              </a:rPr>
              <a:t>Run the bridge on Windows</a:t>
            </a:r>
          </a:p>
          <a:p>
            <a:pPr>
              <a:spcAft>
                <a:spcPts val="500"/>
              </a:spcAft>
            </a:pPr>
            <a:r>
              <a:rPr sz="1600">
                <a:solidFill>
                  <a:srgbClr val="003A5D"/>
                </a:solidFill>
              </a:rPr>
              <a:t>Deploy to a Blueframe device or virtual instance</a:t>
            </a:r>
          </a:p>
          <a:p>
            <a:pPr>
              <a:spcAft>
                <a:spcPts val="500"/>
              </a:spcAft>
            </a:pPr>
            <a:r>
              <a:rPr sz="1600">
                <a:solidFill>
                  <a:srgbClr val="003A5D"/>
                </a:solidFill>
              </a:rPr>
              <a:t>Put the prototype suite in private CI</a:t>
            </a:r>
          </a:p>
          <a:p>
            <a:pPr>
              <a:spcAft>
                <a:spcPts val="500"/>
              </a:spcAft>
            </a:pPr>
            <a:r>
              <a:rPr sz="1600">
                <a:solidFill>
                  <a:srgbClr val="003A5D"/>
                </a:solidFill>
              </a:rPr>
              <a:t>Final docs and handoff</a:t>
            </a:r>
          </a:p>
        </p:txBody>
      </p:sp>
      <p:sp>
        <p:nvSpPr>
          <p:cNvPr id="4" name="Rectangle 3"/>
          <p:cNvSpPr/>
          <p:nvPr/>
        </p:nvSpPr>
        <p:spPr>
          <a:xfrm>
            <a:off x="4343400" y="1737360"/>
            <a:ext cx="3520440" cy="4389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Retrospective</a:t>
            </a:r>
          </a:p>
          <a:p>
            <a:pPr>
              <a:spcAft>
                <a:spcPts val="500"/>
              </a:spcAft>
            </a:pPr>
            <a:r>
              <a:rPr sz="1600">
                <a:solidFill>
                  <a:srgbClr val="003A5D"/>
                </a:solidFill>
              </a:rPr>
              <a:t>The fallback plan and writing tests before fixes went well</a:t>
            </a:r>
          </a:p>
          <a:p>
            <a:pPr>
              <a:spcAft>
                <a:spcPts val="500"/>
              </a:spcAft>
            </a:pPr>
            <a:r>
              <a:rPr sz="1600">
                <a:solidFill>
                  <a:srgbClr val="003A5D"/>
                </a:solidFill>
              </a:rPr>
              <a:t>Next time the client should be requested in writing with a date</a:t>
            </a:r>
          </a:p>
          <a:p>
            <a:pPr>
              <a:spcAft>
                <a:spcPts val="500"/>
              </a:spcAft>
            </a:pPr>
            <a:r>
              <a:rPr sz="1600">
                <a:solidFill>
                  <a:srgbClr val="003A5D"/>
                </a:solidFill>
              </a:rPr>
              <a:t>Every member's work should be on the board and code pushed weekly</a:t>
            </a:r>
          </a:p>
        </p:txBody>
      </p:sp>
      <p:sp>
        <p:nvSpPr>
          <p:cNvPr id="5" name="Rectangle 4"/>
          <p:cNvSpPr/>
          <p:nvPr/>
        </p:nvSpPr>
        <p:spPr>
          <a:xfrm>
            <a:off x="8028431" y="1737360"/>
            <a:ext cx="3520440" cy="4389120"/>
          </a:xfrm>
          <a:prstGeom prst="rect">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spcAft>
                <a:spcPts val="800"/>
              </a:spcAft>
            </a:pPr>
            <a:r>
              <a:rPr sz="1800" b="1">
                <a:solidFill>
                  <a:srgbClr val="003A5D"/>
                </a:solidFill>
              </a:rPr>
              <a:t>Client feedback acted on</a:t>
            </a:r>
          </a:p>
          <a:p>
            <a:pPr>
              <a:spcAft>
                <a:spcPts val="500"/>
              </a:spcAft>
            </a:pPr>
            <a:r>
              <a:rPr sz="1600">
                <a:solidFill>
                  <a:srgbClr val="003A5D"/>
                </a:solidFill>
              </a:rPr>
              <a:t>The SDK still wraps the client and does not port it</a:t>
            </a:r>
          </a:p>
          <a:p>
            <a:pPr>
              <a:spcAft>
                <a:spcPts val="500"/>
              </a:spcAft>
            </a:pPr>
            <a:r>
              <a:rPr sz="1600">
                <a:solidFill>
                  <a:srgbClr val="003A5D"/>
                </a:solidFill>
              </a:rPr>
              <a:t>Bridge recovery keeps Python sessions alive</a:t>
            </a:r>
          </a:p>
          <a:p>
            <a:pPr>
              <a:spcAft>
                <a:spcPts val="500"/>
              </a:spcAft>
            </a:pPr>
            <a:r>
              <a:rPr sz="1600">
                <a:solidFill>
                  <a:srgbClr val="003A5D"/>
                </a:solidFill>
              </a:rPr>
              <a:t>Python.NET is measured and the C# client is next</a:t>
            </a:r>
          </a:p>
          <a:p>
            <a:pPr>
              <a:spcAft>
                <a:spcPts val="500"/>
              </a:spcAft>
            </a:pPr>
            <a:r>
              <a:rPr sz="1600">
                <a:solidFill>
                  <a:srgbClr val="003A5D"/>
                </a:solidFill>
              </a:rPr>
              <a:t>Docs are a deliverable, so there is a user guide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Thank you to Joe Stanley and SEL, and to the course staff.</a:t>
            </a:r>
          </a:p>
        </p:txBody>
      </p:sp>
      <p:sp>
        <p:nvSpPr>
          <p:cNvPr id="3" name="Title 2"/>
          <p:cNvSpPr>
            <a:spLocks noGrp="1"/>
          </p:cNvSpPr>
          <p:nvPr>
            <p:ph type="title"/>
          </p:nvPr>
        </p:nvSpPr>
        <p:spPr/>
        <p:txBody>
          <a:bodyPr/>
          <a:lstStyle/>
          <a:p>
            <a:r>
              <a:t>The SDK works and recovers on the Go bridge, and the C# path is measured and ready for the client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SEL_2025">
  <a:themeElements>
    <a:clrScheme name="2025_Colors">
      <a:dk1>
        <a:srgbClr val="003A5D"/>
      </a:dk1>
      <a:lt1>
        <a:sysClr val="window" lastClr="FFFFFF"/>
      </a:lt1>
      <a:dk2>
        <a:srgbClr val="002240"/>
      </a:dk2>
      <a:lt2>
        <a:srgbClr val="E9EDF2"/>
      </a:lt2>
      <a:accent1>
        <a:srgbClr val="003A5D"/>
      </a:accent1>
      <a:accent2>
        <a:srgbClr val="FC5B3E"/>
      </a:accent2>
      <a:accent3>
        <a:srgbClr val="3D7AA0"/>
      </a:accent3>
      <a:accent4>
        <a:srgbClr val="E11E41"/>
      </a:accent4>
      <a:accent5>
        <a:srgbClr val="40CB6C"/>
      </a:accent5>
      <a:accent6>
        <a:srgbClr val="1A3FD8"/>
      </a:accent6>
      <a:hlink>
        <a:srgbClr val="278645"/>
      </a:hlink>
      <a:folHlink>
        <a:srgbClr val="884E88"/>
      </a:folHlink>
    </a:clrScheme>
    <a:fontScheme name="SEL-202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0" tIns="0" rIns="0" bIns="0" rtlCol="0" anchor="ctr"/>
      <a:lstStyle>
        <a:defPPr algn="ctr">
          <a:defRPr sz="20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38100" cap="rnd">
          <a:solidFill>
            <a:schemeClr val="tx1"/>
          </a:solidFill>
          <a:round/>
          <a:headEnd type="none"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45720" bIns="45720" rtlCol="0">
        <a:noAutofit/>
      </a:bodyPr>
      <a:lstStyle>
        <a:defPPr algn="l">
          <a:lnSpc>
            <a:spcPct val="110000"/>
          </a:lnSpc>
          <a:spcAft>
            <a:spcPts val="2000"/>
          </a:spcAft>
          <a:defRPr sz="2000"/>
        </a:defPPr>
      </a:lstStyle>
    </a:txDef>
  </a:objectDefaults>
  <a:extraClrSchemeLst/>
  <a:custClrLst>
    <a:custClr name="SEL Blue 100%, 0-58-93, 003A5D">
      <a:srgbClr val="003A5D"/>
    </a:custClr>
    <a:custClr name="SEL Blue 65%, 61-122-160, 3D7AA0">
      <a:srgbClr val="3D7AA0"/>
    </a:custClr>
    <a:custClr name="SEL Blue 20%, 195-209-221, C3D1DD">
      <a:srgbClr val="C3D1DD"/>
    </a:custClr>
    <a:custClr name="SEL Blue 15%, 222-230-239, DEE6EF">
      <a:srgbClr val="DEE6EF"/>
    </a:custClr>
    <a:custClr name="SEL Blue 10%, 233-237-242, E9EDF2">
      <a:srgbClr val="E9EDF2"/>
    </a:custClr>
    <a:custClr name="SEL Blue 5%, 237-241-246, EDF1F6">
      <a:srgbClr val="EDF1F6"/>
    </a:custClr>
    <a:custClr name="SEL Blue 3%, 242-245-249, F2F5F9">
      <a:srgbClr val="F2F5F9"/>
    </a:custClr>
    <a:custClr name="White, 255-255-255, FFFFFF">
      <a:srgbClr val="FFFFFF"/>
    </a:custClr>
    <a:custClr name="SEL Blue 110%, 0-34-64, 002240">
      <a:srgbClr val="002240"/>
    </a:custClr>
    <a:custClr name="Black, 0-0-0, 000000">
      <a:srgbClr val="000000"/>
    </a:custClr>
    <a:custClr name="Accent Red, 225-30-65, E11E41">
      <a:srgbClr val="E11E41"/>
    </a:custClr>
    <a:custClr name="Red 15%, 252-220-226, FCDCE2">
      <a:srgbClr val="FCDCE2"/>
    </a:custClr>
    <a:custClr name="Red 10%, 253-230-234, FDE6EA">
      <a:srgbClr val="FDE6EA"/>
    </a:custClr>
    <a:custClr name="Red 5%, 254-244-245, FEF4F5">
      <a:srgbClr val="FEF4F5"/>
    </a:custClr>
    <a:custClr name="Red 3%, 253-246-247, FDF6F7">
      <a:srgbClr val="FDF6F7"/>
    </a:custClr>
    <a:custClr name="Accent Orange, 252-91-62, FC5B3E">
      <a:srgbClr val="FC5B3E"/>
    </a:custClr>
    <a:custClr name="Orange 15%, 253-228-224, FDE4E0">
      <a:srgbClr val="FDE4E0"/>
    </a:custClr>
    <a:custClr name="Orange 10%, 254-236-234, FEECEA">
      <a:srgbClr val="FEECEA"/>
    </a:custClr>
    <a:custClr name="Orange 5%, 254-245-252, FEF5F2">
      <a:srgbClr val="FEF5F2"/>
    </a:custClr>
    <a:custClr name="Orange 3%, 255-249-247, FFF9F7">
      <a:srgbClr val="FFF9F7"/>
    </a:custClr>
    <a:custClr name="Accent Blue, 26-63-216, 1A3FD8">
      <a:srgbClr val="1A3FD8"/>
    </a:custClr>
    <a:custClr name="Blue 15%, 222-225-242, DEE1F2">
      <a:srgbClr val="DEE1F2"/>
    </a:custClr>
    <a:custClr name="Blue 10%, 233-237-247, E9EDF7">
      <a:srgbClr val="E9EDF7"/>
    </a:custClr>
    <a:custClr name="Blue 5%, 240-242-251, F0F2FB">
      <a:srgbClr val="F0F2FB"/>
    </a:custClr>
    <a:custClr name="Blue 3%, 246-247-254, F6F7FE">
      <a:srgbClr val="F6F7FE"/>
    </a:custClr>
    <a:custClr name="Accent Green, 64-203-108, 40CB6C">
      <a:srgbClr val="40CB6C"/>
    </a:custClr>
    <a:custClr name="Green 15%, 221-246-227, DDF6E3">
      <a:srgbClr val="DDF6E3"/>
    </a:custClr>
    <a:custClr name="Green 10%, 233-249-236, E9F9EC">
      <a:srgbClr val="E9F9EC"/>
    </a:custClr>
    <a:custClr name="Green 5%, 244-251-246, F4FBF6">
      <a:srgbClr val="F4FBF6"/>
    </a:custClr>
    <a:custClr name="Green 3%, 248-253-250, F8FDFA">
      <a:srgbClr val="F8FDFA"/>
    </a:custClr>
    <a:custClr name="Accent Cyan, 0-255-226, 00FFE2">
      <a:srgbClr val="00FFE2"/>
    </a:custClr>
    <a:custClr name="Cyan 15%, 217-255-251, D9FFFB">
      <a:srgbClr val="D9FFFB"/>
    </a:custClr>
    <a:custClr name="Cyan 10%, 228-254-251, E4FEFB">
      <a:srgbClr val="E4FEFB"/>
    </a:custClr>
    <a:custClr name="Cyan 5%, 241-254-252, F1FEFC">
      <a:srgbClr val="F1FEFC"/>
    </a:custClr>
    <a:custClr name="Cyan 3%, 247-255-254, F7FFFE">
      <a:srgbClr val="F7FFFE"/>
    </a:custClr>
    <a:custClr name="Dark Green, 39-134-69, 278645">
      <a:srgbClr val="278645"/>
    </a:custClr>
    <a:custClr name="Dark Purple, 136-78-136, 884E88">
      <a:srgbClr val="884E88"/>
    </a:custClr>
    <a:custClr name="Light Purple, 240-140-238, F08CEE">
      <a:srgbClr val="F08CEE"/>
    </a:custClr>
    <a:custClr name="Brown, 85-52-29, 55341D">
      <a:srgbClr val="55341D"/>
    </a:custClr>
    <a:custClr name="Yellow, 255-247-119, FFF777">
      <a:srgbClr val="FFF777"/>
    </a:custClr>
    <a:custClr name="SEL Blue 100%, 0-58-93, 003A5D">
      <a:srgbClr val="003A5D"/>
    </a:custClr>
    <a:custClr name="SEL Blue 85%, 56-89-120, 385978">
      <a:srgbClr val="385978"/>
    </a:custClr>
    <a:custClr name="SEL Blue 60%, 97-122-149, 617A95">
      <a:srgbClr val="617A95"/>
    </a:custClr>
    <a:custClr name="SEL Blue 45%, 137-157-178, 899DB2">
      <a:srgbClr val="899DB2"/>
    </a:custClr>
    <a:custClr name="SEL Blue 30%, 179-193-208, B3C1D0">
      <a:srgbClr val="B3C1D0"/>
    </a:custClr>
    <a:custClr name="SEL Blue 15%, 222-230-239, DEE6EF">
      <a:srgbClr val="DEE6EF"/>
    </a:custClr>
    <a:custClr name="SEL Blue 100%, 0-58-93, 003A5D">
      <a:srgbClr val="003A5D"/>
    </a:custClr>
    <a:custClr name="SEL Blue 75%, 77-105-134, 4D6986">
      <a:srgbClr val="4D6986"/>
    </a:custClr>
    <a:custClr name="SEL Blue 50%, 137-156-178, 899CB2">
      <a:srgbClr val="899CB2"/>
    </a:custClr>
    <a:custClr name="SEL Blue 25%, 200-211-223, C8D3DF">
      <a:srgbClr val="C8D3DF"/>
    </a:custClr>
  </a:custClrLst>
  <a:extLst>
    <a:ext uri="{05A4C25C-085E-4340-85A3-A5531E510DB2}">
      <thm15:themeFamily xmlns:thm15="http://schemas.microsoft.com/office/thememl/2012/main" name="Presentation3" id="{FF9D1E53-59B4-4D7F-9F2A-1248458386ED}" vid="{EA11DE6B-698C-4F03-B151-C4D9DF75528B}"/>
    </a:ext>
  </a:extLst>
</a:theme>
</file>

<file path=ppt/theme/theme2.xml><?xml version="1.0" encoding="utf-8"?>
<a:theme xmlns:a="http://schemas.openxmlformats.org/drawingml/2006/main" name="Office Theme">
  <a:themeElements>
    <a:clrScheme name="SEL_2023_Colors">
      <a:dk1>
        <a:srgbClr val="003A5D"/>
      </a:dk1>
      <a:lt1>
        <a:sysClr val="window" lastClr="FFFFFF"/>
      </a:lt1>
      <a:dk2>
        <a:srgbClr val="002240"/>
      </a:dk2>
      <a:lt2>
        <a:srgbClr val="E9EDF2"/>
      </a:lt2>
      <a:accent1>
        <a:srgbClr val="003A5D"/>
      </a:accent1>
      <a:accent2>
        <a:srgbClr val="FC5B3E"/>
      </a:accent2>
      <a:accent3>
        <a:srgbClr val="3D7AA0"/>
      </a:accent3>
      <a:accent4>
        <a:srgbClr val="E11E41"/>
      </a:accent4>
      <a:accent5>
        <a:srgbClr val="40CB6C"/>
      </a:accent5>
      <a:accent6>
        <a:srgbClr val="1A3FD8"/>
      </a:accent6>
      <a:hlink>
        <a:srgbClr val="1B98A9"/>
      </a:hlink>
      <a:folHlink>
        <a:srgbClr val="6A486B"/>
      </a:folHlink>
    </a:clrScheme>
    <a:fontScheme name="SEL Notes">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round/>
          <a:headEnd type="none" w="lg" len="lg"/>
          <a:tailEnd type="none" w="lg" len="lg"/>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TotalTime>
  <Words>1324</Words>
  <Application>Microsoft Office PowerPoint</Application>
  <PresentationFormat>Widescreen</PresentationFormat>
  <Paragraphs>244</Paragraphs>
  <Slides>31</Slides>
  <Notes>31</Notes>
  <HiddenSlides>28</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Wingdings</vt:lpstr>
      <vt:lpstr>Times New Roman</vt:lpstr>
      <vt:lpstr>SEL_2025</vt:lpstr>
      <vt:lpstr>PowerPoint Presentation</vt:lpstr>
      <vt:lpstr>PowerPoint Presentation</vt:lpstr>
      <vt:lpstr>PowerPoint Presentation</vt:lpstr>
      <vt:lpstr>The following hidden slides include example slide layouts and guidance for working in this PowerPoint template</vt:lpstr>
      <vt:lpstr>Different title slide layouts have more space for additional presenter names</vt:lpstr>
      <vt:lpstr>If the presentation has a subtitle, choose a title and subtitle layout</vt:lpstr>
      <vt:lpstr>Use complete sentences in slide titles (40 pt)</vt:lpstr>
      <vt:lpstr>Customize slide designs</vt:lpstr>
      <vt:lpstr>Section header layouts, like this one, have a color block or photo on the top half of the slide and a title below</vt:lpstr>
      <vt:lpstr>Pull quotes may be placed on top of large photos to have more impact in the presentation.”</vt:lpstr>
      <vt:lpstr>Consider multiple-topic layout options</vt:lpstr>
      <vt:lpstr>Overlay photo on a right side color block</vt:lpstr>
      <vt:lpstr>Use blue tint for contrast with screenshots</vt:lpstr>
      <vt:lpstr>Use SEL theme colors for consistency</vt:lpstr>
      <vt:lpstr>Use accent colors for callout lines</vt:lpstr>
      <vt:lpstr>Center figures within the available space</vt:lpstr>
      <vt:lpstr>Keep figure lines at 2.25 pt weight or above</vt:lpstr>
      <vt:lpstr>Keep SEL device icons aligned and consistently sized with each other</vt:lpstr>
      <vt:lpstr>SEL pictograms are also available</vt:lpstr>
      <vt:lpstr>Add labels to SEL pictograms for context</vt:lpstr>
      <vt:lpstr>Apply SEL branded table formatting</vt:lpstr>
      <vt:lpstr>Minimize table cell sizing for simplicity</vt:lpstr>
      <vt:lpstr>for large tables, try the layout called Subtitle only</vt:lpstr>
      <vt:lpstr>Simplify data charts</vt:lpstr>
      <vt:lpstr>Express main  point of chart in slide title</vt:lpstr>
      <vt:lpstr>Simplify message by featuring one main point on each slide</vt:lpstr>
      <vt:lpstr>Toggle guides (ALT+F9) on desktop app</vt:lpstr>
      <vt:lpstr>About this presentation (slide for sales kits)</vt:lpstr>
      <vt:lpstr>Add a final slide using layout options like this one, Questions, or Thank you</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Chelsea Rash</dc:creator>
  <cp:lastModifiedBy>Chelsea Rash</cp:lastModifiedBy>
  <cp:revision>1</cp:revision>
  <dcterms:created xsi:type="dcterms:W3CDTF">2025-12-19T17:27:42Z</dcterms:created>
  <dcterms:modified xsi:type="dcterms:W3CDTF">2025-12-19T17:28:42Z</dcterms:modified>
</cp:coreProperties>
</file>