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4152" r:id="rId1"/>
  </p:sldMasterIdLst>
  <p:notesMasterIdLst>
    <p:notesMasterId r:id="rId33"/>
  </p:notesMasterIdLst>
  <p:handoutMasterIdLst>
    <p:handoutMasterId r:id="rId34"/>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non Dryden" initials="SD" lastIdx="2" clrIdx="0">
    <p:extLst>
      <p:ext uri="{19B8F6BF-5375-455C-9EA6-DF929625EA0E}">
        <p15:presenceInfo xmlns:p15="http://schemas.microsoft.com/office/powerpoint/2012/main" userId="Shannon Dryden" providerId="None"/>
      </p:ext>
    </p:extLst>
  </p:cmAuthor>
  <p:cmAuthor id="2" name="Rex Pieper" initials="RP" lastIdx="1" clrIdx="1">
    <p:extLst>
      <p:ext uri="{19B8F6BF-5375-455C-9EA6-DF929625EA0E}">
        <p15:presenceInfo xmlns:p15="http://schemas.microsoft.com/office/powerpoint/2012/main" userId="S::rex_pieper@selinc.com::0ea2b8a6-5bb7-4d6c-83db-5204e28f43f6" providerId="AD"/>
      </p:ext>
    </p:extLst>
  </p:cmAuthor>
  <p:cmAuthor id="3" name="Chelsea Rash" initials="CR" lastIdx="20" clrIdx="2">
    <p:extLst>
      <p:ext uri="{19B8F6BF-5375-455C-9EA6-DF929625EA0E}">
        <p15:presenceInfo xmlns:p15="http://schemas.microsoft.com/office/powerpoint/2012/main" userId="Chelsea Ra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A5D"/>
    <a:srgbClr val="292929"/>
    <a:srgbClr val="32312F"/>
    <a:srgbClr val="000000"/>
    <a:srgbClr val="FDE4E0"/>
    <a:srgbClr val="808000"/>
    <a:srgbClr val="FEECEA"/>
    <a:srgbClr val="EEEFF8"/>
    <a:srgbClr val="F4F5FB"/>
    <a:srgbClr val="F6F7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A595BEA2-BAFE-4881-9EE8-3C99054D1657}">
  <a:tblStyle styleId="{A595BEA2-BAFE-4881-9EE8-3C99054D1657}" styleName="SEL 2021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12700" cmpd="sng">
              <a:solidFill>
                <a:schemeClr val="dk1"/>
              </a:solidFill>
            </a:ln>
          </a:insideH>
          <a:insideV>
            <a:ln w="12700" cmpd="sng">
              <a:solidFill>
                <a:schemeClr val="dk1"/>
              </a:solidFill>
            </a:ln>
          </a:insideV>
        </a:tcBdr>
        <a:fill>
          <a:noFill/>
        </a:fill>
      </a:tcStyle>
    </a:wholeTbl>
    <a:band1H>
      <a:tcStyle>
        <a:tcBdr/>
      </a:tcStyle>
    </a:band1H>
    <a:band2H>
      <a:tcStyle>
        <a:tcBdr/>
      </a:tcStyle>
    </a:band2H>
    <a:band1V>
      <a:tcStyle>
        <a:tcBdr/>
      </a:tcStyle>
    </a:band1V>
    <a:band2V>
      <a:tcStyle>
        <a:tcBdr/>
      </a:tcStyle>
    </a:band2V>
    <a:lastCol>
      <a:tcTxStyle b="on">
        <a:fontRef idx="minor">
          <a:prstClr val="black"/>
        </a:fontRef>
        <a:schemeClr val="dk1"/>
      </a:tcTxStyle>
      <a:tcStyle>
        <a:tcBdr>
          <a:left>
            <a:ln w="12700" cmpd="sng">
              <a:solidFill>
                <a:srgbClr val="003A5D"/>
              </a:solidFill>
            </a:ln>
          </a:left>
        </a:tcBdr>
        <a:fill>
          <a:noFill/>
        </a:fill>
      </a:tcStyle>
    </a:lastCol>
    <a:firstCol>
      <a:tcTxStyle b="on">
        <a:fontRef idx="minor">
          <a:prstClr val="black"/>
        </a:fontRef>
        <a:schemeClr val="dk1"/>
      </a:tcTxStyle>
      <a:tcStyle>
        <a:tcBdr>
          <a:right>
            <a:ln w="12700" cmpd="sng">
              <a:solidFill>
                <a:srgbClr val="003A5D"/>
              </a:solidFill>
            </a:ln>
          </a:right>
        </a:tcBdr>
        <a:fill>
          <a:noFill/>
        </a:fill>
      </a:tcStyle>
    </a:firstCol>
    <a:lastRow>
      <a:tcTxStyle b="on">
        <a:fontRef idx="minor">
          <a:prstClr val="black"/>
        </a:fontRef>
        <a:schemeClr val="dk1"/>
      </a:tcTxStyle>
      <a:tcStyle>
        <a:tcBdr>
          <a:top>
            <a:ln w="12700" cmpd="sng">
              <a:solidFill>
                <a:srgbClr val="003A5D"/>
              </a:solidFill>
            </a:ln>
          </a:top>
        </a:tcBdr>
        <a:fill>
          <a:noFill/>
        </a:fill>
      </a:tcStyle>
    </a:lastRow>
    <a:firstRow>
      <a:tcTxStyle b="on">
        <a:fontRef idx="minor">
          <a:prstClr val="black"/>
        </a:fontRef>
        <a:schemeClr val="dk1"/>
      </a:tcTxStyle>
      <a:tcStyle>
        <a:tcBdr>
          <a:bottom>
            <a:ln w="12700" cmpd="sng">
              <a:solidFill>
                <a:srgbClr val="003A5D"/>
              </a:solidFill>
            </a:ln>
          </a:bottom>
        </a:tcBdr>
        <a:fill>
          <a:noFill/>
        </a:fill>
      </a:tcStyle>
    </a:firstRow>
  </a:tblStyle>
  <a:tblStyle styleId="{C77EECD3-3EF1-45AF-B5F4-BF04F79FEC29}" styleName="SEL 2020 Shaded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0" cmpd="sng">
              <a:noFill/>
            </a:ln>
          </a:insideH>
          <a:insideV>
            <a:ln w="0" cmpd="sng">
              <a:noFill/>
            </a:ln>
          </a:insideV>
        </a:tcBdr>
        <a:fill>
          <a:noFill/>
        </a:fill>
      </a:tcStyle>
    </a:wholeTbl>
    <a:band1H>
      <a:tcStyle>
        <a:tcBdr/>
        <a:fill>
          <a:solidFill>
            <a:srgbClr val="BCCADA"/>
          </a:solidFill>
        </a:fill>
      </a:tcStyle>
    </a:band1H>
    <a:band2H>
      <a:tcStyle>
        <a:tcBdr/>
      </a:tcStyle>
    </a:band2H>
    <a:band1V>
      <a:tcStyle>
        <a:tcBdr/>
        <a:fill>
          <a:solidFill>
            <a:srgbClr val="BCCADA"/>
          </a:solidFill>
        </a:fill>
      </a:tcStyle>
    </a:band1V>
    <a:band2V>
      <a:tcStyle>
        <a:tcBdr/>
      </a:tcStyle>
    </a:band2V>
    <a:lastCol>
      <a:tcTxStyle b="on">
        <a:fontRef idx="minor">
          <a:prstClr val="black"/>
        </a:fontRef>
        <a:schemeClr val="dk1"/>
      </a:tcTxStyle>
      <a:tcStyle>
        <a:tcBdr>
          <a:left>
            <a:ln w="38100" cmpd="sng">
              <a:solidFill>
                <a:srgbClr val="777777"/>
              </a:solidFill>
            </a:ln>
          </a:left>
        </a:tcBdr>
        <a:fill>
          <a:noFill/>
        </a:fill>
      </a:tcStyle>
    </a:lastCol>
    <a:firstCol>
      <a:tcTxStyle b="on">
        <a:fontRef idx="minor">
          <a:prstClr val="black"/>
        </a:fontRef>
        <a:schemeClr val="dk1"/>
      </a:tcTxStyle>
      <a:tcStyle>
        <a:tcBdr>
          <a:right>
            <a:ln w="38100" cmpd="sng">
              <a:solidFill>
                <a:srgbClr val="777777"/>
              </a:solidFill>
            </a:ln>
          </a:right>
        </a:tcBdr>
        <a:fill>
          <a:noFill/>
        </a:fill>
      </a:tcStyle>
    </a:firstCol>
    <a:lastRow>
      <a:tcTxStyle b="on">
        <a:fontRef idx="minor">
          <a:prstClr val="black"/>
        </a:fontRef>
        <a:schemeClr val="dk1"/>
      </a:tcTxStyle>
      <a:tcStyle>
        <a:tcBdr>
          <a:top>
            <a:ln w="38100" cmpd="sng">
              <a:solidFill>
                <a:srgbClr val="777777"/>
              </a:solidFill>
            </a:ln>
          </a:top>
        </a:tcBdr>
        <a:fill>
          <a:noFill/>
        </a:fill>
      </a:tcStyle>
    </a:lastRow>
    <a:firstRow>
      <a:tcTxStyle b="on">
        <a:fontRef idx="minor">
          <a:prstClr val="black"/>
        </a:fontRef>
        <a:schemeClr val="dk1"/>
      </a:tcTxStyle>
      <a:tcStyle>
        <a:tcBdr>
          <a:bottom>
            <a:ln w="38100" cmpd="sng">
              <a:solidFill>
                <a:srgbClr val="777777"/>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597" autoAdjust="0"/>
  </p:normalViewPr>
  <p:slideViewPr>
    <p:cSldViewPr snapToGrid="0">
      <p:cViewPr varScale="1">
        <p:scale>
          <a:sx n="118" d="100"/>
          <a:sy n="118" d="100"/>
        </p:scale>
        <p:origin x="1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2" d="100"/>
          <a:sy n="82" d="100"/>
        </p:scale>
        <p:origin x="364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hidden="1">
            <a:extLst>
              <a:ext uri="{FF2B5EF4-FFF2-40B4-BE49-F238E27FC236}">
                <a16:creationId xmlns:a16="http://schemas.microsoft.com/office/drawing/2014/main" id="{E8F17505-86F4-4D7D-8166-FCB6C02E047C}"/>
              </a:ext>
            </a:extLst>
          </p:cNvPr>
          <p:cNvSpPr>
            <a:spLocks noGrp="1"/>
          </p:cNvSpPr>
          <p:nvPr>
            <p:ph type="dt" sz="quarter" idx="1"/>
          </p:nvPr>
        </p:nvSpPr>
        <p:spPr>
          <a:xfrm>
            <a:off x="3798824" y="474662"/>
            <a:ext cx="3008376" cy="228600"/>
          </a:xfrm>
          <a:prstGeom prst="rect">
            <a:avLst/>
          </a:prstGeom>
        </p:spPr>
        <p:txBody>
          <a:bodyPr vert="horz" lIns="91440" tIns="45720" rIns="91440" bIns="45720" rtlCol="0"/>
          <a:lstStyle>
            <a:lvl1pPr algn="r">
              <a:defRPr sz="1200"/>
            </a:lvl1pPr>
          </a:lstStyle>
          <a:p>
            <a:fld id="{CEDE8DB9-5EEA-4BAA-B4BA-1D0631ED65B1}" type="datetimeFigureOut">
              <a:rPr lang="en-US" sz="100" smtClean="0">
                <a:solidFill>
                  <a:schemeClr val="bg1"/>
                </a:solidFill>
                <a:latin typeface="Times New Roman" panose="02020603050405020304" pitchFamily="18" charset="0"/>
                <a:cs typeface="Times New Roman" panose="02020603050405020304" pitchFamily="18" charset="0"/>
              </a:rPr>
              <a:t>12/19/2025</a:t>
            </a:fld>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4" name="Footer Placeholder 3" hidden="1">
            <a:extLst>
              <a:ext uri="{FF2B5EF4-FFF2-40B4-BE49-F238E27FC236}">
                <a16:creationId xmlns:a16="http://schemas.microsoft.com/office/drawing/2014/main" id="{F5546013-FA23-4307-B0C8-A55CCA0CB4F5}"/>
              </a:ext>
            </a:extLst>
          </p:cNvPr>
          <p:cNvSpPr>
            <a:spLocks noGrp="1"/>
          </p:cNvSpPr>
          <p:nvPr>
            <p:ph type="ftr" sz="quarter" idx="2"/>
          </p:nvPr>
        </p:nvSpPr>
        <p:spPr>
          <a:xfrm>
            <a:off x="508000" y="8901112"/>
            <a:ext cx="6299199" cy="228600"/>
          </a:xfrm>
          <a:prstGeom prst="rect">
            <a:avLst/>
          </a:prstGeom>
        </p:spPr>
        <p:txBody>
          <a:bodyPr vert="horz" lIns="91440" tIns="45720" rIns="91440" bIns="45720" rtlCol="0" anchor="b"/>
          <a:lstStyle>
            <a:lvl1pPr algn="l">
              <a:defRPr sz="1200"/>
            </a:lvl1pPr>
          </a:lstStyle>
          <a:p>
            <a:pPr algn="ctr"/>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2" name="Header Placeholder 1" hidden="1">
            <a:extLst>
              <a:ext uri="{FF2B5EF4-FFF2-40B4-BE49-F238E27FC236}">
                <a16:creationId xmlns:a16="http://schemas.microsoft.com/office/drawing/2014/main" id="{8DFFAEFE-BBBD-4B7C-B788-9BFDE94A6ED6}"/>
              </a:ext>
            </a:extLst>
          </p:cNvPr>
          <p:cNvSpPr>
            <a:spLocks noGrp="1"/>
          </p:cNvSpPr>
          <p:nvPr>
            <p:ph type="hdr" sz="quarter"/>
          </p:nvPr>
        </p:nvSpPr>
        <p:spPr>
          <a:xfrm>
            <a:off x="511174" y="474662"/>
            <a:ext cx="3006725" cy="228600"/>
          </a:xfrm>
          <a:prstGeom prst="rect">
            <a:avLst/>
          </a:prstGeom>
        </p:spPr>
        <p:txBody>
          <a:bodyPr vert="horz" lIns="91440" tIns="45720" rIns="91440" bIns="45720" rtlCol="0"/>
          <a:lstStyle>
            <a:lvl1pPr algn="l">
              <a:defRPr sz="1200"/>
            </a:lvl1pPr>
          </a:lstStyle>
          <a:p>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A177D56-1DE0-4AC2-8787-C61CD8150882}"/>
              </a:ext>
            </a:extLst>
          </p:cNvPr>
          <p:cNvSpPr>
            <a:spLocks noGrp="1"/>
          </p:cNvSpPr>
          <p:nvPr>
            <p:ph type="sldNum" sz="quarter" idx="3"/>
          </p:nvPr>
        </p:nvSpPr>
        <p:spPr>
          <a:xfrm>
            <a:off x="3012948" y="9564624"/>
            <a:ext cx="1746504" cy="320040"/>
          </a:xfrm>
          <a:prstGeom prst="rect">
            <a:avLst/>
          </a:prstGeom>
        </p:spPr>
        <p:txBody>
          <a:bodyPr vert="horz" lIns="91440" tIns="45720" rIns="91440" bIns="45720" rtlCol="0" anchor="b"/>
          <a:lstStyle>
            <a:lvl1pPr algn="r">
              <a:defRPr sz="1200"/>
            </a:lvl1pPr>
          </a:lstStyle>
          <a:p>
            <a:pPr algn="ctr"/>
            <a:fld id="{648B32C2-096A-4EF2-8A46-2FAB9144F788}" type="slidenum">
              <a:rPr lang="en-US" sz="1000" smtClean="0">
                <a:latin typeface="Times New Roman" panose="02020603050405020304" pitchFamily="18" charset="0"/>
                <a:cs typeface="Times New Roman" panose="02020603050405020304" pitchFamily="18" charset="0"/>
              </a:rPr>
              <a:pPr algn="ctr"/>
              <a:t>‹#›</a:t>
            </a:fld>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99411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2448" userDrawn="1">
          <p15:clr>
            <a:srgbClr val="F26B43"/>
          </p15:clr>
        </p15:guide>
        <p15:guide id="2" orient="horz" pos="3168" userDrawn="1">
          <p15:clr>
            <a:srgbClr val="F26B43"/>
          </p15:clr>
        </p15:guide>
        <p15:guide id="3" pos="4560" userDrawn="1">
          <p15:clr>
            <a:srgbClr val="A4A3A4"/>
          </p15:clr>
        </p15:guide>
        <p15:guide id="4" pos="336" userDrawn="1">
          <p15:clr>
            <a:srgbClr val="A4A3A4"/>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Watermark_SEL_Confidential">
            <a:extLst>
              <a:ext uri="{FF2B5EF4-FFF2-40B4-BE49-F238E27FC236}">
                <a16:creationId xmlns:a16="http://schemas.microsoft.com/office/drawing/2014/main" id="{202B17CC-9222-42C2-8BA7-7C27B22DA6DD}"/>
              </a:ext>
            </a:extLst>
          </p:cNvPr>
          <p:cNvSpPr txBox="1"/>
          <p:nvPr/>
        </p:nvSpPr>
        <p:spPr>
          <a:xfrm>
            <a:off x="1219200" y="5029200"/>
            <a:ext cx="5334000" cy="1446550"/>
          </a:xfrm>
          <a:prstGeom prst="rect">
            <a:avLst/>
          </a:prstGeom>
          <a:noFill/>
        </p:spPr>
        <p:txBody>
          <a:bodyPr wrap="square" rtlCol="0">
            <a:spAutoFit/>
          </a:bodyPr>
          <a:lstStyle/>
          <a:p>
            <a:pPr algn="ctr"/>
            <a:r>
              <a:rPr lang="en-US" sz="4400" b="1" dirty="0">
                <a:solidFill>
                  <a:srgbClr val="FDE4E0"/>
                </a:solidFill>
                <a:latin typeface="Arial" panose="020B0604020202020204" pitchFamily="34" charset="0"/>
                <a:cs typeface="Arial" panose="020B0604020202020204" pitchFamily="34" charset="0"/>
              </a:rPr>
              <a:t>Presenter Notes</a:t>
            </a:r>
            <a:br>
              <a:rPr lang="en-US" sz="4400" b="1" dirty="0">
                <a:solidFill>
                  <a:srgbClr val="FDE4E0"/>
                </a:solidFill>
                <a:latin typeface="Arial" panose="020B0604020202020204" pitchFamily="34" charset="0"/>
                <a:cs typeface="Arial" panose="020B0604020202020204" pitchFamily="34" charset="0"/>
              </a:rPr>
            </a:br>
            <a:r>
              <a:rPr lang="en-US" sz="4400" b="1" dirty="0">
                <a:solidFill>
                  <a:srgbClr val="FDE4E0"/>
                </a:solidFill>
                <a:latin typeface="Arial" panose="020B0604020202020204" pitchFamily="34" charset="0"/>
                <a:cs typeface="Arial" panose="020B0604020202020204" pitchFamily="34" charset="0"/>
              </a:rPr>
              <a:t>SEL Confidential</a:t>
            </a:r>
          </a:p>
        </p:txBody>
      </p:sp>
      <p:sp>
        <p:nvSpPr>
          <p:cNvPr id="9" name="Date Placeholder 8" hidden="1">
            <a:extLst>
              <a:ext uri="{FF2B5EF4-FFF2-40B4-BE49-F238E27FC236}">
                <a16:creationId xmlns:a16="http://schemas.microsoft.com/office/drawing/2014/main" id="{F0AE4F7F-8B06-4EE4-9613-3C2C51A050D5}"/>
              </a:ext>
            </a:extLst>
          </p:cNvPr>
          <p:cNvSpPr>
            <a:spLocks noGrp="1"/>
          </p:cNvSpPr>
          <p:nvPr>
            <p:ph type="dt" idx="1"/>
          </p:nvPr>
        </p:nvSpPr>
        <p:spPr bwMode="white">
          <a:xfrm>
            <a:off x="4262726" y="137160"/>
            <a:ext cx="2743200" cy="274320"/>
          </a:xfrm>
          <a:prstGeom prst="rect">
            <a:avLst/>
          </a:prstGeom>
        </p:spPr>
        <p:txBody>
          <a:bodyPr vert="horz" lIns="91440" tIns="45720" rIns="91440" bIns="45720" rtlCol="0"/>
          <a:lstStyle>
            <a:lvl1pPr algn="r">
              <a:defRPr sz="100">
                <a:solidFill>
                  <a:schemeClr val="bg1"/>
                </a:solidFill>
                <a:latin typeface="Times New Roman" panose="02020603050405020304" pitchFamily="18" charset="0"/>
                <a:cs typeface="Times New Roman" panose="02020603050405020304" pitchFamily="18" charset="0"/>
              </a:defRPr>
            </a:lvl1pPr>
          </a:lstStyle>
          <a:p>
            <a:fld id="{647C99DA-DC42-4D07-B52D-61993504CBEA}" type="datetimeFigureOut">
              <a:rPr lang="en-US" smtClean="0"/>
              <a:pPr/>
              <a:t>12/19/2025</a:t>
            </a:fld>
            <a:endParaRPr lang="en-US" dirty="0"/>
          </a:p>
        </p:txBody>
      </p:sp>
      <p:sp>
        <p:nvSpPr>
          <p:cNvPr id="10" name="Header Placeholder 9" hidden="1">
            <a:extLst>
              <a:ext uri="{FF2B5EF4-FFF2-40B4-BE49-F238E27FC236}">
                <a16:creationId xmlns:a16="http://schemas.microsoft.com/office/drawing/2014/main" id="{1A88F389-3E94-423B-B2C5-D6B067C3FA4C}"/>
              </a:ext>
            </a:extLst>
          </p:cNvPr>
          <p:cNvSpPr>
            <a:spLocks noGrp="1"/>
          </p:cNvSpPr>
          <p:nvPr>
            <p:ph type="hdr" sz="quarter"/>
          </p:nvPr>
        </p:nvSpPr>
        <p:spPr bwMode="white">
          <a:xfrm>
            <a:off x="309274" y="137160"/>
            <a:ext cx="2743200" cy="274320"/>
          </a:xfrm>
          <a:prstGeom prst="rect">
            <a:avLst/>
          </a:prstGeom>
        </p:spPr>
        <p:txBody>
          <a:bodyPr vert="horz" lIns="91440" tIns="45720" rIns="91440" bIns="45720" rtlCol="0"/>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14" name="Footer Placeholder 13" hidden="1">
            <a:extLst>
              <a:ext uri="{FF2B5EF4-FFF2-40B4-BE49-F238E27FC236}">
                <a16:creationId xmlns:a16="http://schemas.microsoft.com/office/drawing/2014/main" id="{EC7D08CF-A8F0-458B-B148-7F57F4B51142}"/>
              </a:ext>
            </a:extLst>
          </p:cNvPr>
          <p:cNvSpPr>
            <a:spLocks noGrp="1"/>
          </p:cNvSpPr>
          <p:nvPr>
            <p:ph type="ftr" sz="quarter" idx="4"/>
          </p:nvPr>
        </p:nvSpPr>
        <p:spPr bwMode="white">
          <a:xfrm>
            <a:off x="309274" y="9326880"/>
            <a:ext cx="2743200" cy="274320"/>
          </a:xfrm>
          <a:prstGeom prst="rect">
            <a:avLst/>
          </a:prstGeom>
        </p:spPr>
        <p:txBody>
          <a:bodyPr vert="horz" lIns="91440" tIns="45720" rIns="91440" bIns="45720" rtlCol="0" anchor="b"/>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5" name="Notes Placeholder 4"/>
          <p:cNvSpPr>
            <a:spLocks noGrp="1"/>
          </p:cNvSpPr>
          <p:nvPr>
            <p:ph type="body" sz="quarter" idx="3"/>
          </p:nvPr>
        </p:nvSpPr>
        <p:spPr>
          <a:xfrm>
            <a:off x="1035756" y="4572001"/>
            <a:ext cx="5700888" cy="5113019"/>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Slide Number Placeholder 6"/>
          <p:cNvSpPr>
            <a:spLocks noGrp="1"/>
          </p:cNvSpPr>
          <p:nvPr>
            <p:ph type="sldNum" sz="quarter" idx="5"/>
          </p:nvPr>
        </p:nvSpPr>
        <p:spPr>
          <a:xfrm>
            <a:off x="3012948" y="9738360"/>
            <a:ext cx="1746504" cy="320040"/>
          </a:xfrm>
          <a:prstGeom prst="rect">
            <a:avLst/>
          </a:prstGeom>
        </p:spPr>
        <p:txBody>
          <a:bodyPr vert="horz" lIns="91440" tIns="45720" rIns="91440" bIns="45720" rtlCol="0" anchor="b" anchorCtr="1"/>
          <a:lstStyle>
            <a:lvl1pPr algn="r">
              <a:defRPr sz="1000">
                <a:solidFill>
                  <a:srgbClr val="000000"/>
                </a:solidFill>
                <a:latin typeface="Times New Roman" panose="02020603050405020304" pitchFamily="18" charset="0"/>
                <a:cs typeface="Times New Roman" panose="02020603050405020304" pitchFamily="18" charset="0"/>
              </a:defRPr>
            </a:lvl1pPr>
          </a:lstStyle>
          <a:p>
            <a:fld id="{C1C1A079-E5E7-4643-A956-50F7120513E7}" type="slidenum">
              <a:rPr lang="en-US" smtClean="0"/>
              <a:pPr/>
              <a:t>‹#›</a:t>
            </a:fld>
            <a:endParaRPr lang="en-US" dirty="0"/>
          </a:p>
        </p:txBody>
      </p:sp>
      <p:sp>
        <p:nvSpPr>
          <p:cNvPr id="4" name="Slide Image Placeholder 3"/>
          <p:cNvSpPr>
            <a:spLocks noGrp="1" noRot="1" noChangeAspect="1"/>
          </p:cNvSpPr>
          <p:nvPr>
            <p:ph type="sldImg" idx="2"/>
          </p:nvPr>
        </p:nvSpPr>
        <p:spPr>
          <a:xfrm>
            <a:off x="815975" y="815975"/>
            <a:ext cx="6137275" cy="3452640"/>
          </a:xfrm>
          <a:prstGeom prst="rect">
            <a:avLst/>
          </a:prstGeom>
          <a:noFill/>
          <a:ln w="12700">
            <a:solidFill>
              <a:prstClr val="black"/>
            </a:solidFill>
          </a:ln>
        </p:spPr>
        <p:txBody>
          <a:bodyPr vert="horz" lIns="91440" tIns="45720" rIns="91440" bIns="45720" rtlCol="0" anchor="ctr"/>
          <a:lstStyle/>
          <a:p>
            <a:endParaRPr lang="en-US" dirty="0"/>
          </a:p>
        </p:txBody>
      </p:sp>
    </p:spTree>
    <p:extLst>
      <p:ext uri="{BB962C8B-B14F-4D97-AF65-F5344CB8AC3E}">
        <p14:creationId xmlns:p14="http://schemas.microsoft.com/office/powerpoint/2010/main" val="3286860414"/>
      </p:ext>
    </p:extLst>
  </p:cSld>
  <p:clrMap bg1="lt1" tx1="dk1" bg2="lt2" tx2="dk2" accent1="accent1" accent2="accent2" accent3="accent3" accent4="accent4" accent5="accent5" accent6="accent6" hlink="hlink" folHlink="folHlink"/>
  <p:notesStyle>
    <a:lvl1pPr marL="0" algn="l" defTabSz="914400" rtl="0" eaLnBrk="1" latinLnBrk="0" hangingPunct="1">
      <a:defRPr sz="1100" kern="1200">
        <a:solidFill>
          <a:srgbClr val="000000"/>
        </a:solidFill>
        <a:latin typeface="Times New Roman" panose="02020603050405020304" pitchFamily="18" charset="0"/>
        <a:ea typeface="+mn-ea"/>
        <a:cs typeface="Times New Roman" panose="02020603050405020304" pitchFamily="18" charset="0"/>
      </a:defRPr>
    </a:lvl1pPr>
    <a:lvl2pPr marL="347472" indent="-228600" algn="l" defTabSz="914400" rtl="0" eaLnBrk="1" latinLnBrk="0" hangingPunct="1">
      <a:buClrTx/>
      <a:buFont typeface="Arial" panose="020B0604020202020204" pitchFamily="34" charset="0"/>
      <a:buChar char="•"/>
      <a:defRPr sz="1100" kern="1200">
        <a:solidFill>
          <a:srgbClr val="000000"/>
        </a:solidFill>
        <a:latin typeface="Times New Roman" panose="02020603050405020304" pitchFamily="18" charset="0"/>
        <a:ea typeface="+mn-ea"/>
        <a:cs typeface="Times New Roman" panose="02020603050405020304" pitchFamily="18" charset="0"/>
      </a:defRPr>
    </a:lvl2pPr>
    <a:lvl3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3pPr>
    <a:lvl4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4pPr>
    <a:lvl5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5pPr>
    <a:lvl6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6pPr>
    <a:lvl7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7pPr>
    <a:lvl8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8pPr>
    <a:lvl9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9pPr>
  </p:notesStyle>
  <p:extLst>
    <p:ext uri="{620B2872-D7B9-4A21-9093-7833F8D536E1}">
      <p15:sldGuideLst xmlns:p15="http://schemas.microsoft.com/office/powerpoint/2012/main">
        <p15:guide id="1" pos="514" userDrawn="1">
          <p15:clr>
            <a:srgbClr val="F26B43"/>
          </p15:clr>
        </p15:guide>
        <p15:guide id="2" pos="4380" userDrawn="1">
          <p15:clr>
            <a:srgbClr val="F26B43"/>
          </p15:clr>
        </p15:guide>
        <p15:guide id="5" pos="2448" userDrawn="1">
          <p15:clr>
            <a:srgbClr val="A4A3A4"/>
          </p15:clr>
        </p15:guide>
        <p15:guide id="6" orient="horz" pos="514" userDrawn="1">
          <p15:clr>
            <a:srgbClr val="F26B43"/>
          </p15:clr>
        </p15:guide>
        <p15:guide id="7" orient="horz" pos="2688" userDrawn="1">
          <p15:clr>
            <a:srgbClr val="F26B43"/>
          </p15:clr>
        </p15:guide>
        <p15:guide id="8" orient="horz" pos="2880" userDrawn="1">
          <p15:clr>
            <a:srgbClr val="A4A3A4"/>
          </p15:clr>
        </p15:guide>
        <p15:guide id="10" pos="648" userDrawn="1">
          <p15:clr>
            <a:srgbClr val="A4A3A4"/>
          </p15:clr>
        </p15:guide>
        <p15:guide id="11" pos="4248" userDrawn="1">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15 seconds.</a:t>
            </a:r>
          </a:p>
          <a:p>
            <a:r>
              <a:t>Say the project name, the course, and that this is the Sprint 5 walkthrough. Each section is presented by a different person.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One line on the project, then each person and their Sprint 5 role from the project plan. Finish with the Sprint 5 goal. Do not claim work in this slide, the feature slides cover that.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Go through the four deliverables from the Sprint 4 to 6 plan. The rationale is Joe's rule of no double maintenance, so the bindings wrap a client instead of porting it. The long term goal is engineers scripting Signal Hub from Python with numpy.</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Each member names their features and issues. Caleb shows the team CI run (#52), Genevieve the C# evaluation status and the user guide (#36, #53), Darron &lt;placeholder&gt;. Lucas demos the bridge, the pub/sub example, and the Python.NET spike on the next slides.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a:t>
            </a:r>
          </a:p>
          <a:p>
            <a:r>
              <a:t>Initial state: in Sprint 4 a dead bridge raised an error and every object was lost. Now with auto_restart=True the SDK starts a new bridge and resumes. Validation: 17 hardening tests and 13 name and cancel tests, all passing in the October 30 run.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Live demo: start build/testhub, then run docs/Sprint5/examples/pubsub_example.py with the hub port. Then open the demo app (PYTHONPATH=python python3 demo/server.py, http://127.0.0.1:8765), add a publisher and a subscriber, send a batch, and press Kill bridge to show recovery. If not live, show the captured output.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1 minute 15 seconds.</a:t>
            </a:r>
          </a:p>
          <a:p>
            <a:r>
              <a:t>Context: the C# client was not on our machines, so Lucas measured Python.NET with a stand-in C# class (no SEL code). Point out that generics and callbacks were most of the Go glue work. Then the catch: a fatal .NET error kills Python, the same as ctypes. That is why the Go bridge stays as the fallback. Numbers are from local runs on October 30.</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15 seconds.</a:t>
            </a:r>
          </a:p>
          <a:p>
            <a:r>
              <a:t>Blueframe runs signed, containerized apps on SEL-3350, 3355 and 3360 computers. Walk the four steps. Be clear about status: steps 1 and 2 are done on developer machines and in CI. Steps 3 and 4 need SEL's signing process and a device or virtual Blueframe instance, which the team does not have yet. That is the first Sprint 6 request to Joe.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Show the team CI pipeline run on the Sprint 5 branch (run 41146542375), 13 of 13 jobs passed. It runs on every push and pull request. Then the compatibility matrix in docs/Sprint5.</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Integration and system tests run the real SDK against the fake Signal Hub, which speaks the real wire protocol. Client feedback: September 28, Joe said crashing an engineer's Python session is not acceptable, and the bridge recovery answers that. October feedback is in the MoMs.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Show the board. Done has #44 and #45, In review has #46, #48 to #50 and PR #51, In progress has #52, Ready has #36, #53, #54 and #55. Each member names their issues.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Open Sprints/Sprint_5/MoM on GitHub. The files follow the Sprint 4 format. October 12 was the Go and C# comparison. October 26 was the Sprint 5 review.</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 15 seconds.</a:t>
            </a:r>
          </a:p>
          <a:p>
            <a:r>
              <a:t>Scroll through Sprints/Sprint_5/Sprint_Report.md on the PR branch. Point out the deliverable status table, issue lists and retrospective. Then the new section V in the final report, the docs/Sprint5 folder and the README.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30 seconds.</a:t>
            </a:r>
          </a:p>
          <a:p>
            <a:r>
              <a:t>Disclose that Claude was used for the spike code, CI workflow, doc drafts, report and slides, and to pull numbers from logs. Give the real example of an AI mistake caught by running the code. Say that every number comes from a log or CI run, SEL code never went to a public tool, and the team owns every deliverable.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Achievements, then each challenge with what was done about it. Close with how Sprint 5 built on Sprint 4.</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Sprint 6 plan first, then what went well and what to change. End with what was done because of Joe's feedback.</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Recap: working SDK on the bridge with crash recovery, real CI, measured C# results, first docs. Sprint 6 is the C# client and deployment. Thank Joe, SEL and the course staff, and invite questions.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F9E1DE-2E61-40B8-9AA2-F25384BAD1C1}"/>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Subtitle 2">
            <a:extLst>
              <a:ext uri="{FF2B5EF4-FFF2-40B4-BE49-F238E27FC236}">
                <a16:creationId xmlns:a16="http://schemas.microsoft.com/office/drawing/2014/main" id="{2FA55DAA-18CC-454F-8654-7E8CAEA9D9AF}"/>
              </a:ext>
            </a:extLst>
          </p:cNvPr>
          <p:cNvSpPr>
            <a:spLocks noGrp="1"/>
          </p:cNvSpPr>
          <p:nvPr>
            <p:ph type="subTitle" idx="1" hasCustomPrompt="1"/>
          </p:nvPr>
        </p:nvSpPr>
        <p:spPr>
          <a:xfrm>
            <a:off x="660399" y="5661816"/>
            <a:ext cx="10868025" cy="548484"/>
          </a:xfrm>
        </p:spPr>
        <p:txBody>
          <a:bodyPr lIns="0" rIns="0">
            <a:noAutofit/>
          </a:bodyPr>
          <a:lstStyle>
            <a:lvl1pPr marL="0" indent="0" algn="l">
              <a:lnSpc>
                <a:spcPct val="100000"/>
              </a:lnSpc>
              <a:spcAft>
                <a:spcPts val="0"/>
              </a:spcAft>
              <a:buNone/>
              <a:defRPr sz="2800" b="0">
                <a:solidFill>
                  <a:schemeClr val="tx1"/>
                </a:solidFill>
              </a:defRPr>
            </a:lvl1pPr>
            <a:lvl2pPr marL="0" indent="0" algn="l">
              <a:lnSpc>
                <a:spcPct val="100000"/>
              </a:lnSpc>
              <a:spcAft>
                <a:spcPts val="0"/>
              </a:spcAft>
              <a:buNone/>
              <a:defRPr sz="2000">
                <a:solidFill>
                  <a:schemeClr val="tx1"/>
                </a:solidFill>
              </a:defRPr>
            </a:lvl2pPr>
            <a:lvl3pPr marL="0" indent="0" algn="l">
              <a:lnSpc>
                <a:spcPct val="100000"/>
              </a:lnSpc>
              <a:spcAft>
                <a:spcPts val="0"/>
              </a:spcAft>
              <a:buNone/>
              <a:defRPr sz="2000">
                <a:solidFill>
                  <a:schemeClr val="tx1"/>
                </a:solidFill>
              </a:defRPr>
            </a:lvl3pPr>
            <a:lvl4pPr marL="0" indent="0" algn="l">
              <a:lnSpc>
                <a:spcPct val="100000"/>
              </a:lnSpc>
              <a:spcAft>
                <a:spcPts val="0"/>
              </a:spcAft>
              <a:buNone/>
              <a:defRPr sz="2000">
                <a:solidFill>
                  <a:schemeClr val="tx1"/>
                </a:solidFill>
              </a:defRPr>
            </a:lvl4pPr>
            <a:lvl5pPr marL="0" indent="0" algn="l">
              <a:lnSpc>
                <a:spcPct val="100000"/>
              </a:lnSpc>
              <a:spcAft>
                <a:spcPts val="0"/>
              </a:spcAft>
              <a:buNone/>
              <a:defRPr sz="2000">
                <a:solidFill>
                  <a:schemeClr val="tx1"/>
                </a:solidFill>
              </a:defRPr>
            </a:lvl5pPr>
            <a:lvl6pPr marL="0" indent="0" algn="l">
              <a:lnSpc>
                <a:spcPct val="100000"/>
              </a:lnSpc>
              <a:spcAft>
                <a:spcPts val="0"/>
              </a:spcAft>
              <a:buNone/>
              <a:defRPr sz="2000">
                <a:solidFill>
                  <a:schemeClr val="tx1"/>
                </a:solidFill>
              </a:defRPr>
            </a:lvl6pPr>
            <a:lvl7pPr marL="0" indent="0" algn="l">
              <a:lnSpc>
                <a:spcPct val="100000"/>
              </a:lnSpc>
              <a:spcAft>
                <a:spcPts val="0"/>
              </a:spcAft>
              <a:buNone/>
              <a:defRPr sz="2000">
                <a:solidFill>
                  <a:schemeClr val="tx1"/>
                </a:solidFill>
              </a:defRPr>
            </a:lvl7pPr>
            <a:lvl8pPr marL="0" indent="0" algn="l">
              <a:lnSpc>
                <a:spcPct val="100000"/>
              </a:lnSpc>
              <a:spcAft>
                <a:spcPts val="0"/>
              </a:spcAft>
              <a:buNone/>
              <a:defRPr sz="2000">
                <a:solidFill>
                  <a:schemeClr val="tx1"/>
                </a:solidFill>
              </a:defRPr>
            </a:lvl8pPr>
            <a:lvl9pPr marL="0" indent="0" algn="l">
              <a:lnSpc>
                <a:spcPct val="100000"/>
              </a:lnSpc>
              <a:spcAft>
                <a:spcPts val="0"/>
              </a:spcAft>
              <a:buNone/>
              <a:defRPr sz="2000">
                <a:solidFill>
                  <a:schemeClr val="tx1"/>
                </a:solidFill>
              </a:defRPr>
            </a:lvl9pPr>
          </a:lstStyle>
          <a:p>
            <a:pPr lvl="0"/>
            <a:r>
              <a:rPr lang="en-US" dirty="0"/>
              <a:t>Presenter name, presenter title, date code</a:t>
            </a:r>
          </a:p>
        </p:txBody>
      </p:sp>
      <p:sp>
        <p:nvSpPr>
          <p:cNvPr id="8" name="SEL_Copyright">
            <a:extLst>
              <a:ext uri="{FF2B5EF4-FFF2-40B4-BE49-F238E27FC236}">
                <a16:creationId xmlns:a16="http://schemas.microsoft.com/office/drawing/2014/main" id="{F0CA6168-031E-4557-8A5F-B54957F69A4E}"/>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9" name="SEL_Monogram">
            <a:extLst>
              <a:ext uri="{FF2B5EF4-FFF2-40B4-BE49-F238E27FC236}">
                <a16:creationId xmlns:a16="http://schemas.microsoft.com/office/drawing/2014/main" id="{20B3D8BE-242F-4C8E-A7F9-9F35D6B9D55A}"/>
              </a:ext>
            </a:extLst>
          </p:cNvPr>
          <p:cNvPicPr>
            <a:picLocks noChangeAspect="1"/>
          </p:cNvPicPr>
          <p:nvPr/>
        </p:nvPicPr>
        <p:blipFill>
          <a:blip r:embed="rId2"/>
          <a:stretch>
            <a:fillRect/>
          </a:stretch>
        </p:blipFill>
        <p:spPr>
          <a:xfrm>
            <a:off x="660400" y="3959241"/>
            <a:ext cx="902286" cy="518205"/>
          </a:xfrm>
          <a:prstGeom prst="rect">
            <a:avLst/>
          </a:prstGeom>
        </p:spPr>
      </p:pic>
      <p:sp>
        <p:nvSpPr>
          <p:cNvPr id="2" name="Title 1">
            <a:extLst>
              <a:ext uri="{FF2B5EF4-FFF2-40B4-BE49-F238E27FC236}">
                <a16:creationId xmlns:a16="http://schemas.microsoft.com/office/drawing/2014/main" id="{3EA84887-69BA-4F79-AC38-4AE76D9F26A0}"/>
              </a:ext>
            </a:extLst>
          </p:cNvPr>
          <p:cNvSpPr>
            <a:spLocks noGrp="1"/>
          </p:cNvSpPr>
          <p:nvPr>
            <p:ph type="ctrTitle" hasCustomPrompt="1"/>
          </p:nvPr>
        </p:nvSpPr>
        <p:spPr>
          <a:xfrm>
            <a:off x="660399" y="647700"/>
            <a:ext cx="10868025" cy="2912796"/>
          </a:xfrm>
        </p:spPr>
        <p:txBody>
          <a:bodyPr anchor="b" anchorCtr="0">
            <a:noAutofit/>
          </a:bodyPr>
          <a:lstStyle>
            <a:lvl1pPr algn="l">
              <a:defRPr sz="4400" b="1">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910665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A7C23AF-09F7-4D50-AEA7-9492B8558022}"/>
              </a:ext>
            </a:extLst>
          </p:cNvPr>
          <p:cNvSpPr>
            <a:spLocks noGrp="1"/>
          </p:cNvSpPr>
          <p:nvPr>
            <p:ph type="pic" idx="1" hasCustomPrompt="1"/>
          </p:nvPr>
        </p:nvSpPr>
        <p:spPr>
          <a:xfrm>
            <a:off x="7305675" y="0"/>
            <a:ext cx="4886325" cy="6858000"/>
          </a:xfrm>
          <a:solidFill>
            <a:srgbClr val="C3D1DD"/>
          </a:solidFill>
        </p:spPr>
        <p:txBody>
          <a:bodyPr tIns="1645920" anchor="t" anchorCtr="1"/>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Select icon to add image</a:t>
            </a:r>
          </a:p>
        </p:txBody>
      </p:sp>
      <p:sp>
        <p:nvSpPr>
          <p:cNvPr id="4" name="Text Placeholder 3">
            <a:extLst>
              <a:ext uri="{FF2B5EF4-FFF2-40B4-BE49-F238E27FC236}">
                <a16:creationId xmlns:a16="http://schemas.microsoft.com/office/drawing/2014/main" id="{5408B888-9CFE-4362-9CF4-795FAC8E37ED}"/>
              </a:ext>
            </a:extLst>
          </p:cNvPr>
          <p:cNvSpPr>
            <a:spLocks noGrp="1"/>
          </p:cNvSpPr>
          <p:nvPr>
            <p:ph type="body" sz="half" idx="2" hasCustomPrompt="1"/>
          </p:nvPr>
        </p:nvSpPr>
        <p:spPr>
          <a:xfrm>
            <a:off x="660402" y="1602223"/>
            <a:ext cx="6037262" cy="4608077"/>
          </a:xfrm>
        </p:spPr>
        <p:txBody>
          <a:bodyPr/>
          <a:lstStyle>
            <a:lvl1pPr marL="344488" indent="-344488">
              <a:spcBef>
                <a:spcPts val="0"/>
              </a:spcBef>
              <a:spcAft>
                <a:spcPts val="2000"/>
              </a:spcAft>
              <a:buFont typeface="Wingdings" panose="05000000000000000000" pitchFamily="2" charset="2"/>
              <a:buChar char="§"/>
              <a:defRPr sz="2800" b="0">
                <a:solidFill>
                  <a:schemeClr val="dk1"/>
                </a:solidFill>
              </a:defRPr>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Aft>
                <a:spcPts val="2000"/>
              </a:spcAft>
              <a:buFont typeface="Arial" panose="020B0604020202020204" pitchFamily="34" charset="0"/>
              <a:buChar char="–"/>
              <a:defRPr sz="2400"/>
            </a:lvl4pPr>
            <a:lvl5pPr marL="804672" indent="-347472">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1800"/>
              </a:spcAft>
              <a:buFont typeface="Arial" panose="020B0604020202020204" pitchFamily="34" charset="0"/>
              <a:buChar char="–"/>
              <a:defRPr sz="2400"/>
            </a:lvl8pPr>
            <a:lvl9pPr marL="804672" indent="-347472">
              <a:spcAft>
                <a:spcPts val="1800"/>
              </a:spcAft>
              <a:buFont typeface="Arial" panose="020B0604020202020204" pitchFamily="34" charset="0"/>
              <a:buChar char="–"/>
              <a:defRPr sz="2400"/>
            </a:lvl9pPr>
          </a:lstStyle>
          <a:p>
            <a:pPr lvl="0"/>
            <a:r>
              <a:rPr lang="en-US" dirty="0"/>
              <a:t>Select to add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 name="Title 1">
            <a:extLst>
              <a:ext uri="{FF2B5EF4-FFF2-40B4-BE49-F238E27FC236}">
                <a16:creationId xmlns:a16="http://schemas.microsoft.com/office/drawing/2014/main" id="{D369D749-F445-4919-AFF3-A80F2B00DD87}"/>
              </a:ext>
            </a:extLst>
          </p:cNvPr>
          <p:cNvSpPr>
            <a:spLocks noGrp="1"/>
          </p:cNvSpPr>
          <p:nvPr>
            <p:ph type="title" hasCustomPrompt="1"/>
          </p:nvPr>
        </p:nvSpPr>
        <p:spPr>
          <a:xfrm>
            <a:off x="660401" y="582627"/>
            <a:ext cx="6037263" cy="1108061"/>
          </a:xfrm>
        </p:spPr>
        <p:txBody>
          <a:bodyPr anchor="t" anchorCtr="0"/>
          <a:lstStyle>
            <a:lvl1pPr>
              <a:defRPr sz="4000"/>
            </a:lvl1pPr>
          </a:lstStyle>
          <a:p>
            <a:r>
              <a:rPr lang="en-US" dirty="0"/>
              <a:t>Select to </a:t>
            </a:r>
            <a:r>
              <a:rPr lang="en-US"/>
              <a:t>add title</a:t>
            </a:r>
            <a:endParaRPr lang="en-US" dirty="0"/>
          </a:p>
        </p:txBody>
      </p:sp>
    </p:spTree>
    <p:extLst>
      <p:ext uri="{BB962C8B-B14F-4D97-AF65-F5344CB8AC3E}">
        <p14:creationId xmlns:p14="http://schemas.microsoft.com/office/powerpoint/2010/main" val="1756302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cture and Titl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A3A44E-D60D-44F9-ABC9-0C3541084F81}"/>
              </a:ext>
            </a:extLst>
          </p:cNvPr>
          <p:cNvSpPr>
            <a:spLocks noGrp="1"/>
          </p:cNvSpPr>
          <p:nvPr>
            <p:ph type="pic" sz="quarter" idx="10" hasCustomPrompt="1"/>
          </p:nvPr>
        </p:nvSpPr>
        <p:spPr>
          <a:xfrm>
            <a:off x="7305675" y="0"/>
            <a:ext cx="4886325" cy="6858000"/>
          </a:xfrm>
          <a:solidFill>
            <a:srgbClr val="C3D1DD"/>
          </a:solidFill>
        </p:spPr>
        <p:txBody>
          <a:bodyPr tIns="1645920" anchor="t" anchorCtr="1"/>
          <a:lstStyle>
            <a:lvl1pPr marL="0" indent="0" algn="ctr">
              <a:buNone/>
              <a:defRPr/>
            </a:lvl1pPr>
          </a:lstStyle>
          <a:p>
            <a:r>
              <a:rPr lang="en-US" dirty="0"/>
              <a:t>Select icon to add image</a:t>
            </a:r>
          </a:p>
        </p:txBody>
      </p:sp>
      <p:sp>
        <p:nvSpPr>
          <p:cNvPr id="6" name="Title 5">
            <a:extLst>
              <a:ext uri="{FF2B5EF4-FFF2-40B4-BE49-F238E27FC236}">
                <a16:creationId xmlns:a16="http://schemas.microsoft.com/office/drawing/2014/main" id="{7C1A8893-F31B-40F6-869D-08F76A2B2168}"/>
              </a:ext>
            </a:extLst>
          </p:cNvPr>
          <p:cNvSpPr>
            <a:spLocks noGrp="1"/>
          </p:cNvSpPr>
          <p:nvPr>
            <p:ph type="title" hasCustomPrompt="1"/>
          </p:nvPr>
        </p:nvSpPr>
        <p:spPr>
          <a:xfrm>
            <a:off x="660401" y="582627"/>
            <a:ext cx="6037263" cy="1108061"/>
          </a:xfrm>
        </p:spPr>
        <p:txBody>
          <a:bodyPr/>
          <a:lstStyle>
            <a:lvl1pPr>
              <a:defRPr/>
            </a:lvl1pPr>
          </a:lstStyle>
          <a:p>
            <a:r>
              <a:rPr lang="en-US" dirty="0"/>
              <a:t>Select to add title</a:t>
            </a:r>
          </a:p>
        </p:txBody>
      </p:sp>
    </p:spTree>
    <p:extLst>
      <p:ext uri="{BB962C8B-B14F-4D97-AF65-F5344CB8AC3E}">
        <p14:creationId xmlns:p14="http://schemas.microsoft.com/office/powerpoint/2010/main" val="11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F6CE35-2A14-40A9-A7FD-78F4847C4A2B}"/>
              </a:ext>
            </a:extLst>
          </p:cNvPr>
          <p:cNvSpPr>
            <a:spLocks noGrp="1"/>
          </p:cNvSpPr>
          <p:nvPr>
            <p:ph idx="1" hasCustomPrompt="1"/>
          </p:nvPr>
        </p:nvSpPr>
        <p:spPr>
          <a:xfrm>
            <a:off x="660401" y="1602223"/>
            <a:ext cx="10868023" cy="4608077"/>
          </a:xfrm>
        </p:spPr>
        <p:txBody>
          <a:bodyPr/>
          <a:lstStyle>
            <a:lvl1pPr>
              <a:spcBef>
                <a:spcPts val="0"/>
              </a:spcBef>
              <a:spcAft>
                <a:spcPts val="2000"/>
              </a:spcAft>
              <a:defRPr>
                <a:solidFill>
                  <a:schemeClr val="tx1"/>
                </a:solidFill>
              </a:defRPr>
            </a:lvl1pPr>
            <a:lvl2pPr>
              <a:spcBef>
                <a:spcPts val="0"/>
              </a:spcBef>
              <a:spcAft>
                <a:spcPts val="2000"/>
              </a:spcAft>
              <a:buSzPct val="90000"/>
              <a:defRPr/>
            </a:lvl2pPr>
            <a:lvl3pPr>
              <a:spcBef>
                <a:spcPts val="0"/>
              </a:spcBef>
              <a:spcAft>
                <a:spcPts val="2000"/>
              </a:spcAft>
              <a:buSzPct val="90000"/>
              <a:defRPr/>
            </a:lvl3pPr>
            <a:lvl4pPr>
              <a:spcBef>
                <a:spcPts val="0"/>
              </a:spcBef>
              <a:spcAft>
                <a:spcPts val="2000"/>
              </a:spcAft>
              <a:buSzPct val="90000"/>
              <a:defRPr/>
            </a:lvl4pPr>
            <a:lvl5pPr>
              <a:spcBef>
                <a:spcPts val="0"/>
              </a:spcBef>
              <a:spcAft>
                <a:spcPts val="2000"/>
              </a:spcAft>
              <a:buSzPct val="90000"/>
              <a:defRPr/>
            </a:lvl5pPr>
            <a:lvl6pPr>
              <a:spcAft>
                <a:spcPts val="2000"/>
              </a:spcAft>
              <a:defRPr/>
            </a:lvl6pPr>
          </a:lstStyle>
          <a:p>
            <a:pPr lvl="0"/>
            <a:r>
              <a:rPr lang="en-US" dirty="0"/>
              <a:t>Select to add main speaking </a:t>
            </a:r>
            <a:r>
              <a:rPr lang="en-US"/>
              <a:t>points (five or less)</a:t>
            </a:r>
            <a:endParaRPr lang="en-US" dirty="0"/>
          </a:p>
          <a:p>
            <a:pPr lvl="1"/>
            <a:r>
              <a:rPr lang="en-US" dirty="0"/>
              <a:t>Second level</a:t>
            </a:r>
          </a:p>
          <a:p>
            <a:pPr lvl="2"/>
            <a:r>
              <a:rPr lang="en-US" dirty="0"/>
              <a:t>Third level</a:t>
            </a:r>
          </a:p>
          <a:p>
            <a:pPr lvl="3"/>
            <a:r>
              <a:rPr lang="en-US" dirty="0"/>
              <a:t>Fourth level</a:t>
            </a:r>
          </a:p>
          <a:p>
            <a:pPr lvl="4"/>
            <a:r>
              <a:rPr lang="en-US" dirty="0"/>
              <a:t>Fifth level</a:t>
            </a:r>
          </a:p>
          <a:p>
            <a:pPr lvl="4"/>
            <a:r>
              <a:rPr lang="en-US" dirty="0"/>
              <a:t>Sixth level</a:t>
            </a:r>
          </a:p>
          <a:p>
            <a:pPr lvl="4"/>
            <a:r>
              <a:rPr lang="en-US"/>
              <a:t>Seventh level</a:t>
            </a:r>
            <a:endParaRPr lang="en-US" dirty="0"/>
          </a:p>
        </p:txBody>
      </p:sp>
      <p:sp>
        <p:nvSpPr>
          <p:cNvPr id="2" name="Title 1">
            <a:extLst>
              <a:ext uri="{FF2B5EF4-FFF2-40B4-BE49-F238E27FC236}">
                <a16:creationId xmlns:a16="http://schemas.microsoft.com/office/drawing/2014/main" id="{0692D821-F591-4E99-98CA-288073DD9D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947083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BDC25-C575-4557-B729-386AF3B61761}"/>
              </a:ext>
            </a:extLst>
          </p:cNvPr>
          <p:cNvSpPr>
            <a:spLocks noGrp="1"/>
          </p:cNvSpPr>
          <p:nvPr>
            <p:ph type="title" hasCustomPrompt="1"/>
          </p:nvPr>
        </p:nvSpPr>
        <p:spPr>
          <a:xfrm>
            <a:off x="660401" y="582627"/>
            <a:ext cx="10868023" cy="1108061"/>
          </a:xfrm>
        </p:spPr>
        <p:txBody>
          <a:bodyPr vert="horz" lIns="0" tIns="0" rIns="0" bIns="0" rtlCol="0" anchor="t" anchorCtr="0">
            <a:noAutofit/>
          </a:bodyPr>
          <a:lstStyle>
            <a:lvl1pPr>
              <a:defRPr lang="en-US" dirty="0"/>
            </a:lvl1pPr>
          </a:lstStyle>
          <a:p>
            <a:pPr lvl="0"/>
            <a:r>
              <a:rPr lang="en-US" dirty="0"/>
              <a:t>Select to add slide title</a:t>
            </a:r>
          </a:p>
        </p:txBody>
      </p:sp>
    </p:spTree>
    <p:extLst>
      <p:ext uri="{BB962C8B-B14F-4D97-AF65-F5344CB8AC3E}">
        <p14:creationId xmlns:p14="http://schemas.microsoft.com/office/powerpoint/2010/main" val="2663886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92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Blue R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943FEEB-4EC2-4462-B340-BC93852D24CE}"/>
              </a:ext>
            </a:extLst>
          </p:cNvPr>
          <p:cNvSpPr>
            <a:spLocks/>
          </p:cNvSpPr>
          <p:nvPr/>
        </p:nvSpPr>
        <p:spPr>
          <a:xfrm>
            <a:off x="7900988" y="0"/>
            <a:ext cx="429101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88DFA906-5649-442E-B5FF-6A982EE5F437}"/>
              </a:ext>
            </a:extLst>
          </p:cNvPr>
          <p:cNvSpPr>
            <a:spLocks noGrp="1"/>
          </p:cNvSpPr>
          <p:nvPr>
            <p:ph type="body" sz="quarter" idx="10" hasCustomPrompt="1"/>
          </p:nvPr>
        </p:nvSpPr>
        <p:spPr>
          <a:xfrm>
            <a:off x="660402" y="1602223"/>
            <a:ext cx="6645273" cy="4608077"/>
          </a:xfrm>
        </p:spPr>
        <p:txBody>
          <a:bodyPr/>
          <a:lstStyle>
            <a:lvl1pPr>
              <a:defRPr/>
            </a:lvl1pPr>
            <a:lvl5pPr>
              <a:defRPr/>
            </a:lvl5pPr>
            <a:lvl6pPr>
              <a:defRPr/>
            </a:lvl6pPr>
            <a:lvl7pPr>
              <a:defRPr/>
            </a:lvl7pPr>
          </a:lstStyle>
          <a:p>
            <a:pPr lvl="0"/>
            <a:r>
              <a:rPr lang="en-US" dirty="0"/>
              <a:t>Select to add the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8" name="White_SEL_Confidential" hidden="1">
            <a:extLst>
              <a:ext uri="{FF2B5EF4-FFF2-40B4-BE49-F238E27FC236}">
                <a16:creationId xmlns:a16="http://schemas.microsoft.com/office/drawing/2014/main" id="{69276E1A-A357-4593-9633-50EA3BBAAE5B}"/>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3FEF850F-6BBA-49FE-B96C-EA7712118BE4}"/>
              </a:ext>
            </a:extLst>
          </p:cNvPr>
          <p:cNvSpPr>
            <a:spLocks noGrp="1"/>
          </p:cNvSpPr>
          <p:nvPr>
            <p:ph type="title" hasCustomPrompt="1"/>
          </p:nvPr>
        </p:nvSpPr>
        <p:spPr>
          <a:xfrm>
            <a:off x="660402" y="582627"/>
            <a:ext cx="6645274" cy="1108061"/>
          </a:xfrm>
        </p:spPr>
        <p:txBody>
          <a:bodyPr/>
          <a:lstStyle>
            <a:lvl1pPr>
              <a:defRPr/>
            </a:lvl1pPr>
          </a:lstStyle>
          <a:p>
            <a:r>
              <a:rPr lang="en-US"/>
              <a:t>Select to add title</a:t>
            </a:r>
          </a:p>
        </p:txBody>
      </p:sp>
    </p:spTree>
    <p:extLst>
      <p:ext uri="{BB962C8B-B14F-4D97-AF65-F5344CB8AC3E}">
        <p14:creationId xmlns:p14="http://schemas.microsoft.com/office/powerpoint/2010/main" val="92190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hoto Overla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354C362-155E-44AE-9E56-CA7BB73C4AEC}"/>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Picture Placeholder 9">
            <a:extLst>
              <a:ext uri="{FF2B5EF4-FFF2-40B4-BE49-F238E27FC236}">
                <a16:creationId xmlns:a16="http://schemas.microsoft.com/office/drawing/2014/main" id="{1BADDDAA-EB0B-41FD-9756-B29F5B6EF093}"/>
              </a:ext>
            </a:extLst>
          </p:cNvPr>
          <p:cNvSpPr>
            <a:spLocks noGrp="1"/>
          </p:cNvSpPr>
          <p:nvPr>
            <p:ph type="pic" sz="quarter" idx="11" hasCustomPrompt="1"/>
          </p:nvPr>
        </p:nvSpPr>
        <p:spPr>
          <a:xfrm>
            <a:off x="4891088" y="647700"/>
            <a:ext cx="7300911" cy="5562600"/>
          </a:xfrm>
          <a:solidFill>
            <a:srgbClr val="C3D1DD"/>
          </a:solidFill>
        </p:spPr>
        <p:txBody>
          <a:bodyPr tIns="941832"/>
          <a:lstStyle>
            <a:lvl1pPr algn="ctr">
              <a:buNone/>
              <a:defRPr/>
            </a:lvl1pPr>
          </a:lstStyle>
          <a:p>
            <a:r>
              <a:rPr lang="en-US" dirty="0"/>
              <a:t>Select icon below to insert image</a:t>
            </a:r>
          </a:p>
        </p:txBody>
      </p:sp>
      <p:sp>
        <p:nvSpPr>
          <p:cNvPr id="8" name="Text Placeholder 7">
            <a:extLst>
              <a:ext uri="{FF2B5EF4-FFF2-40B4-BE49-F238E27FC236}">
                <a16:creationId xmlns:a16="http://schemas.microsoft.com/office/drawing/2014/main" id="{8B0F1F50-8AF9-40FA-B1BD-FF9DA5F9D1B4}"/>
              </a:ext>
            </a:extLst>
          </p:cNvPr>
          <p:cNvSpPr>
            <a:spLocks noGrp="1"/>
          </p:cNvSpPr>
          <p:nvPr>
            <p:ph type="body" sz="quarter" idx="10" hasCustomPrompt="1"/>
          </p:nvPr>
        </p:nvSpPr>
        <p:spPr>
          <a:xfrm>
            <a:off x="660403" y="1602223"/>
            <a:ext cx="3627436" cy="4608077"/>
          </a:xfrm>
        </p:spPr>
        <p:txBody>
          <a:bodyPr/>
          <a:lstStyle>
            <a:lvl1pPr>
              <a:defRPr/>
            </a:lvl1pPr>
            <a:lvl5pPr>
              <a:defRPr/>
            </a:lvl5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9" name="White_SEL_Confidential" hidden="1">
            <a:extLst>
              <a:ext uri="{FF2B5EF4-FFF2-40B4-BE49-F238E27FC236}">
                <a16:creationId xmlns:a16="http://schemas.microsoft.com/office/drawing/2014/main" id="{7970546A-477C-4C65-A2C7-B67F48EDD55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CAA3170B-6BD6-4A3A-90FF-B86CC4AADE99}"/>
              </a:ext>
            </a:extLst>
          </p:cNvPr>
          <p:cNvSpPr>
            <a:spLocks noGrp="1"/>
          </p:cNvSpPr>
          <p:nvPr>
            <p:ph type="title" hasCustomPrompt="1"/>
          </p:nvPr>
        </p:nvSpPr>
        <p:spPr>
          <a:xfrm>
            <a:off x="660401" y="582627"/>
            <a:ext cx="3627437" cy="1108061"/>
          </a:xfrm>
        </p:spPr>
        <p:txBody>
          <a:bodyPr/>
          <a:lstStyle>
            <a:lvl1pPr>
              <a:defRPr/>
            </a:lvl1pPr>
          </a:lstStyle>
          <a:p>
            <a:r>
              <a:rPr lang="en-US" dirty="0"/>
              <a:t>Slide title</a:t>
            </a:r>
          </a:p>
        </p:txBody>
      </p:sp>
    </p:spTree>
    <p:extLst>
      <p:ext uri="{BB962C8B-B14F-4D97-AF65-F5344CB8AC3E}">
        <p14:creationId xmlns:p14="http://schemas.microsoft.com/office/powerpoint/2010/main" val="3201184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ubtitle and Content">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0D056A91-2680-4B9B-BA7B-66E6EEAE63D0}"/>
              </a:ext>
            </a:extLst>
          </p:cNvPr>
          <p:cNvSpPr>
            <a:spLocks noGrp="1"/>
          </p:cNvSpPr>
          <p:nvPr>
            <p:ph type="body" sz="quarter" idx="11" hasCustomPrompt="1"/>
          </p:nvPr>
        </p:nvSpPr>
        <p:spPr>
          <a:xfrm>
            <a:off x="660401" y="2285324"/>
            <a:ext cx="10845799" cy="3924976"/>
          </a:xfrm>
        </p:spPr>
        <p:txBody>
          <a:bodyPr/>
          <a:lstStyle>
            <a:lvl1pPr>
              <a:defRPr/>
            </a:lvl1pPr>
            <a:lvl5pPr>
              <a:defRPr/>
            </a:lvl5pPr>
            <a:lvl6pPr>
              <a:defRPr/>
            </a:lvl6pPr>
            <a:lvl7pPr>
              <a:defRPr/>
            </a:lvl7pPr>
            <a:lvl8pPr>
              <a:defRPr/>
            </a:lvl8pPr>
          </a:lstStyle>
          <a:p>
            <a:pPr lvl="0"/>
            <a:r>
              <a:rPr lang="en-US"/>
              <a:t>Select to add main speaking points (five or less)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0CBE79BF-8A7B-4EC6-9236-05CC3E3ECCB7}"/>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FE960CD3-C941-4865-B4AD-7C3BBB5D1897}"/>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FontTx/>
              <a:buNone/>
              <a:defRPr sz="2400" b="1" cap="all" baseline="0"/>
            </a:lvl1pPr>
            <a:lvl2pPr marL="0" indent="0">
              <a:lnSpc>
                <a:spcPct val="100000"/>
              </a:lnSpc>
              <a:spcAft>
                <a:spcPts val="0"/>
              </a:spcAft>
              <a:buFontTx/>
              <a:buNone/>
              <a:defRPr sz="2000" b="1"/>
            </a:lvl2pPr>
            <a:lvl3pPr marL="0" indent="0">
              <a:lnSpc>
                <a:spcPct val="100000"/>
              </a:lnSpc>
              <a:spcAft>
                <a:spcPts val="0"/>
              </a:spcAft>
              <a:buFontTx/>
              <a:buNone/>
              <a:defRPr sz="2000" b="1"/>
            </a:lvl3pPr>
            <a:lvl4pPr marL="0" indent="0">
              <a:lnSpc>
                <a:spcPct val="100000"/>
              </a:lnSpc>
              <a:spcAft>
                <a:spcPts val="0"/>
              </a:spcAft>
              <a:buFontTx/>
              <a:buNone/>
              <a:defRPr sz="2000" b="1"/>
            </a:lvl4pPr>
            <a:lvl5pPr marL="0" indent="0">
              <a:lnSpc>
                <a:spcPct val="100000"/>
              </a:lnSpc>
              <a:spcAft>
                <a:spcPts val="0"/>
              </a:spcAft>
              <a:buFontTx/>
              <a:buNone/>
              <a:defRPr sz="2000" b="1"/>
            </a:lvl5pPr>
            <a:lvl6pPr marL="0" indent="0">
              <a:lnSpc>
                <a:spcPct val="100000"/>
              </a:lnSpc>
              <a:spcAft>
                <a:spcPts val="0"/>
              </a:spcAft>
              <a:buFontTx/>
              <a:buNone/>
              <a:defRPr sz="2000" b="1"/>
            </a:lvl6pPr>
            <a:lvl7pPr marL="0" indent="0">
              <a:lnSpc>
                <a:spcPct val="100000"/>
              </a:lnSpc>
              <a:spcAft>
                <a:spcPts val="0"/>
              </a:spcAft>
              <a:buFontTx/>
              <a:buNone/>
              <a:defRPr sz="2000" b="1"/>
            </a:lvl7pPr>
            <a:lvl8pPr marL="0" indent="0">
              <a:lnSpc>
                <a:spcPct val="100000"/>
              </a:lnSpc>
              <a:spcAft>
                <a:spcPts val="0"/>
              </a:spcAft>
              <a:buFontTx/>
              <a:buNone/>
              <a:defRPr sz="2000" b="1"/>
            </a:lvl8pPr>
            <a:lvl9pPr marL="0" indent="0">
              <a:lnSpc>
                <a:spcPct val="100000"/>
              </a:lnSpc>
              <a:spcAft>
                <a:spcPts val="0"/>
              </a:spcAft>
              <a:buFontTx/>
              <a:buNone/>
              <a:defRPr sz="2000" b="1"/>
            </a:lvl9pPr>
          </a:lstStyle>
          <a:p>
            <a:pPr lvl="0"/>
            <a:r>
              <a:rPr lang="en-US"/>
              <a:t>SELECT TO ADD SUBTITLE (UPPERCASE)</a:t>
            </a:r>
          </a:p>
        </p:txBody>
      </p:sp>
    </p:spTree>
    <p:extLst>
      <p:ext uri="{BB962C8B-B14F-4D97-AF65-F5344CB8AC3E}">
        <p14:creationId xmlns:p14="http://schemas.microsoft.com/office/powerpoint/2010/main" val="4004724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ubtitle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7841-7096-452D-8F27-48D00303689D}"/>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7" name="Text Placeholder 6">
            <a:extLst>
              <a:ext uri="{FF2B5EF4-FFF2-40B4-BE49-F238E27FC236}">
                <a16:creationId xmlns:a16="http://schemas.microsoft.com/office/drawing/2014/main" id="{14060F1F-F43E-4309-8D4D-E4702D05C062}"/>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000" b="1" cap="all" baseline="0"/>
            </a:lvl2pPr>
            <a:lvl3pPr marL="0" indent="0">
              <a:lnSpc>
                <a:spcPct val="100000"/>
              </a:lnSpc>
              <a:spcAft>
                <a:spcPts val="0"/>
              </a:spcAft>
              <a:buNone/>
              <a:defRPr sz="2000" b="1" cap="all" baseline="0"/>
            </a:lvl3pPr>
            <a:lvl4pPr marL="0" indent="0">
              <a:lnSpc>
                <a:spcPct val="100000"/>
              </a:lnSpc>
              <a:spcAft>
                <a:spcPts val="0"/>
              </a:spcAft>
              <a:buNone/>
              <a:defRPr sz="2000" b="1" cap="all" baseline="0"/>
            </a:lvl4pPr>
            <a:lvl5pPr marL="0" indent="0">
              <a:lnSpc>
                <a:spcPct val="100000"/>
              </a:lnSpc>
              <a:spcAft>
                <a:spcPts val="0"/>
              </a:spcAft>
              <a:buNone/>
              <a:defRPr sz="2000" b="1" cap="all" baseline="0"/>
            </a:lvl5pPr>
            <a:lvl6pPr marL="0" indent="0">
              <a:lnSpc>
                <a:spcPct val="100000"/>
              </a:lnSpc>
              <a:spcAft>
                <a:spcPts val="0"/>
              </a:spcAft>
              <a:buNone/>
              <a:defRPr sz="2000" b="1" cap="all" baseline="0"/>
            </a:lvl6pPr>
            <a:lvl7pPr marL="0" indent="0">
              <a:lnSpc>
                <a:spcPct val="100000"/>
              </a:lnSpc>
              <a:spcAft>
                <a:spcPts val="0"/>
              </a:spcAft>
              <a:buNone/>
              <a:defRPr sz="2000" b="1" cap="all" baseline="0"/>
            </a:lvl7pPr>
            <a:lvl8pPr marL="0" indent="0">
              <a:lnSpc>
                <a:spcPct val="100000"/>
              </a:lnSpc>
              <a:spcAft>
                <a:spcPts val="0"/>
              </a:spcAft>
              <a:buNone/>
              <a:defRPr sz="2000" b="1" cap="all" baseline="0"/>
            </a:lvl8pPr>
            <a:lvl9pPr marL="0" indent="0">
              <a:lnSpc>
                <a:spcPct val="100000"/>
              </a:lnSpc>
              <a:spcAft>
                <a:spcPts val="0"/>
              </a:spcAft>
              <a:buNone/>
              <a:defRPr sz="2000" b="1" cap="all" baseline="0"/>
            </a:lvl9pPr>
          </a:lstStyle>
          <a:p>
            <a:pPr lvl="0"/>
            <a:r>
              <a:rPr lang="en-US" dirty="0"/>
              <a:t>Select to add subtitle (uppercase)</a:t>
            </a:r>
          </a:p>
        </p:txBody>
      </p:sp>
    </p:spTree>
    <p:extLst>
      <p:ext uri="{BB962C8B-B14F-4D97-AF65-F5344CB8AC3E}">
        <p14:creationId xmlns:p14="http://schemas.microsoft.com/office/powerpoint/2010/main" val="155262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E5D09-16F7-83E6-7E8B-7EB8BE7EE758}"/>
              </a:ext>
            </a:extLst>
          </p:cNvPr>
          <p:cNvSpPr>
            <a:spLocks noGrp="1"/>
          </p:cNvSpPr>
          <p:nvPr>
            <p:ph type="title" hasCustomPrompt="1"/>
          </p:nvPr>
        </p:nvSpPr>
        <p:spPr>
          <a:xfrm>
            <a:off x="660399" y="575871"/>
            <a:ext cx="10868025" cy="767154"/>
          </a:xfrm>
        </p:spPr>
        <p:txBody>
          <a:bodyPr/>
          <a:lstStyle>
            <a:lvl1pPr>
              <a:lnSpc>
                <a:spcPct val="100000"/>
              </a:lnSpc>
              <a:defRPr sz="2400" cap="all" baseline="0"/>
            </a:lvl1pPr>
          </a:lstStyle>
          <a:p>
            <a:r>
              <a:rPr lang="en-US" dirty="0"/>
              <a:t>SELECT TO ADD TITLE IN SUBTITLE FORMATTING (UPPERCASE)</a:t>
            </a:r>
          </a:p>
        </p:txBody>
      </p:sp>
    </p:spTree>
    <p:extLst>
      <p:ext uri="{BB962C8B-B14F-4D97-AF65-F5344CB8AC3E}">
        <p14:creationId xmlns:p14="http://schemas.microsoft.com/office/powerpoint/2010/main" val="1208323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ubtitle and Picture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086FC0A-FDEA-4309-9EC1-75447C63FBF8}"/>
              </a:ext>
            </a:extLst>
          </p:cNvPr>
          <p:cNvSpPr>
            <a:spLocks noGrp="1"/>
          </p:cNvSpPr>
          <p:nvPr>
            <p:ph type="pic" sz="quarter" idx="12" hasCustomPrompt="1"/>
          </p:nvPr>
        </p:nvSpPr>
        <p:spPr>
          <a:xfrm>
            <a:off x="4891088" y="647700"/>
            <a:ext cx="7300912" cy="5562600"/>
          </a:xfrm>
          <a:solidFill>
            <a:srgbClr val="C3D1DD"/>
          </a:solidFill>
        </p:spPr>
        <p:txBody>
          <a:bodyPr tIns="1645920"/>
          <a:lstStyle>
            <a:lvl1pPr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B6A0A59F-F384-4348-B0FC-65530231C59A}"/>
              </a:ext>
            </a:extLst>
          </p:cNvPr>
          <p:cNvSpPr>
            <a:spLocks noGrp="1"/>
          </p:cNvSpPr>
          <p:nvPr>
            <p:ph type="body" sz="quarter" idx="11" hasCustomPrompt="1"/>
          </p:nvPr>
        </p:nvSpPr>
        <p:spPr>
          <a:xfrm>
            <a:off x="660402" y="2285324"/>
            <a:ext cx="3627436" cy="3924976"/>
          </a:xfrm>
        </p:spPr>
        <p:txBody>
          <a:bodyPr/>
          <a:lstStyle>
            <a:lvl1pPr>
              <a:defRPr/>
            </a:lvl1pPr>
            <a:lvl5pPr>
              <a:defRPr/>
            </a:lvl5pPr>
            <a:lvl6pPr>
              <a:defRPr/>
            </a:lvl6pPr>
            <a:lvl7pPr>
              <a:defRPr/>
            </a:lvl7pPr>
          </a:lstStyle>
          <a:p>
            <a:pPr lvl="0"/>
            <a:r>
              <a:rPr lang="en-US"/>
              <a:t>Select to add text</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35430BAA-B393-496A-A5C5-58700E52AE7C}"/>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AF322D3D-3DCC-4681-BB5D-31D8675FAA5A}"/>
              </a:ext>
            </a:extLst>
          </p:cNvPr>
          <p:cNvSpPr>
            <a:spLocks noGrp="1"/>
          </p:cNvSpPr>
          <p:nvPr>
            <p:ph type="body" sz="quarter" idx="10" hasCustomPrompt="1"/>
          </p:nvPr>
        </p:nvSpPr>
        <p:spPr>
          <a:xfrm>
            <a:off x="660401" y="1616631"/>
            <a:ext cx="3627437" cy="583162"/>
          </a:xfrm>
        </p:spPr>
        <p:txBody>
          <a:bodyPr/>
          <a:lstStyle>
            <a:lvl1pPr marL="0" indent="0">
              <a:buNone/>
              <a:defRPr sz="2400" b="1" cap="all" baseline="0"/>
            </a:lvl1pPr>
            <a:lvl2pPr marL="0" indent="0">
              <a:buNone/>
              <a:defRPr sz="2000" b="1"/>
            </a:lvl2pPr>
            <a:lvl3pPr marL="0" indent="0">
              <a:buNone/>
              <a:defRPr sz="2000" b="1"/>
            </a:lvl3pPr>
            <a:lvl4pPr marL="0" indent="0">
              <a:buNone/>
              <a:defRPr sz="2000" b="1"/>
            </a:lvl4pPr>
            <a:lvl5pPr marL="0" indent="0">
              <a:buNone/>
              <a:defRPr sz="2000" b="1"/>
            </a:lvl5pPr>
            <a:lvl6pPr marL="0" indent="0">
              <a:buNone/>
              <a:defRPr sz="2000" b="1"/>
            </a:lvl6pPr>
            <a:lvl7pPr marL="0" indent="0">
              <a:buNone/>
              <a:defRPr sz="2000" b="1"/>
            </a:lvl7pPr>
            <a:lvl8pPr marL="0" indent="0">
              <a:buNone/>
              <a:defRPr sz="2000" b="1"/>
            </a:lvl8pPr>
            <a:lvl9pPr marL="0" indent="0">
              <a:buNone/>
              <a:defRPr sz="2000" b="1"/>
            </a:lvl9pPr>
          </a:lstStyle>
          <a:p>
            <a:pPr lvl="0"/>
            <a:r>
              <a:rPr lang="en-US"/>
              <a:t>SUBTITLE text</a:t>
            </a:r>
          </a:p>
        </p:txBody>
      </p:sp>
    </p:spTree>
    <p:extLst>
      <p:ext uri="{BB962C8B-B14F-4D97-AF65-F5344CB8AC3E}">
        <p14:creationId xmlns:p14="http://schemas.microsoft.com/office/powerpoint/2010/main" val="24986512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ictur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CAA66F-78F9-4F06-AA15-0D3013330A95}"/>
              </a:ext>
            </a:extLst>
          </p:cNvPr>
          <p:cNvSpPr>
            <a:spLocks noGrp="1"/>
          </p:cNvSpPr>
          <p:nvPr>
            <p:ph type="pic" sz="quarter" idx="10" hasCustomPrompt="1"/>
          </p:nvPr>
        </p:nvSpPr>
        <p:spPr>
          <a:xfrm>
            <a:off x="0" y="0"/>
            <a:ext cx="12192000" cy="6210300"/>
          </a:xfrm>
          <a:solidFill>
            <a:srgbClr val="C3D1DD"/>
          </a:solidFill>
        </p:spPr>
        <p:txBody>
          <a:bodyPr tIns="2322576"/>
          <a:lstStyle>
            <a:lvl1pPr algn="ctr">
              <a:buNone/>
              <a:defRPr b="0"/>
            </a:lvl1pPr>
          </a:lstStyle>
          <a:p>
            <a:r>
              <a:rPr lang="en-US" dirty="0"/>
              <a:t>Select icon below to insert image</a:t>
            </a:r>
          </a:p>
        </p:txBody>
      </p:sp>
      <p:sp>
        <p:nvSpPr>
          <p:cNvPr id="10" name="Title 9">
            <a:extLst>
              <a:ext uri="{FF2B5EF4-FFF2-40B4-BE49-F238E27FC236}">
                <a16:creationId xmlns:a16="http://schemas.microsoft.com/office/drawing/2014/main" id="{927AC9B5-F7AF-494D-B962-9654FB57851A}"/>
              </a:ext>
            </a:extLst>
          </p:cNvPr>
          <p:cNvSpPr>
            <a:spLocks noGrp="1"/>
          </p:cNvSpPr>
          <p:nvPr>
            <p:ph type="title" hasCustomPrompt="1"/>
          </p:nvPr>
        </p:nvSpPr>
        <p:spPr>
          <a:xfrm>
            <a:off x="660400" y="3788085"/>
            <a:ext cx="8453438" cy="1835880"/>
          </a:xfrm>
        </p:spPr>
        <p:txBody>
          <a:bodyPr anchor="b" anchorCtr="0"/>
          <a:lstStyle>
            <a:lvl1pPr>
              <a:lnSpc>
                <a:spcPct val="100000"/>
              </a:lnSpc>
              <a:spcAft>
                <a:spcPts val="3300"/>
              </a:spcAft>
              <a:defRPr sz="4000" b="0">
                <a:solidFill>
                  <a:schemeClr val="bg1"/>
                </a:solidFill>
              </a:defRPr>
            </a:lvl1pPr>
          </a:lstStyle>
          <a:p>
            <a:r>
              <a:rPr lang="en-US" dirty="0"/>
              <a:t>Select to add descriptive text or quotation – maximum of five lines, adjust text box height as needed</a:t>
            </a:r>
          </a:p>
        </p:txBody>
      </p:sp>
    </p:spTree>
    <p:extLst>
      <p:ext uri="{BB962C8B-B14F-4D97-AF65-F5344CB8AC3E}">
        <p14:creationId xmlns:p14="http://schemas.microsoft.com/office/powerpoint/2010/main" val="537314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and Caption Abov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F0C94E-9566-6923-685A-B42B9B51E5CA}"/>
              </a:ext>
            </a:extLst>
          </p:cNvPr>
          <p:cNvSpPr>
            <a:spLocks noGrp="1"/>
          </p:cNvSpPr>
          <p:nvPr>
            <p:ph type="pic" sz="quarter" idx="10" hasCustomPrompt="1"/>
          </p:nvPr>
        </p:nvSpPr>
        <p:spPr>
          <a:xfrm>
            <a:off x="0" y="1690688"/>
            <a:ext cx="12192000" cy="5167312"/>
          </a:xfrm>
          <a:solidFill>
            <a:srgbClr val="C3D1DD"/>
          </a:solidFill>
        </p:spPr>
        <p:txBody>
          <a:bodyPr tIns="1645920" anchor="t" anchorCtr="0"/>
          <a:lstStyle>
            <a:lvl1pPr marL="0" indent="0" algn="ctr">
              <a:spcAft>
                <a:spcPts val="0"/>
              </a:spcAft>
              <a:buNone/>
              <a:defRPr/>
            </a:lvl1pPr>
          </a:lstStyle>
          <a:p>
            <a:r>
              <a:rPr lang="en-US" dirty="0"/>
              <a:t>Select icon below to insert image</a:t>
            </a:r>
          </a:p>
        </p:txBody>
      </p:sp>
      <p:sp>
        <p:nvSpPr>
          <p:cNvPr id="2" name="Title 1">
            <a:extLst>
              <a:ext uri="{FF2B5EF4-FFF2-40B4-BE49-F238E27FC236}">
                <a16:creationId xmlns:a16="http://schemas.microsoft.com/office/drawing/2014/main" id="{4F10A98B-DABC-AF57-92BE-EABF2E64BD5F}"/>
              </a:ext>
            </a:extLst>
          </p:cNvPr>
          <p:cNvSpPr>
            <a:spLocks noGrp="1"/>
          </p:cNvSpPr>
          <p:nvPr>
            <p:ph type="title" hasCustomPrompt="1"/>
          </p:nvPr>
        </p:nvSpPr>
        <p:spPr>
          <a:xfrm>
            <a:off x="660400" y="550258"/>
            <a:ext cx="10868024" cy="954861"/>
          </a:xfrm>
        </p:spPr>
        <p:txBody>
          <a:bodyPr/>
          <a:lstStyle>
            <a:lvl1pPr>
              <a:lnSpc>
                <a:spcPct val="110000"/>
              </a:lnSpc>
              <a:spcAft>
                <a:spcPts val="2000"/>
              </a:spcAft>
              <a:defRPr sz="2800" b="0">
                <a:latin typeface="+mn-lt"/>
              </a:defRPr>
            </a:lvl1pPr>
          </a:lstStyle>
          <a:p>
            <a:r>
              <a:rPr lang="en-US" dirty="0"/>
              <a:t>Select to add title or descriptive text</a:t>
            </a:r>
          </a:p>
        </p:txBody>
      </p:sp>
    </p:spTree>
    <p:extLst>
      <p:ext uri="{BB962C8B-B14F-4D97-AF65-F5344CB8AC3E}">
        <p14:creationId xmlns:p14="http://schemas.microsoft.com/office/powerpoint/2010/main" val="2963320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E916AA-75A7-4AA9-9C0F-B1572E1BB83F}"/>
              </a:ext>
            </a:extLst>
          </p:cNvPr>
          <p:cNvSpPr>
            <a:spLocks noGrp="1"/>
          </p:cNvSpPr>
          <p:nvPr>
            <p:ph type="pic" sz="quarter" idx="10" hasCustomPrompt="1"/>
          </p:nvPr>
        </p:nvSpPr>
        <p:spPr>
          <a:xfrm>
            <a:off x="0" y="0"/>
            <a:ext cx="12192000" cy="6858000"/>
          </a:xfrm>
          <a:solidFill>
            <a:srgbClr val="C3D1DD"/>
          </a:solidFill>
        </p:spPr>
        <p:txBody>
          <a:bodyPr tIns="2322576" anchor="t" anchorCtr="1"/>
          <a:lstStyle>
            <a:lvl1pPr marL="0" indent="0" algn="ctr">
              <a:buNone/>
              <a:defRPr/>
            </a:lvl1pPr>
          </a:lstStyle>
          <a:p>
            <a:r>
              <a:rPr lang="en-US" dirty="0"/>
              <a:t>Select icon below to insert image</a:t>
            </a:r>
          </a:p>
        </p:txBody>
      </p:sp>
    </p:spTree>
    <p:extLst>
      <p:ext uri="{BB962C8B-B14F-4D97-AF65-F5344CB8AC3E}">
        <p14:creationId xmlns:p14="http://schemas.microsoft.com/office/powerpoint/2010/main" val="3221698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3BA3936-69AC-462C-AC2E-7240315A052D}"/>
              </a:ext>
            </a:extLst>
          </p:cNvPr>
          <p:cNvSpPr>
            <a:spLocks/>
          </p:cNvSpPr>
          <p:nvPr/>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D071760-CD71-42CB-94E0-29540E006BBE}"/>
              </a:ext>
            </a:extLst>
          </p:cNvPr>
          <p:cNvSpPr>
            <a:spLocks noGrp="1"/>
          </p:cNvSpPr>
          <p:nvPr>
            <p:ph idx="1" hasCustomPrompt="1"/>
          </p:nvPr>
        </p:nvSpPr>
        <p:spPr>
          <a:xfrm>
            <a:off x="0" y="0"/>
            <a:ext cx="7305675" cy="3429000"/>
          </a:xfrm>
          <a:solidFill>
            <a:srgbClr val="C3D1DD"/>
          </a:solidFill>
        </p:spPr>
        <p:txBody>
          <a:bodyPr tIns="585216"/>
          <a:lstStyle>
            <a:lvl1pPr marL="0" indent="0" algn="ctr">
              <a:buFont typeface="Arial" panose="020B0604020202020204" pitchFamily="34" charset="0"/>
              <a:buChar char=" "/>
              <a:defRPr sz="2800"/>
            </a:lvl1pPr>
            <a:lvl2pPr>
              <a:defRPr sz="28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US" dirty="0"/>
              <a:t>Select Pictures icon to insert image</a:t>
            </a:r>
          </a:p>
        </p:txBody>
      </p:sp>
      <p:sp>
        <p:nvSpPr>
          <p:cNvPr id="4" name="Text Placeholder 3">
            <a:extLst>
              <a:ext uri="{FF2B5EF4-FFF2-40B4-BE49-F238E27FC236}">
                <a16:creationId xmlns:a16="http://schemas.microsoft.com/office/drawing/2014/main" id="{2F4A2412-E989-45AE-B833-9BF3A2851962}"/>
              </a:ext>
            </a:extLst>
          </p:cNvPr>
          <p:cNvSpPr>
            <a:spLocks noGrp="1"/>
          </p:cNvSpPr>
          <p:nvPr>
            <p:ph type="body" sz="half" idx="2" hasCustomPrompt="1"/>
          </p:nvPr>
        </p:nvSpPr>
        <p:spPr>
          <a:xfrm>
            <a:off x="660400" y="4773990"/>
            <a:ext cx="5161903" cy="1436310"/>
          </a:xfrm>
        </p:spPr>
        <p:txBody>
          <a:bodyPr/>
          <a:lstStyle>
            <a:lvl1pPr marL="0" indent="0">
              <a:spcBef>
                <a:spcPts val="0"/>
              </a:spcBef>
              <a:spcAft>
                <a:spcPts val="2000"/>
              </a:spcAft>
              <a:buClr>
                <a:schemeClr val="tx1"/>
              </a:buClr>
              <a:buFont typeface="Wingdings" panose="05000000000000000000" pitchFamily="2" charset="2"/>
              <a:buNone/>
              <a:defRPr sz="2800" b="0">
                <a:solidFill>
                  <a:schemeClr val="dk1"/>
                </a:solidFill>
              </a:defRPr>
            </a:lvl1pPr>
            <a:lvl2pPr marL="0" indent="0">
              <a:spcBef>
                <a:spcPts val="0"/>
              </a:spcBef>
              <a:spcAft>
                <a:spcPts val="1800"/>
              </a:spcAft>
              <a:buFont typeface="Arial" panose="020B0604020202020204" pitchFamily="34" charset="0"/>
              <a:buNone/>
              <a:defRPr sz="2400"/>
            </a:lvl2pPr>
            <a:lvl3pPr marL="0" indent="0">
              <a:spcBef>
                <a:spcPts val="0"/>
              </a:spcBef>
              <a:spcAft>
                <a:spcPts val="1800"/>
              </a:spcAft>
              <a:buFont typeface="Arial" panose="020B0604020202020204" pitchFamily="34" charset="0"/>
              <a:buNone/>
              <a:tabLst/>
              <a:defRPr sz="2400"/>
            </a:lvl3pPr>
            <a:lvl4pPr marL="0" indent="0">
              <a:spcAft>
                <a:spcPts val="1800"/>
              </a:spcAft>
              <a:buFont typeface="Arial" panose="020B0604020202020204" pitchFamily="34" charset="0"/>
              <a:buNone/>
              <a:tabLst/>
              <a:defRPr sz="2400"/>
            </a:lvl4pPr>
            <a:lvl5pPr marL="0" indent="0">
              <a:spcAft>
                <a:spcPts val="1800"/>
              </a:spcAft>
              <a:buFont typeface="Arial" panose="020B0604020202020204" pitchFamily="34" charset="0"/>
              <a:buNone/>
              <a:defRPr sz="2400"/>
            </a:lvl5pPr>
            <a:lvl6pPr marL="0" indent="0">
              <a:spcAft>
                <a:spcPts val="1800"/>
              </a:spcAft>
              <a:buFont typeface="Arial" panose="020B0604020202020204" pitchFamily="34" charset="0"/>
              <a:buNone/>
              <a:defRPr sz="2400"/>
            </a:lvl6pPr>
            <a:lvl7pPr marL="0" indent="0">
              <a:spcAft>
                <a:spcPts val="1800"/>
              </a:spcAft>
              <a:buFont typeface="Arial" panose="020B0604020202020204" pitchFamily="34" charset="0"/>
              <a:buNone/>
              <a:defRPr sz="2400"/>
            </a:lvl7pPr>
            <a:lvl8pPr marL="0" indent="0">
              <a:spcAft>
                <a:spcPts val="1800"/>
              </a:spcAft>
              <a:buFont typeface="Arial" panose="020B0604020202020204" pitchFamily="34" charset="0"/>
              <a:buNone/>
              <a:defRPr sz="2400"/>
            </a:lvl8pPr>
            <a:lvl9pPr marL="0" indent="0">
              <a:spcAft>
                <a:spcPts val="1800"/>
              </a:spcAft>
              <a:buFont typeface="Arial" panose="020B0604020202020204" pitchFamily="34" charset="0"/>
              <a:buNone/>
              <a:defRPr sz="2400"/>
            </a:lvl9pPr>
          </a:lstStyle>
          <a:p>
            <a:pPr lvl="0"/>
            <a:r>
              <a:rPr lang="en-US" dirty="0"/>
              <a:t>Select to </a:t>
            </a:r>
            <a:r>
              <a:rPr lang="en-US"/>
              <a:t>add description or subtitle (three lines maximum)</a:t>
            </a:r>
            <a:br>
              <a:rPr lang="en-US"/>
            </a:br>
            <a:endParaRPr lang="en-US" dirty="0"/>
          </a:p>
        </p:txBody>
      </p:sp>
      <p:sp>
        <p:nvSpPr>
          <p:cNvPr id="8" name="White_SEL_Confidential" hidden="1">
            <a:extLst>
              <a:ext uri="{FF2B5EF4-FFF2-40B4-BE49-F238E27FC236}">
                <a16:creationId xmlns:a16="http://schemas.microsoft.com/office/drawing/2014/main" id="{FB9A007B-BCFD-4B02-ACE3-6457E6C31DFA}"/>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BA66400D-82DF-4AD4-AF49-C367BEC1C663}"/>
              </a:ext>
            </a:extLst>
          </p:cNvPr>
          <p:cNvSpPr>
            <a:spLocks noGrp="1"/>
          </p:cNvSpPr>
          <p:nvPr>
            <p:ph type="title" hasCustomPrompt="1"/>
          </p:nvPr>
        </p:nvSpPr>
        <p:spPr>
          <a:xfrm>
            <a:off x="660400" y="3771899"/>
            <a:ext cx="5161902" cy="703263"/>
          </a:xfrm>
        </p:spPr>
        <p:txBody>
          <a:bodyPr anchor="t" anchorCtr="0"/>
          <a:lstStyle>
            <a:lvl1pPr>
              <a:defRPr sz="4000"/>
            </a:lvl1pPr>
          </a:lstStyle>
          <a:p>
            <a:r>
              <a:rPr lang="en-US" dirty="0"/>
              <a:t>Select to add title</a:t>
            </a:r>
          </a:p>
        </p:txBody>
      </p:sp>
    </p:spTree>
    <p:extLst>
      <p:ext uri="{BB962C8B-B14F-4D97-AF65-F5344CB8AC3E}">
        <p14:creationId xmlns:p14="http://schemas.microsoft.com/office/powerpoint/2010/main" val="6949658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___">
    <p:bg bwMode="gray">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98B20-0183-5177-AA8D-688E4AEA67B2}"/>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TITLE SLIDE AND SECTION LAYOUTS</a:t>
            </a:r>
          </a:p>
        </p:txBody>
      </p:sp>
    </p:spTree>
    <p:extLst>
      <p:ext uri="{BB962C8B-B14F-4D97-AF65-F5344CB8AC3E}">
        <p14:creationId xmlns:p14="http://schemas.microsoft.com/office/powerpoint/2010/main" val="30627207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mall Date Co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EEAA7A6-AE19-7F72-1832-731507E71CE4}"/>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3" name="Text Placeholder 12">
            <a:extLst>
              <a:ext uri="{FF2B5EF4-FFF2-40B4-BE49-F238E27FC236}">
                <a16:creationId xmlns:a16="http://schemas.microsoft.com/office/drawing/2014/main" id="{3E7506BD-CB5A-9348-D58E-05BC1E2A6C15}"/>
              </a:ext>
            </a:extLst>
          </p:cNvPr>
          <p:cNvSpPr>
            <a:spLocks noGrp="1"/>
          </p:cNvSpPr>
          <p:nvPr>
            <p:ph type="body" sz="quarter" idx="11" hasCustomPrompt="1"/>
          </p:nvPr>
        </p:nvSpPr>
        <p:spPr>
          <a:xfrm>
            <a:off x="660401" y="6185174"/>
            <a:ext cx="1816100"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a:t>
            </a:r>
          </a:p>
        </p:txBody>
      </p:sp>
      <p:sp>
        <p:nvSpPr>
          <p:cNvPr id="2" name="Title 1">
            <a:extLst>
              <a:ext uri="{FF2B5EF4-FFF2-40B4-BE49-F238E27FC236}">
                <a16:creationId xmlns:a16="http://schemas.microsoft.com/office/drawing/2014/main" id="{70AD7AAD-BB51-DBB5-5CA4-EC6A6C085FF2}"/>
              </a:ext>
            </a:extLst>
          </p:cNvPr>
          <p:cNvSpPr>
            <a:spLocks noGrp="1"/>
          </p:cNvSpPr>
          <p:nvPr>
            <p:ph type="title" hasCustomPrompt="1"/>
          </p:nvPr>
        </p:nvSpPr>
        <p:spPr>
          <a:xfrm>
            <a:off x="660399" y="647700"/>
            <a:ext cx="10868025" cy="2912796"/>
          </a:xfrm>
        </p:spPr>
        <p:txBody>
          <a:bodyPr vert="horz" lIns="0" tIns="0" rIns="0" bIns="0" rtlCol="0" anchor="b" anchorCtr="0">
            <a:noAutofit/>
          </a:bodyPr>
          <a:lstStyle>
            <a:lvl1pPr>
              <a:defRPr lang="en-US" sz="4400" dirty="0">
                <a:solidFill>
                  <a:schemeClr val="bg1"/>
                </a:solidFill>
              </a:defRPr>
            </a:lvl1pPr>
          </a:lstStyle>
          <a:p>
            <a:pPr lvl="0"/>
            <a:r>
              <a:rPr lang="en-US" dirty="0"/>
              <a:t>Select to add presentation title</a:t>
            </a:r>
          </a:p>
        </p:txBody>
      </p:sp>
      <p:sp>
        <p:nvSpPr>
          <p:cNvPr id="7" name="SEL_Copyright">
            <a:extLst>
              <a:ext uri="{FF2B5EF4-FFF2-40B4-BE49-F238E27FC236}">
                <a16:creationId xmlns:a16="http://schemas.microsoft.com/office/drawing/2014/main" id="{43037E93-CFF2-DF45-157B-AE24DFC706A1}"/>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9" name="Text Placeholder 8">
            <a:extLst>
              <a:ext uri="{FF2B5EF4-FFF2-40B4-BE49-F238E27FC236}">
                <a16:creationId xmlns:a16="http://schemas.microsoft.com/office/drawing/2014/main" id="{A67CD2D9-695A-6617-0D7E-5B3A79306C26}"/>
              </a:ext>
            </a:extLst>
          </p:cNvPr>
          <p:cNvSpPr>
            <a:spLocks noGrp="1"/>
          </p:cNvSpPr>
          <p:nvPr>
            <p:ph type="body" sz="quarter" idx="10" hasCustomPrompt="1"/>
          </p:nvPr>
        </p:nvSpPr>
        <p:spPr>
          <a:xfrm>
            <a:off x="660399" y="5661816"/>
            <a:ext cx="10868025" cy="548484"/>
          </a:xfrm>
        </p:spPr>
        <p:txBody>
          <a:bodyPr/>
          <a:lstStyle>
            <a:lvl1pPr marL="0" indent="0">
              <a:lnSpc>
                <a:spcPct val="100000"/>
              </a:lnSpc>
              <a:spcAft>
                <a:spcPts val="0"/>
              </a:spcAft>
              <a:buNone/>
              <a:defRPr sz="2800"/>
            </a:lvl1pPr>
            <a:lvl2pPr marL="339725" indent="-339725">
              <a:buNone/>
              <a:defRPr sz="2800"/>
            </a:lvl2pPr>
            <a:lvl3pPr marL="339725" indent="-339725">
              <a:buNone/>
              <a:defRPr sz="2800"/>
            </a:lvl3pPr>
            <a:lvl4pPr marL="339725" indent="-339725">
              <a:buNone/>
              <a:defRPr sz="2800"/>
            </a:lvl4pPr>
            <a:lvl5pPr marL="339725" indent="-339725">
              <a:buNone/>
              <a:defRPr sz="2800"/>
            </a:lvl5pPr>
            <a:lvl6pPr marL="339725" indent="-339725">
              <a:buNone/>
              <a:defRPr sz="2800"/>
            </a:lvl6pPr>
            <a:lvl7pPr marL="339725" indent="-339725">
              <a:buNone/>
              <a:defRPr sz="2800"/>
            </a:lvl7pPr>
            <a:lvl8pPr marL="339725" indent="-339725">
              <a:buNone/>
              <a:defRPr sz="2800"/>
            </a:lvl8pPr>
            <a:lvl9pPr marL="339725" indent="-339725">
              <a:buNone/>
              <a:defRPr sz="2800"/>
            </a:lvl9pPr>
          </a:lstStyle>
          <a:p>
            <a:pPr lvl="0"/>
            <a:r>
              <a:rPr lang="en-US" dirty="0"/>
              <a:t>Presenter name, presenter title</a:t>
            </a:r>
          </a:p>
        </p:txBody>
      </p:sp>
      <p:pic>
        <p:nvPicPr>
          <p:cNvPr id="10" name="SEL_Monogram">
            <a:extLst>
              <a:ext uri="{FF2B5EF4-FFF2-40B4-BE49-F238E27FC236}">
                <a16:creationId xmlns:a16="http://schemas.microsoft.com/office/drawing/2014/main" id="{2FC75D82-BBD9-5710-C18E-F7F993C26A72}"/>
              </a:ext>
            </a:extLst>
          </p:cNvPr>
          <p:cNvPicPr>
            <a:picLocks noChangeAspect="1"/>
          </p:cNvPicPr>
          <p:nvPr/>
        </p:nvPicPr>
        <p:blipFill>
          <a:blip r:embed="rId2"/>
          <a:stretch>
            <a:fillRect/>
          </a:stretch>
        </p:blipFill>
        <p:spPr>
          <a:xfrm>
            <a:off x="660400" y="3959241"/>
            <a:ext cx="902286" cy="518205"/>
          </a:xfrm>
          <a:prstGeom prst="rect">
            <a:avLst/>
          </a:prstGeom>
        </p:spPr>
      </p:pic>
    </p:spTree>
    <p:extLst>
      <p:ext uri="{BB962C8B-B14F-4D97-AF65-F5344CB8AC3E}">
        <p14:creationId xmlns:p14="http://schemas.microsoft.com/office/powerpoint/2010/main" val="29496428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Multiple 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3649329-EB89-4730-A92B-D9947758B920}"/>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D0F4C932-6AC1-E202-36CB-B51642C19B1A}"/>
              </a:ext>
            </a:extLst>
          </p:cNvPr>
          <p:cNvSpPr>
            <a:spLocks noGrp="1"/>
          </p:cNvSpPr>
          <p:nvPr>
            <p:ph type="body" sz="quarter" idx="12" hasCustomPrompt="1"/>
          </p:nvPr>
        </p:nvSpPr>
        <p:spPr>
          <a:xfrm>
            <a:off x="660401" y="6185174"/>
            <a:ext cx="2416174" cy="305993"/>
          </a:xfrm>
        </p:spPr>
        <p:txBody>
          <a:bodyPr/>
          <a:lstStyle>
            <a:lvl1pPr marL="0">
              <a:lnSpc>
                <a:spcPct val="100000"/>
              </a:lnSpc>
              <a:spcAft>
                <a:spcPts val="0"/>
              </a:spcAft>
              <a:buNone/>
              <a:defRPr sz="1800"/>
            </a:lvl1pPr>
            <a:lvl2pPr marL="0">
              <a:lnSpc>
                <a:spcPct val="100000"/>
              </a:lnSpc>
              <a:spcAft>
                <a:spcPts val="0"/>
              </a:spcAft>
              <a:buNone/>
              <a:defRPr sz="1800"/>
            </a:lvl2pPr>
            <a:lvl3pPr marL="0">
              <a:lnSpc>
                <a:spcPct val="100000"/>
              </a:lnSpc>
              <a:spcAft>
                <a:spcPts val="0"/>
              </a:spcAft>
              <a:buNone/>
              <a:defRPr sz="1800"/>
            </a:lvl3pPr>
            <a:lvl4pPr marL="0">
              <a:lnSpc>
                <a:spcPct val="100000"/>
              </a:lnSpc>
              <a:spcAft>
                <a:spcPts val="0"/>
              </a:spcAft>
              <a:buNone/>
              <a:defRPr sz="1800"/>
            </a:lvl4pPr>
            <a:lvl5pPr marL="0">
              <a:lnSpc>
                <a:spcPct val="100000"/>
              </a:lnSpc>
              <a:spcAft>
                <a:spcPts val="0"/>
              </a:spcAft>
              <a:buNone/>
              <a:defRPr sz="1800"/>
            </a:lvl5pPr>
            <a:lvl6pPr marL="0">
              <a:lnSpc>
                <a:spcPct val="100000"/>
              </a:lnSpc>
              <a:spcAft>
                <a:spcPts val="0"/>
              </a:spcAft>
              <a:buNone/>
              <a:defRPr sz="1800"/>
            </a:lvl6pPr>
            <a:lvl7pPr marL="0">
              <a:lnSpc>
                <a:spcPct val="100000"/>
              </a:lnSpc>
              <a:spcAft>
                <a:spcPts val="0"/>
              </a:spcAft>
              <a:buNone/>
              <a:defRPr sz="1800"/>
            </a:lvl7pPr>
            <a:lvl8pPr marL="0">
              <a:lnSpc>
                <a:spcPct val="100000"/>
              </a:lnSpc>
              <a:spcAft>
                <a:spcPts val="0"/>
              </a:spcAft>
              <a:buNone/>
              <a:defRPr sz="1800"/>
            </a:lvl8pPr>
            <a:lvl9pPr marL="0">
              <a:lnSpc>
                <a:spcPct val="100000"/>
              </a:lnSpc>
              <a:spcAft>
                <a:spcPts val="0"/>
              </a:spcAft>
              <a:buNone/>
              <a:defRPr sz="1800"/>
            </a:lvl9pPr>
          </a:lstStyle>
          <a:p>
            <a:pPr lvl="0"/>
            <a:r>
              <a:rPr lang="en-US" dirty="0"/>
              <a:t>Date code (if needed)</a:t>
            </a:r>
          </a:p>
        </p:txBody>
      </p:sp>
      <p:sp>
        <p:nvSpPr>
          <p:cNvPr id="12" name="Text Placeholder 11">
            <a:extLst>
              <a:ext uri="{FF2B5EF4-FFF2-40B4-BE49-F238E27FC236}">
                <a16:creationId xmlns:a16="http://schemas.microsoft.com/office/drawing/2014/main" id="{E20E4543-A14D-4D76-8759-EEC4588A4699}"/>
              </a:ext>
            </a:extLst>
          </p:cNvPr>
          <p:cNvSpPr>
            <a:spLocks noGrp="1"/>
          </p:cNvSpPr>
          <p:nvPr>
            <p:ph type="body" sz="quarter" idx="10"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two)</a:t>
            </a:r>
          </a:p>
        </p:txBody>
      </p:sp>
      <p:sp>
        <p:nvSpPr>
          <p:cNvPr id="14" name="Text Placeholder 13">
            <a:extLst>
              <a:ext uri="{FF2B5EF4-FFF2-40B4-BE49-F238E27FC236}">
                <a16:creationId xmlns:a16="http://schemas.microsoft.com/office/drawing/2014/main" id="{C6D5CFD9-D90B-4DD1-A2FB-71D132C59EA1}"/>
              </a:ext>
            </a:extLst>
          </p:cNvPr>
          <p:cNvSpPr>
            <a:spLocks noGrp="1"/>
          </p:cNvSpPr>
          <p:nvPr>
            <p:ph type="body" sz="quarter" idx="11" hasCustomPrompt="1"/>
          </p:nvPr>
        </p:nvSpPr>
        <p:spPr>
          <a:xfrm>
            <a:off x="6256733" y="4986261"/>
            <a:ext cx="5271691" cy="1224039"/>
          </a:xfrm>
        </p:spPr>
        <p:txBody>
          <a:bodyPr vert="horz" lIns="0" tIns="0" rIns="0" bIns="0" rtlCol="0">
            <a:noAutofit/>
          </a:bodyPr>
          <a:lstStyle>
            <a:lvl1pPr marL="0" indent="0">
              <a:lnSpc>
                <a:spcPct val="100000"/>
              </a:lnSpc>
              <a:buNone/>
              <a:defRPr lang="en-US" dirty="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marL="0" lvl="0" indent="0">
              <a:lnSpc>
                <a:spcPct val="100000"/>
              </a:lnSpc>
              <a:spcAft>
                <a:spcPts val="1200"/>
              </a:spcAft>
              <a:buNone/>
            </a:pPr>
            <a:r>
              <a:rPr lang="en-US" dirty="0"/>
              <a:t>Presenter name, presenter title (up to two)</a:t>
            </a:r>
          </a:p>
        </p:txBody>
      </p:sp>
      <p:sp>
        <p:nvSpPr>
          <p:cNvPr id="15" name="SEL_Copyright">
            <a:extLst>
              <a:ext uri="{FF2B5EF4-FFF2-40B4-BE49-F238E27FC236}">
                <a16:creationId xmlns:a16="http://schemas.microsoft.com/office/drawing/2014/main" id="{3714D6EA-C738-4F9F-8739-0F5BEC169EDF}"/>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7" name="SEL_Monogram">
            <a:extLst>
              <a:ext uri="{FF2B5EF4-FFF2-40B4-BE49-F238E27FC236}">
                <a16:creationId xmlns:a16="http://schemas.microsoft.com/office/drawing/2014/main" id="{F41BBC4C-A80C-49FD-BDCA-7B660DB03C18}"/>
              </a:ext>
            </a:extLst>
          </p:cNvPr>
          <p:cNvPicPr>
            <a:picLocks noChangeAspect="1"/>
          </p:cNvPicPr>
          <p:nvPr/>
        </p:nvPicPr>
        <p:blipFill>
          <a:blip r:embed="rId2"/>
          <a:stretch>
            <a:fillRect/>
          </a:stretch>
        </p:blipFill>
        <p:spPr>
          <a:xfrm>
            <a:off x="660400" y="3253694"/>
            <a:ext cx="902286" cy="518205"/>
          </a:xfrm>
          <a:prstGeom prst="rect">
            <a:avLst/>
          </a:prstGeom>
        </p:spPr>
      </p:pic>
      <p:sp>
        <p:nvSpPr>
          <p:cNvPr id="2" name="Title 1">
            <a:extLst>
              <a:ext uri="{FF2B5EF4-FFF2-40B4-BE49-F238E27FC236}">
                <a16:creationId xmlns:a16="http://schemas.microsoft.com/office/drawing/2014/main" id="{06AA7CEA-2678-4494-847C-C67D70F2DCBF}"/>
              </a:ext>
            </a:extLst>
          </p:cNvPr>
          <p:cNvSpPr>
            <a:spLocks noGrp="1"/>
          </p:cNvSpPr>
          <p:nvPr>
            <p:ph type="title" hasCustomPrompt="1"/>
          </p:nvPr>
        </p:nvSpPr>
        <p:spPr>
          <a:xfrm>
            <a:off x="660400" y="647700"/>
            <a:ext cx="10871200" cy="2226130"/>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40703336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Multiple B)">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F20BEA9-6DBE-4A75-8225-92B1267986CD}"/>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06CE7514-68F8-B2AC-8D86-C0B23B2074C9}"/>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27" name="Text Placeholder 26">
            <a:extLst>
              <a:ext uri="{FF2B5EF4-FFF2-40B4-BE49-F238E27FC236}">
                <a16:creationId xmlns:a16="http://schemas.microsoft.com/office/drawing/2014/main" id="{2E936B57-33E3-429B-9AE7-1E691A5B19FD}"/>
              </a:ext>
            </a:extLst>
          </p:cNvPr>
          <p:cNvSpPr>
            <a:spLocks noGrp="1"/>
          </p:cNvSpPr>
          <p:nvPr>
            <p:ph type="body" sz="quarter" idx="11"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a:t>Presenter name, presenter title (up to three)</a:t>
            </a:r>
          </a:p>
        </p:txBody>
      </p:sp>
      <p:sp>
        <p:nvSpPr>
          <p:cNvPr id="6" name="Text Placeholder 5">
            <a:extLst>
              <a:ext uri="{FF2B5EF4-FFF2-40B4-BE49-F238E27FC236}">
                <a16:creationId xmlns:a16="http://schemas.microsoft.com/office/drawing/2014/main" id="{C2A77277-B297-404B-BB7F-0600C3B3F380}"/>
              </a:ext>
            </a:extLst>
          </p:cNvPr>
          <p:cNvSpPr>
            <a:spLocks noGrp="1"/>
          </p:cNvSpPr>
          <p:nvPr>
            <p:ph type="body" sz="quarter" idx="10"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three)</a:t>
            </a:r>
          </a:p>
        </p:txBody>
      </p:sp>
      <p:sp>
        <p:nvSpPr>
          <p:cNvPr id="28" name="SEL_Copyright">
            <a:extLst>
              <a:ext uri="{FF2B5EF4-FFF2-40B4-BE49-F238E27FC236}">
                <a16:creationId xmlns:a16="http://schemas.microsoft.com/office/drawing/2014/main" id="{E5010E95-4C56-4A46-850F-623808CA1662}"/>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30" name="SEL_Monogram">
            <a:extLst>
              <a:ext uri="{FF2B5EF4-FFF2-40B4-BE49-F238E27FC236}">
                <a16:creationId xmlns:a16="http://schemas.microsoft.com/office/drawing/2014/main" id="{3180C2C0-CBE9-43BC-AEC1-A5921CCA1996}"/>
              </a:ext>
            </a:extLst>
          </p:cNvPr>
          <p:cNvPicPr>
            <a:picLocks noChangeAspect="1"/>
          </p:cNvPicPr>
          <p:nvPr/>
        </p:nvPicPr>
        <p:blipFill>
          <a:blip r:embed="rId2"/>
          <a:stretch>
            <a:fillRect/>
          </a:stretch>
        </p:blipFill>
        <p:spPr>
          <a:xfrm>
            <a:off x="660400" y="2224996"/>
            <a:ext cx="902286" cy="518205"/>
          </a:xfrm>
          <a:prstGeom prst="rect">
            <a:avLst/>
          </a:prstGeom>
        </p:spPr>
      </p:pic>
      <p:sp>
        <p:nvSpPr>
          <p:cNvPr id="2" name="Title 1">
            <a:extLst>
              <a:ext uri="{FF2B5EF4-FFF2-40B4-BE49-F238E27FC236}">
                <a16:creationId xmlns:a16="http://schemas.microsoft.com/office/drawing/2014/main" id="{E338FCB1-95AC-48BB-B413-21949FD9D15D}"/>
              </a:ext>
            </a:extLst>
          </p:cNvPr>
          <p:cNvSpPr>
            <a:spLocks noGrp="1"/>
          </p:cNvSpPr>
          <p:nvPr>
            <p:ph type="title" hasCustomPrompt="1"/>
          </p:nvPr>
        </p:nvSpPr>
        <p:spPr>
          <a:xfrm>
            <a:off x="660400" y="647700"/>
            <a:ext cx="10871200" cy="1192957"/>
          </a:xfrm>
        </p:spPr>
        <p:txBody>
          <a:bodyPr anchor="b" anchorCtr="0"/>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23053999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Multiple 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20BEA9-6DBE-4A75-8225-92B1267986CD}"/>
              </a:ext>
            </a:extLst>
          </p:cNvPr>
          <p:cNvSpPr>
            <a:spLocks/>
          </p:cNvSpPr>
          <p:nvPr userDrawn="1"/>
        </p:nvSpPr>
        <p:spPr bwMode="ltGray">
          <a:xfrm>
            <a:off x="0" y="0"/>
            <a:ext cx="12192000" cy="27352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noFill/>
            </a:endParaRPr>
          </a:p>
        </p:txBody>
      </p:sp>
      <p:sp>
        <p:nvSpPr>
          <p:cNvPr id="15" name="Text Placeholder 14">
            <a:extLst>
              <a:ext uri="{FF2B5EF4-FFF2-40B4-BE49-F238E27FC236}">
                <a16:creationId xmlns:a16="http://schemas.microsoft.com/office/drawing/2014/main" id="{5B248183-2D6D-9D88-BFDF-46FEE5AC1CEF}"/>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3" name="Text Placeholder 12">
            <a:extLst>
              <a:ext uri="{FF2B5EF4-FFF2-40B4-BE49-F238E27FC236}">
                <a16:creationId xmlns:a16="http://schemas.microsoft.com/office/drawing/2014/main" id="{9F78EC8C-E876-5DF2-82EC-1172B6803491}"/>
              </a:ext>
            </a:extLst>
          </p:cNvPr>
          <p:cNvSpPr>
            <a:spLocks noGrp="1"/>
          </p:cNvSpPr>
          <p:nvPr>
            <p:ph type="body" sz="quarter" idx="11" hasCustomPrompt="1"/>
          </p:nvPr>
        </p:nvSpPr>
        <p:spPr>
          <a:xfrm>
            <a:off x="6096000" y="3336096"/>
            <a:ext cx="5435600" cy="2874204"/>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10" name="Text Placeholder 9">
            <a:extLst>
              <a:ext uri="{FF2B5EF4-FFF2-40B4-BE49-F238E27FC236}">
                <a16:creationId xmlns:a16="http://schemas.microsoft.com/office/drawing/2014/main" id="{DB00E626-56A4-D05D-C7D4-BC628A6DCF03}"/>
              </a:ext>
            </a:extLst>
          </p:cNvPr>
          <p:cNvSpPr>
            <a:spLocks noGrp="1"/>
          </p:cNvSpPr>
          <p:nvPr>
            <p:ph type="body" sz="quarter" idx="10" hasCustomPrompt="1"/>
          </p:nvPr>
        </p:nvSpPr>
        <p:spPr>
          <a:xfrm>
            <a:off x="660400" y="3336096"/>
            <a:ext cx="5114132" cy="2874203"/>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pic>
        <p:nvPicPr>
          <p:cNvPr id="7" name="SEL_Monogram">
            <a:extLst>
              <a:ext uri="{FF2B5EF4-FFF2-40B4-BE49-F238E27FC236}">
                <a16:creationId xmlns:a16="http://schemas.microsoft.com/office/drawing/2014/main" id="{3180C2C0-CBE9-43BC-AEC1-A5921CCA1996}"/>
              </a:ext>
            </a:extLst>
          </p:cNvPr>
          <p:cNvPicPr>
            <a:picLocks noChangeAspect="1"/>
          </p:cNvPicPr>
          <p:nvPr userDrawn="1"/>
        </p:nvPicPr>
        <p:blipFill>
          <a:blip r:embed="rId2"/>
          <a:stretch>
            <a:fillRect/>
          </a:stretch>
        </p:blipFill>
        <p:spPr>
          <a:xfrm>
            <a:off x="660400" y="1577636"/>
            <a:ext cx="902286" cy="518205"/>
          </a:xfrm>
          <a:prstGeom prst="rect">
            <a:avLst/>
          </a:prstGeom>
        </p:spPr>
      </p:pic>
      <p:sp>
        <p:nvSpPr>
          <p:cNvPr id="2" name="Title 1">
            <a:extLst>
              <a:ext uri="{FF2B5EF4-FFF2-40B4-BE49-F238E27FC236}">
                <a16:creationId xmlns:a16="http://schemas.microsoft.com/office/drawing/2014/main" id="{9D6445B5-A3DF-49C1-E53A-53D49C5C730C}"/>
              </a:ext>
            </a:extLst>
          </p:cNvPr>
          <p:cNvSpPr>
            <a:spLocks noGrp="1"/>
          </p:cNvSpPr>
          <p:nvPr>
            <p:ph type="title" hasCustomPrompt="1"/>
          </p:nvPr>
        </p:nvSpPr>
        <p:spPr>
          <a:xfrm>
            <a:off x="660400" y="647700"/>
            <a:ext cx="10868024" cy="550257"/>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3C2AC79-1CE9-0DEB-6FAB-EA329874AA0C}"/>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9408213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B95ABD-ED16-4679-AD17-F4023F004305}"/>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2" name="Text Placeholder 11">
            <a:extLst>
              <a:ext uri="{FF2B5EF4-FFF2-40B4-BE49-F238E27FC236}">
                <a16:creationId xmlns:a16="http://schemas.microsoft.com/office/drawing/2014/main" id="{6B20F35E-A9A6-4BF4-A92C-3234E3A13175}"/>
              </a:ext>
            </a:extLst>
          </p:cNvPr>
          <p:cNvSpPr>
            <a:spLocks noGrp="1"/>
          </p:cNvSpPr>
          <p:nvPr>
            <p:ph type="body" sz="quarter" idx="11" hasCustomPrompt="1"/>
          </p:nvPr>
        </p:nvSpPr>
        <p:spPr>
          <a:xfrm>
            <a:off x="660399" y="5661816"/>
            <a:ext cx="10868025" cy="548484"/>
          </a:xfrm>
        </p:spPr>
        <p:txBody>
          <a:bodyPr/>
          <a:lstStyle>
            <a:lvl1pPr marL="0" indent="0">
              <a:lnSpc>
                <a:spcPct val="100000"/>
              </a:lnSpc>
              <a:spcAft>
                <a:spcPts val="0"/>
              </a:spcAft>
              <a:buFontTx/>
              <a:buNone/>
              <a:defRPr sz="2800"/>
            </a:lvl1pPr>
            <a:lvl2pPr marL="0" indent="0">
              <a:lnSpc>
                <a:spcPct val="100000"/>
              </a:lnSpc>
              <a:spcAft>
                <a:spcPts val="0"/>
              </a:spcAft>
              <a:buFontTx/>
              <a:buNone/>
              <a:defRPr sz="2000"/>
            </a:lvl2pPr>
            <a:lvl3pPr marL="0" indent="0">
              <a:lnSpc>
                <a:spcPct val="100000"/>
              </a:lnSpc>
              <a:spcAft>
                <a:spcPts val="0"/>
              </a:spcAft>
              <a:buFontTx/>
              <a:buNone/>
              <a:defRPr sz="2000"/>
            </a:lvl3pPr>
            <a:lvl4pPr marL="0" indent="0">
              <a:lnSpc>
                <a:spcPct val="100000"/>
              </a:lnSpc>
              <a:spcAft>
                <a:spcPts val="0"/>
              </a:spcAft>
              <a:buFontTx/>
              <a:buNone/>
              <a:defRPr sz="2000"/>
            </a:lvl4pPr>
            <a:lvl5pPr marL="0" indent="0">
              <a:lnSpc>
                <a:spcPct val="100000"/>
              </a:lnSpc>
              <a:spcAft>
                <a:spcPts val="0"/>
              </a:spcAft>
              <a:buFontTx/>
              <a:buNone/>
              <a:defRPr sz="2000"/>
            </a:lvl5pPr>
            <a:lvl6pPr marL="0" indent="0">
              <a:lnSpc>
                <a:spcPct val="100000"/>
              </a:lnSpc>
              <a:spcAft>
                <a:spcPts val="0"/>
              </a:spcAft>
              <a:buFontTx/>
              <a:buNone/>
              <a:defRPr sz="2000"/>
            </a:lvl6pPr>
            <a:lvl7pPr marL="0" indent="0">
              <a:lnSpc>
                <a:spcPct val="100000"/>
              </a:lnSpc>
              <a:spcAft>
                <a:spcPts val="0"/>
              </a:spcAft>
              <a:buFontTx/>
              <a:buNone/>
              <a:defRPr sz="2000"/>
            </a:lvl7pPr>
            <a:lvl8pPr marL="0" indent="0">
              <a:lnSpc>
                <a:spcPct val="100000"/>
              </a:lnSpc>
              <a:spcAft>
                <a:spcPts val="0"/>
              </a:spcAft>
              <a:buFontTx/>
              <a:buNone/>
              <a:defRPr sz="2000"/>
            </a:lvl8pPr>
            <a:lvl9pPr marL="0" indent="0">
              <a:lnSpc>
                <a:spcPct val="100000"/>
              </a:lnSpc>
              <a:spcAft>
                <a:spcPts val="0"/>
              </a:spcAft>
              <a:buFontTx/>
              <a:buNone/>
              <a:defRPr sz="2000"/>
            </a:lvl9pPr>
          </a:lstStyle>
          <a:p>
            <a:pPr lvl="0"/>
            <a:r>
              <a:rPr lang="en-US" dirty="0"/>
              <a:t>Presenter name, presenter title, date code</a:t>
            </a:r>
          </a:p>
        </p:txBody>
      </p:sp>
      <p:sp>
        <p:nvSpPr>
          <p:cNvPr id="9" name="Text Placeholder 8">
            <a:extLst>
              <a:ext uri="{FF2B5EF4-FFF2-40B4-BE49-F238E27FC236}">
                <a16:creationId xmlns:a16="http://schemas.microsoft.com/office/drawing/2014/main" id="{935CB1C9-6A17-4B06-A5B9-78CC8CF66CE1}"/>
              </a:ext>
            </a:extLst>
          </p:cNvPr>
          <p:cNvSpPr>
            <a:spLocks noGrp="1"/>
          </p:cNvSpPr>
          <p:nvPr>
            <p:ph type="body" sz="quarter" idx="10" hasCustomPrompt="1"/>
          </p:nvPr>
        </p:nvSpPr>
        <p:spPr>
          <a:xfrm>
            <a:off x="660399" y="3138087"/>
            <a:ext cx="10868025" cy="357588"/>
          </a:xfrm>
        </p:spPr>
        <p:txBody>
          <a:bodyPr anchor="b" anchorCtr="0"/>
          <a:lstStyle>
            <a:lvl1pPr marL="0" indent="0">
              <a:lnSpc>
                <a:spcPct val="100000"/>
              </a:lnSpc>
              <a:spcAft>
                <a:spcPts val="0"/>
              </a:spcAft>
              <a:buFontTx/>
              <a:buNone/>
              <a:defRPr sz="2400" cap="all" baseline="0">
                <a:solidFill>
                  <a:schemeClr val="bg1"/>
                </a:solidFill>
              </a:defRPr>
            </a:lvl1pPr>
            <a:lvl2pPr marL="0" indent="0">
              <a:lnSpc>
                <a:spcPct val="100000"/>
              </a:lnSpc>
              <a:spcAft>
                <a:spcPts val="0"/>
              </a:spcAft>
              <a:buFontTx/>
              <a:buNone/>
              <a:defRPr sz="2200">
                <a:solidFill>
                  <a:schemeClr val="bg1"/>
                </a:solidFill>
              </a:defRPr>
            </a:lvl2pPr>
            <a:lvl3pPr marL="0" indent="0">
              <a:lnSpc>
                <a:spcPct val="100000"/>
              </a:lnSpc>
              <a:spcAft>
                <a:spcPts val="0"/>
              </a:spcAft>
              <a:buFontTx/>
              <a:buNone/>
              <a:defRPr sz="2200">
                <a:solidFill>
                  <a:schemeClr val="bg1"/>
                </a:solidFill>
              </a:defRPr>
            </a:lvl3pPr>
            <a:lvl4pPr marL="0" indent="0">
              <a:lnSpc>
                <a:spcPct val="100000"/>
              </a:lnSpc>
              <a:spcAft>
                <a:spcPts val="0"/>
              </a:spcAft>
              <a:buFontTx/>
              <a:buNone/>
              <a:defRPr sz="2200">
                <a:solidFill>
                  <a:schemeClr val="bg1"/>
                </a:solidFill>
              </a:defRPr>
            </a:lvl4pPr>
            <a:lvl5pPr marL="0" indent="0">
              <a:lnSpc>
                <a:spcPct val="100000"/>
              </a:lnSpc>
              <a:spcAft>
                <a:spcPts val="0"/>
              </a:spcAft>
              <a:buFontTx/>
              <a:buNone/>
              <a:defRPr sz="2200">
                <a:solidFill>
                  <a:schemeClr val="bg1"/>
                </a:solidFill>
              </a:defRPr>
            </a:lvl5pPr>
            <a:lvl6pPr marL="0" indent="0">
              <a:lnSpc>
                <a:spcPct val="100000"/>
              </a:lnSpc>
              <a:spcAft>
                <a:spcPts val="0"/>
              </a:spcAft>
              <a:buFontTx/>
              <a:buNone/>
              <a:defRPr sz="2200">
                <a:solidFill>
                  <a:schemeClr val="bg1"/>
                </a:solidFill>
              </a:defRPr>
            </a:lvl6pPr>
            <a:lvl7pPr marL="0" indent="0">
              <a:lnSpc>
                <a:spcPct val="100000"/>
              </a:lnSpc>
              <a:spcAft>
                <a:spcPts val="0"/>
              </a:spcAft>
              <a:buFontTx/>
              <a:buNone/>
              <a:defRPr sz="2200">
                <a:solidFill>
                  <a:schemeClr val="bg1"/>
                </a:solidFill>
              </a:defRPr>
            </a:lvl7pPr>
            <a:lvl8pPr marL="0" indent="0">
              <a:lnSpc>
                <a:spcPct val="100000"/>
              </a:lnSpc>
              <a:spcAft>
                <a:spcPts val="0"/>
              </a:spcAft>
              <a:buFontTx/>
              <a:buNone/>
              <a:defRPr sz="2200">
                <a:solidFill>
                  <a:schemeClr val="bg1"/>
                </a:solidFill>
              </a:defRPr>
            </a:lvl8pPr>
            <a:lvl9pPr marL="0" indent="0">
              <a:lnSpc>
                <a:spcPct val="100000"/>
              </a:lnSpc>
              <a:spcAft>
                <a:spcPts val="0"/>
              </a:spcAft>
              <a:buFontTx/>
              <a:buNone/>
              <a:defRPr sz="2200">
                <a:solidFill>
                  <a:schemeClr val="bg1"/>
                </a:solidFill>
              </a:defRPr>
            </a:lvl9pPr>
          </a:lstStyle>
          <a:p>
            <a:pPr lvl="0"/>
            <a:r>
              <a:rPr lang="en-US" dirty="0"/>
              <a:t>SELECT TO ADD PRESENTATION SUBTITLE (UPPERCASE)</a:t>
            </a:r>
          </a:p>
        </p:txBody>
      </p:sp>
      <p:sp>
        <p:nvSpPr>
          <p:cNvPr id="14" name="SEL_Copyright">
            <a:extLst>
              <a:ext uri="{FF2B5EF4-FFF2-40B4-BE49-F238E27FC236}">
                <a16:creationId xmlns:a16="http://schemas.microsoft.com/office/drawing/2014/main" id="{52D3E24F-F6D1-4773-83DB-3E587C9D1188}"/>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1" name="SEL_Monogram">
            <a:extLst>
              <a:ext uri="{FF2B5EF4-FFF2-40B4-BE49-F238E27FC236}">
                <a16:creationId xmlns:a16="http://schemas.microsoft.com/office/drawing/2014/main" id="{93C13453-FA11-4E3F-A2DC-3EC54E2D6712}"/>
              </a:ext>
            </a:extLst>
          </p:cNvPr>
          <p:cNvPicPr>
            <a:picLocks noChangeAspect="1"/>
          </p:cNvPicPr>
          <p:nvPr/>
        </p:nvPicPr>
        <p:blipFill>
          <a:blip r:embed="rId2"/>
          <a:stretch>
            <a:fillRect/>
          </a:stretch>
        </p:blipFill>
        <p:spPr>
          <a:xfrm>
            <a:off x="660400" y="3959242"/>
            <a:ext cx="902286" cy="518205"/>
          </a:xfrm>
          <a:prstGeom prst="rect">
            <a:avLst/>
          </a:prstGeom>
        </p:spPr>
      </p:pic>
      <p:sp>
        <p:nvSpPr>
          <p:cNvPr id="6" name="Title 5">
            <a:extLst>
              <a:ext uri="{FF2B5EF4-FFF2-40B4-BE49-F238E27FC236}">
                <a16:creationId xmlns:a16="http://schemas.microsoft.com/office/drawing/2014/main" id="{97E8C56C-0936-4CBE-81AB-510B907CC82B}"/>
              </a:ext>
            </a:extLst>
          </p:cNvPr>
          <p:cNvSpPr>
            <a:spLocks noGrp="1"/>
          </p:cNvSpPr>
          <p:nvPr>
            <p:ph type="title" hasCustomPrompt="1"/>
          </p:nvPr>
        </p:nvSpPr>
        <p:spPr>
          <a:xfrm>
            <a:off x="660400" y="647700"/>
            <a:ext cx="10868024" cy="2337486"/>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3363868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Subtitle (Multiple A)">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413E2DB-6AEF-F6DA-8907-737AE65CD14E}"/>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pic>
        <p:nvPicPr>
          <p:cNvPr id="13" name="SEL_Monogram">
            <a:extLst>
              <a:ext uri="{FF2B5EF4-FFF2-40B4-BE49-F238E27FC236}">
                <a16:creationId xmlns:a16="http://schemas.microsoft.com/office/drawing/2014/main" id="{DB63A8B2-014A-F4D1-8664-021BB3B5946A}"/>
              </a:ext>
            </a:extLst>
          </p:cNvPr>
          <p:cNvPicPr>
            <a:picLocks noChangeAspect="1"/>
          </p:cNvPicPr>
          <p:nvPr/>
        </p:nvPicPr>
        <p:blipFill>
          <a:blip r:embed="rId2"/>
          <a:stretch>
            <a:fillRect/>
          </a:stretch>
        </p:blipFill>
        <p:spPr>
          <a:xfrm>
            <a:off x="660400" y="3253694"/>
            <a:ext cx="902286" cy="518205"/>
          </a:xfrm>
          <a:prstGeom prst="rect">
            <a:avLst/>
          </a:prstGeom>
        </p:spPr>
      </p:pic>
      <p:sp>
        <p:nvSpPr>
          <p:cNvPr id="7" name="Text Placeholder 6">
            <a:extLst>
              <a:ext uri="{FF2B5EF4-FFF2-40B4-BE49-F238E27FC236}">
                <a16:creationId xmlns:a16="http://schemas.microsoft.com/office/drawing/2014/main" id="{67EEE90A-F4D8-E6DD-8B08-D09495B9E589}"/>
              </a:ext>
            </a:extLst>
          </p:cNvPr>
          <p:cNvSpPr>
            <a:spLocks noGrp="1"/>
          </p:cNvSpPr>
          <p:nvPr>
            <p:ph type="body" sz="quarter" idx="10"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1" name="Text Placeholder 10">
            <a:extLst>
              <a:ext uri="{FF2B5EF4-FFF2-40B4-BE49-F238E27FC236}">
                <a16:creationId xmlns:a16="http://schemas.microsoft.com/office/drawing/2014/main" id="{BB6BCAEE-D2E6-7D72-1A8D-F5B3C81A4CB4}"/>
              </a:ext>
            </a:extLst>
          </p:cNvPr>
          <p:cNvSpPr>
            <a:spLocks noGrp="1"/>
          </p:cNvSpPr>
          <p:nvPr>
            <p:ph type="body" sz="quarter" idx="12" hasCustomPrompt="1"/>
          </p:nvPr>
        </p:nvSpPr>
        <p:spPr>
          <a:xfrm>
            <a:off x="6256732" y="4986261"/>
            <a:ext cx="5271691"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9" name="Text Placeholder 8">
            <a:extLst>
              <a:ext uri="{FF2B5EF4-FFF2-40B4-BE49-F238E27FC236}">
                <a16:creationId xmlns:a16="http://schemas.microsoft.com/office/drawing/2014/main" id="{A20F8A2B-B885-1F6B-CBF3-CBCAB1E0D855}"/>
              </a:ext>
            </a:extLst>
          </p:cNvPr>
          <p:cNvSpPr>
            <a:spLocks noGrp="1"/>
          </p:cNvSpPr>
          <p:nvPr>
            <p:ph type="body" sz="quarter" idx="11"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17" name="Text Placeholder 16">
            <a:extLst>
              <a:ext uri="{FF2B5EF4-FFF2-40B4-BE49-F238E27FC236}">
                <a16:creationId xmlns:a16="http://schemas.microsoft.com/office/drawing/2014/main" id="{ACF320E2-998C-93B5-2B5B-3CAA115189E6}"/>
              </a:ext>
            </a:extLst>
          </p:cNvPr>
          <p:cNvSpPr>
            <a:spLocks noGrp="1"/>
          </p:cNvSpPr>
          <p:nvPr>
            <p:ph type="body" sz="quarter" idx="14" hasCustomPrompt="1"/>
          </p:nvPr>
        </p:nvSpPr>
        <p:spPr>
          <a:xfrm>
            <a:off x="660399" y="2565994"/>
            <a:ext cx="10868025" cy="357588"/>
          </a:xfrm>
        </p:spPr>
        <p:txBody>
          <a:bodyPr vert="horz" lIns="0" tIns="0" rIns="0" bIns="0" rtlCol="0" anchor="b" anchorCtr="0">
            <a:noAutofit/>
          </a:bodyPr>
          <a:lstStyle>
            <a:lvl1pPr marL="0" indent="0">
              <a:lnSpc>
                <a:spcPct val="100000"/>
              </a:lnSpc>
              <a:spcAft>
                <a:spcPts val="0"/>
              </a:spcAft>
              <a:buNone/>
              <a:defRPr lang="en-US" sz="2400" cap="all" baseline="0" dirty="0" smtClean="0">
                <a:solidFill>
                  <a:schemeClr val="bg1"/>
                </a:solidFill>
              </a:defRPr>
            </a:lvl1pPr>
            <a:lvl2pPr marL="0" indent="0">
              <a:lnSpc>
                <a:spcPct val="100000"/>
              </a:lnSpc>
              <a:spcAft>
                <a:spcPts val="0"/>
              </a:spcAft>
              <a:buNone/>
              <a:defRPr lang="en-US" sz="2200" dirty="0" smtClean="0">
                <a:solidFill>
                  <a:schemeClr val="bg1"/>
                </a:solidFill>
              </a:defRPr>
            </a:lvl2pPr>
            <a:lvl3pPr marL="0" indent="0">
              <a:lnSpc>
                <a:spcPct val="100000"/>
              </a:lnSpc>
              <a:spcAft>
                <a:spcPts val="0"/>
              </a:spcAft>
              <a:buNone/>
              <a:defRPr lang="en-US" sz="2200" dirty="0" smtClean="0">
                <a:solidFill>
                  <a:schemeClr val="bg1"/>
                </a:solidFill>
              </a:defRPr>
            </a:lvl3pPr>
            <a:lvl4pPr marL="0" indent="0">
              <a:lnSpc>
                <a:spcPct val="100000"/>
              </a:lnSpc>
              <a:spcAft>
                <a:spcPts val="0"/>
              </a:spcAft>
              <a:buNone/>
              <a:defRPr lang="en-US" sz="2200" dirty="0" smtClean="0">
                <a:solidFill>
                  <a:schemeClr val="bg1"/>
                </a:solidFill>
              </a:defRPr>
            </a:lvl4pPr>
            <a:lvl5pPr marL="0" indent="0">
              <a:lnSpc>
                <a:spcPct val="100000"/>
              </a:lnSpc>
              <a:spcAft>
                <a:spcPts val="0"/>
              </a:spcAft>
              <a:buNone/>
              <a:defRPr lang="en-US" sz="2200" dirty="0" smtClean="0">
                <a:solidFill>
                  <a:schemeClr val="bg1"/>
                </a:solidFill>
              </a:defRPr>
            </a:lvl5pPr>
            <a:lvl6pPr marL="0" indent="0">
              <a:lnSpc>
                <a:spcPct val="100000"/>
              </a:lnSpc>
              <a:spcAft>
                <a:spcPts val="0"/>
              </a:spcAft>
              <a:buNone/>
              <a:defRPr lang="en-US" sz="2200" dirty="0" smtClean="0">
                <a:solidFill>
                  <a:schemeClr val="bg1"/>
                </a:solidFill>
              </a:defRPr>
            </a:lvl6pPr>
            <a:lvl7pPr marL="0" indent="0">
              <a:lnSpc>
                <a:spcPct val="100000"/>
              </a:lnSpc>
              <a:spcAft>
                <a:spcPts val="0"/>
              </a:spcAft>
              <a:buNone/>
              <a:defRPr lang="en-US" sz="2200" dirty="0" smtClean="0">
                <a:solidFill>
                  <a:schemeClr val="bg1"/>
                </a:solidFill>
              </a:defRPr>
            </a:lvl7pPr>
            <a:lvl8pPr marL="0" indent="0">
              <a:lnSpc>
                <a:spcPct val="100000"/>
              </a:lnSpc>
              <a:spcAft>
                <a:spcPts val="0"/>
              </a:spcAft>
              <a:buNone/>
              <a:defRPr lang="en-US" sz="2200" dirty="0" smtClean="0">
                <a:solidFill>
                  <a:schemeClr val="bg1"/>
                </a:solidFill>
              </a:defRPr>
            </a:lvl8pPr>
            <a:lvl9pPr marL="0" indent="0">
              <a:lnSpc>
                <a:spcPct val="100000"/>
              </a:lnSpc>
              <a:spcAft>
                <a:spcPts val="0"/>
              </a:spcAft>
              <a:buNone/>
              <a:defRPr lang="en-US" sz="2200" dirty="0">
                <a:solidFill>
                  <a:schemeClr val="bg1"/>
                </a:solidFill>
              </a:defRPr>
            </a:lvl9pPr>
          </a:lstStyle>
          <a:p>
            <a:pPr marL="0" lvl="0" indent="0">
              <a:lnSpc>
                <a:spcPct val="100000"/>
              </a:lnSpc>
              <a:spcAft>
                <a:spcPts val="0"/>
              </a:spcAft>
              <a:buFontTx/>
              <a:buNone/>
            </a:pPr>
            <a:r>
              <a:rPr lang="en-US" dirty="0"/>
              <a:t>Select to add presentation subtitle (Uppercase)</a:t>
            </a:r>
          </a:p>
        </p:txBody>
      </p:sp>
      <p:sp>
        <p:nvSpPr>
          <p:cNvPr id="2" name="Title 1">
            <a:extLst>
              <a:ext uri="{FF2B5EF4-FFF2-40B4-BE49-F238E27FC236}">
                <a16:creationId xmlns:a16="http://schemas.microsoft.com/office/drawing/2014/main" id="{1A0E9BCC-61AC-8F52-38F2-EA98F3C042F2}"/>
              </a:ext>
            </a:extLst>
          </p:cNvPr>
          <p:cNvSpPr>
            <a:spLocks noGrp="1"/>
          </p:cNvSpPr>
          <p:nvPr>
            <p:ph type="title" hasCustomPrompt="1"/>
          </p:nvPr>
        </p:nvSpPr>
        <p:spPr>
          <a:xfrm>
            <a:off x="660401" y="647699"/>
            <a:ext cx="10868023" cy="1765393"/>
          </a:xfrm>
        </p:spPr>
        <p:txBody>
          <a:bodyPr vert="horz" lIns="0" tIns="0" rIns="0" bIns="0" rtlCol="0" anchor="b" anchorCtr="0">
            <a:noAutofit/>
          </a:bodyPr>
          <a:lstStyle>
            <a:lvl1pPr>
              <a:defRPr lang="en-US" sz="4400">
                <a:solidFill>
                  <a:schemeClr val="bg1"/>
                </a:solidFill>
              </a:defRPr>
            </a:lvl1pPr>
          </a:lstStyle>
          <a:p>
            <a:pPr lvl="0"/>
            <a:r>
              <a:rPr lang="en-US" dirty="0"/>
              <a:t>Select to add presentation title</a:t>
            </a:r>
          </a:p>
        </p:txBody>
      </p:sp>
      <p:sp>
        <p:nvSpPr>
          <p:cNvPr id="18" name="SEL_Copyright">
            <a:extLst>
              <a:ext uri="{FF2B5EF4-FFF2-40B4-BE49-F238E27FC236}">
                <a16:creationId xmlns:a16="http://schemas.microsoft.com/office/drawing/2014/main" id="{547E8AFA-AB0E-FC2A-6897-D01E11AE9CE7}"/>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3578273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Multiple B)">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B3AEA11-2A2C-FF15-1EAD-41E1C99BEB5E}"/>
              </a:ext>
            </a:extLst>
          </p:cNvPr>
          <p:cNvSpPr>
            <a:spLocks/>
          </p:cNvSpPr>
          <p:nvPr userDrawn="1"/>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6" name="Text Placeholder 15">
            <a:extLst>
              <a:ext uri="{FF2B5EF4-FFF2-40B4-BE49-F238E27FC236}">
                <a16:creationId xmlns:a16="http://schemas.microsoft.com/office/drawing/2014/main" id="{A1A9921D-CC6D-46F6-C817-996585E78CC9}"/>
              </a:ext>
            </a:extLst>
          </p:cNvPr>
          <p:cNvSpPr>
            <a:spLocks noGrp="1"/>
          </p:cNvSpPr>
          <p:nvPr>
            <p:ph type="body" sz="quarter" idx="13"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4" name="Text Placeholder 13">
            <a:extLst>
              <a:ext uri="{FF2B5EF4-FFF2-40B4-BE49-F238E27FC236}">
                <a16:creationId xmlns:a16="http://schemas.microsoft.com/office/drawing/2014/main" id="{29EEDF8A-BCBE-6755-DF49-1ED4660844D2}"/>
              </a:ext>
            </a:extLst>
          </p:cNvPr>
          <p:cNvSpPr>
            <a:spLocks noGrp="1"/>
          </p:cNvSpPr>
          <p:nvPr>
            <p:ph type="body" sz="quarter" idx="12"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12" name="Text Placeholder 11">
            <a:extLst>
              <a:ext uri="{FF2B5EF4-FFF2-40B4-BE49-F238E27FC236}">
                <a16:creationId xmlns:a16="http://schemas.microsoft.com/office/drawing/2014/main" id="{A7AA1C17-67FB-2C17-73A3-E595AEAE2C05}"/>
              </a:ext>
            </a:extLst>
          </p:cNvPr>
          <p:cNvSpPr>
            <a:spLocks noGrp="1"/>
          </p:cNvSpPr>
          <p:nvPr>
            <p:ph type="body" sz="quarter" idx="11"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7" name="Text Placeholder 6">
            <a:extLst>
              <a:ext uri="{FF2B5EF4-FFF2-40B4-BE49-F238E27FC236}">
                <a16:creationId xmlns:a16="http://schemas.microsoft.com/office/drawing/2014/main" id="{961A97AE-D513-A51D-5868-228281CA516F}"/>
              </a:ext>
            </a:extLst>
          </p:cNvPr>
          <p:cNvSpPr>
            <a:spLocks noGrp="1"/>
          </p:cNvSpPr>
          <p:nvPr>
            <p:ph type="body" sz="quarter" idx="10" hasCustomPrompt="1"/>
          </p:nvPr>
        </p:nvSpPr>
        <p:spPr>
          <a:xfrm>
            <a:off x="660399" y="1425017"/>
            <a:ext cx="10868025" cy="357588"/>
          </a:xfrm>
        </p:spPr>
        <p:txBody>
          <a:bodyPr anchor="b"/>
          <a:lstStyle>
            <a:lvl1pPr marL="0" indent="0">
              <a:lnSpc>
                <a:spcPct val="100000"/>
              </a:lnSpc>
              <a:spcAft>
                <a:spcPts val="0"/>
              </a:spcAft>
              <a:buNone/>
              <a:defRPr sz="2400" cap="all" baseline="0">
                <a:solidFill>
                  <a:schemeClr val="bg1"/>
                </a:solidFill>
              </a:defRPr>
            </a:lvl1pPr>
            <a:lvl2pPr marL="0" indent="0">
              <a:lnSpc>
                <a:spcPct val="100000"/>
              </a:lnSpc>
              <a:spcAft>
                <a:spcPts val="0"/>
              </a:spcAft>
              <a:buNone/>
              <a:defRPr sz="2400"/>
            </a:lvl2pPr>
            <a:lvl3pPr marL="0" indent="0">
              <a:lnSpc>
                <a:spcPct val="100000"/>
              </a:lnSpc>
              <a:spcAft>
                <a:spcPts val="0"/>
              </a:spcAft>
              <a:buNone/>
              <a:defRPr sz="2400"/>
            </a:lvl3pPr>
            <a:lvl4pPr marL="0" indent="0">
              <a:lnSpc>
                <a:spcPct val="100000"/>
              </a:lnSpc>
              <a:spcAft>
                <a:spcPts val="0"/>
              </a:spcAft>
              <a:buNone/>
              <a:defRPr sz="2400"/>
            </a:lvl4pPr>
            <a:lvl5pPr marL="0" indent="0">
              <a:lnSpc>
                <a:spcPct val="100000"/>
              </a:lnSpc>
              <a:spcAft>
                <a:spcPts val="0"/>
              </a:spcAft>
              <a:buNone/>
              <a:defRPr sz="2400"/>
            </a:lvl5pPr>
            <a:lvl6pPr marL="0" indent="0">
              <a:lnSpc>
                <a:spcPct val="100000"/>
              </a:lnSpc>
              <a:spcAft>
                <a:spcPts val="0"/>
              </a:spcAft>
              <a:buNone/>
              <a:defRPr sz="2400"/>
            </a:lvl6pPr>
            <a:lvl7pPr marL="0" indent="0">
              <a:lnSpc>
                <a:spcPct val="100000"/>
              </a:lnSpc>
              <a:spcAft>
                <a:spcPts val="0"/>
              </a:spcAft>
              <a:buNone/>
              <a:defRPr sz="2400"/>
            </a:lvl7pPr>
            <a:lvl8pPr marL="0" indent="0">
              <a:lnSpc>
                <a:spcPct val="100000"/>
              </a:lnSpc>
              <a:spcAft>
                <a:spcPts val="0"/>
              </a:spcAft>
              <a:buNone/>
              <a:defRPr sz="2400"/>
            </a:lvl8pPr>
            <a:lvl9pPr marL="0" indent="0">
              <a:lnSpc>
                <a:spcPct val="100000"/>
              </a:lnSpc>
              <a:spcAft>
                <a:spcPts val="0"/>
              </a:spcAft>
              <a:buNone/>
              <a:defRPr sz="2400"/>
            </a:lvl9pPr>
          </a:lstStyle>
          <a:p>
            <a:pPr lvl="0"/>
            <a:r>
              <a:rPr lang="en-US" dirty="0"/>
              <a:t>SELECT TO ADD PRESENTATION SUBTITLE (UPPERCASE)</a:t>
            </a:r>
          </a:p>
        </p:txBody>
      </p:sp>
      <p:sp>
        <p:nvSpPr>
          <p:cNvPr id="2" name="Title 1">
            <a:extLst>
              <a:ext uri="{FF2B5EF4-FFF2-40B4-BE49-F238E27FC236}">
                <a16:creationId xmlns:a16="http://schemas.microsoft.com/office/drawing/2014/main" id="{CFEE5EFD-C261-9FDA-BCD9-AD3F7283A82D}"/>
              </a:ext>
            </a:extLst>
          </p:cNvPr>
          <p:cNvSpPr>
            <a:spLocks noGrp="1"/>
          </p:cNvSpPr>
          <p:nvPr>
            <p:ph type="title" hasCustomPrompt="1"/>
          </p:nvPr>
        </p:nvSpPr>
        <p:spPr>
          <a:xfrm>
            <a:off x="660401" y="647700"/>
            <a:ext cx="10868023" cy="624415"/>
          </a:xfrm>
        </p:spPr>
        <p:txBody>
          <a:bodyPr anchor="b"/>
          <a:lstStyle>
            <a:lvl1pPr>
              <a:defRPr sz="4400">
                <a:solidFill>
                  <a:schemeClr val="bg1"/>
                </a:solidFill>
              </a:defRPr>
            </a:lvl1pPr>
          </a:lstStyle>
          <a:p>
            <a:r>
              <a:rPr lang="en-US" dirty="0"/>
              <a:t>Select to add presentation title</a:t>
            </a:r>
          </a:p>
        </p:txBody>
      </p:sp>
      <p:pic>
        <p:nvPicPr>
          <p:cNvPr id="10" name="SEL_Monogram">
            <a:extLst>
              <a:ext uri="{FF2B5EF4-FFF2-40B4-BE49-F238E27FC236}">
                <a16:creationId xmlns:a16="http://schemas.microsoft.com/office/drawing/2014/main" id="{13073BA1-1426-D562-8E9D-06174B4878EF}"/>
              </a:ext>
            </a:extLst>
          </p:cNvPr>
          <p:cNvPicPr>
            <a:picLocks noChangeAspect="1"/>
          </p:cNvPicPr>
          <p:nvPr userDrawn="1"/>
        </p:nvPicPr>
        <p:blipFill>
          <a:blip r:embed="rId2"/>
          <a:stretch>
            <a:fillRect/>
          </a:stretch>
        </p:blipFill>
        <p:spPr>
          <a:xfrm>
            <a:off x="660400" y="2224996"/>
            <a:ext cx="902286" cy="518205"/>
          </a:xfrm>
          <a:prstGeom prst="rect">
            <a:avLst/>
          </a:prstGeom>
        </p:spPr>
      </p:pic>
      <p:sp>
        <p:nvSpPr>
          <p:cNvPr id="3" name="SEL_Copyright">
            <a:extLst>
              <a:ext uri="{FF2B5EF4-FFF2-40B4-BE49-F238E27FC236}">
                <a16:creationId xmlns:a16="http://schemas.microsoft.com/office/drawing/2014/main" id="{31A6C09B-FDE6-7F79-93C4-AC976210800E}"/>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700792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1B0C2B0-9760-48D7-97C9-BC12F2283F97}"/>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Text Placeholder 2">
            <a:extLst>
              <a:ext uri="{FF2B5EF4-FFF2-40B4-BE49-F238E27FC236}">
                <a16:creationId xmlns:a16="http://schemas.microsoft.com/office/drawing/2014/main" id="{EF47F425-A066-4216-9C82-E350CD3938CC}"/>
              </a:ext>
            </a:extLst>
          </p:cNvPr>
          <p:cNvSpPr>
            <a:spLocks noGrp="1"/>
          </p:cNvSpPr>
          <p:nvPr>
            <p:ph type="body" idx="1" hasCustomPrompt="1"/>
          </p:nvPr>
        </p:nvSpPr>
        <p:spPr>
          <a:xfrm>
            <a:off x="660399" y="4048396"/>
            <a:ext cx="10868025" cy="2161904"/>
          </a:xfrm>
        </p:spPr>
        <p:txBody>
          <a:bodyPr lIns="0" rIns="0"/>
          <a:lstStyle>
            <a:lvl1pPr marL="0" indent="0">
              <a:buNone/>
              <a:defRPr sz="2800" b="0">
                <a:solidFill>
                  <a:schemeClr val="tx1"/>
                </a:solidFill>
              </a:defRPr>
            </a:lvl1pPr>
            <a:lvl2pPr marL="0" indent="0">
              <a:buNone/>
              <a:defRPr sz="2400">
                <a:solidFill>
                  <a:schemeClr val="tx1"/>
                </a:solidFill>
              </a:defRPr>
            </a:lvl2pPr>
            <a:lvl3pPr marL="0" indent="0">
              <a:buNone/>
              <a:defRPr sz="2400">
                <a:solidFill>
                  <a:schemeClr val="tx1"/>
                </a:solidFill>
              </a:defRPr>
            </a:lvl3pPr>
            <a:lvl4pPr marL="0" indent="0">
              <a:buNone/>
              <a:defRPr sz="2400">
                <a:solidFill>
                  <a:schemeClr val="tx1"/>
                </a:solidFill>
              </a:defRPr>
            </a:lvl4pPr>
            <a:lvl5pPr marL="0" indent="0">
              <a:buNone/>
              <a:defRPr sz="2400">
                <a:solidFill>
                  <a:schemeClr val="tx1"/>
                </a:solidFill>
              </a:defRPr>
            </a:lvl5pPr>
            <a:lvl6pPr marL="0" indent="0">
              <a:buNone/>
              <a:defRPr sz="2400">
                <a:solidFill>
                  <a:schemeClr val="tx1"/>
                </a:solidFill>
              </a:defRPr>
            </a:lvl6pPr>
            <a:lvl7pPr marL="0" indent="0">
              <a:buNone/>
              <a:defRPr sz="2400">
                <a:solidFill>
                  <a:schemeClr val="tx1"/>
                </a:solidFill>
              </a:defRPr>
            </a:lvl7pPr>
            <a:lvl8pPr marL="0" indent="0">
              <a:buNone/>
              <a:defRPr sz="2400">
                <a:solidFill>
                  <a:schemeClr val="tx1"/>
                </a:solidFill>
              </a:defRPr>
            </a:lvl8pPr>
            <a:lvl9pPr marL="0" indent="0">
              <a:buNone/>
              <a:defRPr sz="2400">
                <a:solidFill>
                  <a:schemeClr val="tx1"/>
                </a:solidFill>
              </a:defRPr>
            </a:lvl9pPr>
          </a:lstStyle>
          <a:p>
            <a:pPr lvl="0"/>
            <a:r>
              <a:rPr lang="en-US" dirty="0"/>
              <a:t>Select to add </a:t>
            </a:r>
            <a:r>
              <a:rPr lang="en-US"/>
              <a:t>section subtitle or descriptive text (four lines maximum)</a:t>
            </a:r>
            <a:endParaRPr lang="en-US" dirty="0"/>
          </a:p>
        </p:txBody>
      </p:sp>
      <p:sp>
        <p:nvSpPr>
          <p:cNvPr id="2" name="Title 1">
            <a:extLst>
              <a:ext uri="{FF2B5EF4-FFF2-40B4-BE49-F238E27FC236}">
                <a16:creationId xmlns:a16="http://schemas.microsoft.com/office/drawing/2014/main" id="{2F2451D7-450B-4306-A9FF-6A9986A04577}"/>
              </a:ext>
            </a:extLst>
          </p:cNvPr>
          <p:cNvSpPr>
            <a:spLocks noGrp="1"/>
          </p:cNvSpPr>
          <p:nvPr>
            <p:ph type="title" hasCustomPrompt="1"/>
          </p:nvPr>
        </p:nvSpPr>
        <p:spPr>
          <a:xfrm>
            <a:off x="660399" y="647700"/>
            <a:ext cx="10868025" cy="2223517"/>
          </a:xfrm>
        </p:spPr>
        <p:txBody>
          <a:bodyPr anchor="b" anchorCtr="0"/>
          <a:lstStyle>
            <a:lvl1pPr>
              <a:defRPr sz="4000">
                <a:solidFill>
                  <a:schemeClr val="bg1"/>
                </a:solidFill>
              </a:defRPr>
            </a:lvl1pPr>
          </a:lstStyle>
          <a:p>
            <a:r>
              <a:rPr lang="en-US" dirty="0"/>
              <a:t>Select to add </a:t>
            </a:r>
            <a:r>
              <a:rPr lang="en-US"/>
              <a:t>section title</a:t>
            </a:r>
            <a:endParaRPr lang="en-US" dirty="0"/>
          </a:p>
        </p:txBody>
      </p:sp>
    </p:spTree>
    <p:extLst>
      <p:ext uri="{BB962C8B-B14F-4D97-AF65-F5344CB8AC3E}">
        <p14:creationId xmlns:p14="http://schemas.microsoft.com/office/powerpoint/2010/main" val="2601842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Title Onl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6FC2DB-C44E-48C9-B72E-A341730AA423}"/>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bg1"/>
              </a:solidFill>
            </a:endParaRPr>
          </a:p>
        </p:txBody>
      </p:sp>
      <p:sp>
        <p:nvSpPr>
          <p:cNvPr id="2" name="Title 1">
            <a:extLst>
              <a:ext uri="{FF2B5EF4-FFF2-40B4-BE49-F238E27FC236}">
                <a16:creationId xmlns:a16="http://schemas.microsoft.com/office/drawing/2014/main" id="{3EB0B0BC-EDDF-4248-BEA5-A2F5FA892C2B}"/>
              </a:ext>
            </a:extLst>
          </p:cNvPr>
          <p:cNvSpPr>
            <a:spLocks noGrp="1"/>
          </p:cNvSpPr>
          <p:nvPr>
            <p:ph type="title" hasCustomPrompt="1"/>
          </p:nvPr>
        </p:nvSpPr>
        <p:spPr>
          <a:xfrm>
            <a:off x="660399" y="4050438"/>
            <a:ext cx="10868025" cy="2159862"/>
          </a:xfrm>
        </p:spPr>
        <p:txBody>
          <a:bodyPr/>
          <a:lstStyle>
            <a:lvl1pPr>
              <a:defRPr/>
            </a:lvl1pPr>
          </a:lstStyle>
          <a:p>
            <a:r>
              <a:rPr lang="en-US"/>
              <a:t>Select to add section title</a:t>
            </a:r>
          </a:p>
        </p:txBody>
      </p:sp>
    </p:spTree>
    <p:extLst>
      <p:ext uri="{BB962C8B-B14F-4D97-AF65-F5344CB8AC3E}">
        <p14:creationId xmlns:p14="http://schemas.microsoft.com/office/powerpoint/2010/main" val="17783816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on Header (Picture)">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772FB6C-EDF3-4CCD-ACA8-4513E52295CD}"/>
              </a:ext>
            </a:extLst>
          </p:cNvPr>
          <p:cNvSpPr>
            <a:spLocks noGrp="1"/>
          </p:cNvSpPr>
          <p:nvPr>
            <p:ph type="pic" sz="quarter" idx="10" hasCustomPrompt="1"/>
          </p:nvPr>
        </p:nvSpPr>
        <p:spPr>
          <a:xfrm>
            <a:off x="0" y="0"/>
            <a:ext cx="12192000" cy="3429000"/>
          </a:xfrm>
          <a:solidFill>
            <a:srgbClr val="C3D1DD"/>
          </a:solidFill>
        </p:spPr>
        <p:txBody>
          <a:bodyPr tIns="950976" anchor="t" anchorCtr="1"/>
          <a:lstStyle>
            <a:lvl1pPr marL="0" indent="0"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2DAF6CCD-82B7-45E9-BFD9-ED35073D6183}"/>
              </a:ext>
            </a:extLst>
          </p:cNvPr>
          <p:cNvSpPr>
            <a:spLocks noGrp="1"/>
          </p:cNvSpPr>
          <p:nvPr>
            <p:ph type="body" sz="quarter" idx="11" hasCustomPrompt="1"/>
          </p:nvPr>
        </p:nvSpPr>
        <p:spPr>
          <a:xfrm>
            <a:off x="660400" y="4048396"/>
            <a:ext cx="10868025" cy="2161904"/>
          </a:xfrm>
        </p:spPr>
        <p:txBody>
          <a:bodyPr/>
          <a:lstStyle>
            <a:lvl1pPr marL="0" indent="0">
              <a:buNone/>
              <a:defRPr sz="2800">
                <a:solidFill>
                  <a:schemeClr val="tx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vl6pPr marL="0" indent="0">
              <a:buNone/>
              <a:defRPr sz="2400">
                <a:solidFill>
                  <a:schemeClr val="tx2"/>
                </a:solidFill>
              </a:defRPr>
            </a:lvl6pPr>
            <a:lvl7pPr marL="0" indent="0">
              <a:buNone/>
              <a:defRPr sz="2400">
                <a:solidFill>
                  <a:schemeClr val="tx2"/>
                </a:solidFill>
              </a:defRPr>
            </a:lvl7pPr>
            <a:lvl8pPr marL="0" indent="0">
              <a:buNone/>
              <a:defRPr sz="2400">
                <a:solidFill>
                  <a:schemeClr val="tx2"/>
                </a:solidFill>
              </a:defRPr>
            </a:lvl8pPr>
            <a:lvl9pPr marL="0" indent="0">
              <a:buNone/>
              <a:defRPr sz="2400">
                <a:solidFill>
                  <a:schemeClr val="tx2"/>
                </a:solidFill>
              </a:defRPr>
            </a:lvl9pPr>
          </a:lstStyle>
          <a:p>
            <a:pPr lvl="0"/>
            <a:r>
              <a:rPr lang="en-US" dirty="0"/>
              <a:t>Select to </a:t>
            </a:r>
            <a:r>
              <a:rPr lang="en-US"/>
              <a:t>add section subtitle or descriptive text (four lines maximum)</a:t>
            </a:r>
          </a:p>
        </p:txBody>
      </p:sp>
      <p:sp>
        <p:nvSpPr>
          <p:cNvPr id="2" name="Title 1">
            <a:extLst>
              <a:ext uri="{FF2B5EF4-FFF2-40B4-BE49-F238E27FC236}">
                <a16:creationId xmlns:a16="http://schemas.microsoft.com/office/drawing/2014/main" id="{52AD2A72-F710-48D6-8ED3-66B6E1DC8079}"/>
              </a:ext>
            </a:extLst>
          </p:cNvPr>
          <p:cNvSpPr>
            <a:spLocks noGrp="1"/>
          </p:cNvSpPr>
          <p:nvPr>
            <p:ph type="title" hasCustomPrompt="1"/>
          </p:nvPr>
        </p:nvSpPr>
        <p:spPr>
          <a:xfrm>
            <a:off x="660399" y="647700"/>
            <a:ext cx="10868025" cy="2223517"/>
          </a:xfrm>
        </p:spPr>
        <p:txBody>
          <a:bodyPr anchor="b" anchorCtr="0"/>
          <a:lstStyle>
            <a:lvl1pPr>
              <a:defRPr>
                <a:solidFill>
                  <a:schemeClr val="bg1"/>
                </a:solidFill>
              </a:defRPr>
            </a:lvl1pPr>
          </a:lstStyle>
          <a:p>
            <a:r>
              <a:rPr lang="en-US" dirty="0"/>
              <a:t>Select to add section title</a:t>
            </a:r>
          </a:p>
        </p:txBody>
      </p:sp>
    </p:spTree>
    <p:extLst>
      <p:ext uri="{BB962C8B-B14F-4D97-AF65-F5344CB8AC3E}">
        <p14:creationId xmlns:p14="http://schemas.microsoft.com/office/powerpoint/2010/main" val="30467160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Header (Picture and Titl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5E27C80-F119-4341-98C1-2DA0F95978E0}"/>
              </a:ext>
            </a:extLst>
          </p:cNvPr>
          <p:cNvSpPr>
            <a:spLocks noGrp="1"/>
          </p:cNvSpPr>
          <p:nvPr>
            <p:ph type="pic" sz="quarter" idx="11" hasCustomPrompt="1"/>
          </p:nvPr>
        </p:nvSpPr>
        <p:spPr>
          <a:xfrm>
            <a:off x="0" y="0"/>
            <a:ext cx="12192000" cy="3429000"/>
          </a:xfrm>
          <a:solidFill>
            <a:srgbClr val="C3D1DD"/>
          </a:solidFill>
        </p:spPr>
        <p:txBody>
          <a:bodyPr tIns="950976"/>
          <a:lstStyle>
            <a:lvl1pPr algn="ctr">
              <a:buNone/>
              <a:defRPr/>
            </a:lvl1pPr>
          </a:lstStyle>
          <a:p>
            <a:r>
              <a:rPr lang="en-US" dirty="0"/>
              <a:t>Select icon below to insert image</a:t>
            </a:r>
          </a:p>
        </p:txBody>
      </p:sp>
      <p:sp>
        <p:nvSpPr>
          <p:cNvPr id="14" name="Title 13">
            <a:extLst>
              <a:ext uri="{FF2B5EF4-FFF2-40B4-BE49-F238E27FC236}">
                <a16:creationId xmlns:a16="http://schemas.microsoft.com/office/drawing/2014/main" id="{422208D6-D237-4535-A440-7EC29ED0B8D8}"/>
              </a:ext>
            </a:extLst>
          </p:cNvPr>
          <p:cNvSpPr>
            <a:spLocks noGrp="1"/>
          </p:cNvSpPr>
          <p:nvPr>
            <p:ph type="title" hasCustomPrompt="1"/>
          </p:nvPr>
        </p:nvSpPr>
        <p:spPr>
          <a:xfrm>
            <a:off x="660399" y="4050438"/>
            <a:ext cx="10868025" cy="2159862"/>
          </a:xfrm>
        </p:spPr>
        <p:txBody>
          <a:bodyPr/>
          <a:lstStyle>
            <a:lvl1pPr>
              <a:defRPr/>
            </a:lvl1pPr>
          </a:lstStyle>
          <a:p>
            <a:r>
              <a:rPr lang="en-US" dirty="0"/>
              <a:t>Select to add section title</a:t>
            </a:r>
          </a:p>
        </p:txBody>
      </p:sp>
    </p:spTree>
    <p:extLst>
      <p:ext uri="{BB962C8B-B14F-4D97-AF65-F5344CB8AC3E}">
        <p14:creationId xmlns:p14="http://schemas.microsoft.com/office/powerpoint/2010/main" val="26522633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FB5C-B108-47AE-A47A-51418934717B}"/>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MULTIPLE</a:t>
            </a:r>
            <a:br>
              <a:rPr lang="en-US" sz="11500" b="1" dirty="0">
                <a:solidFill>
                  <a:schemeClr val="bg1"/>
                </a:solidFill>
              </a:rPr>
            </a:br>
            <a:r>
              <a:rPr lang="en-US" sz="11500" b="1" dirty="0">
                <a:solidFill>
                  <a:schemeClr val="bg1"/>
                </a:solidFill>
              </a:rPr>
              <a:t>TOPIC</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5165765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D20DD4-B8A5-4667-9EB5-AD2224131A70}"/>
              </a:ext>
            </a:extLst>
          </p:cNvPr>
          <p:cNvSpPr>
            <a:spLocks noGrp="1"/>
          </p:cNvSpPr>
          <p:nvPr>
            <p:ph sz="quarter" idx="4" hasCustomPrompt="1"/>
          </p:nvPr>
        </p:nvSpPr>
        <p:spPr>
          <a:xfrm>
            <a:off x="6164063"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1CF325A-87EA-4664-902E-A8C9062C524A}"/>
              </a:ext>
            </a:extLst>
          </p:cNvPr>
          <p:cNvSpPr>
            <a:spLocks noGrp="1"/>
          </p:cNvSpPr>
          <p:nvPr>
            <p:ph sz="half" idx="2" hasCustomPrompt="1"/>
          </p:nvPr>
        </p:nvSpPr>
        <p:spPr>
          <a:xfrm>
            <a:off x="660401"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FBA7A66B-90D2-4867-981E-AEC5E3A7BC3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5" name="Text Placeholder 4">
            <a:extLst>
              <a:ext uri="{FF2B5EF4-FFF2-40B4-BE49-F238E27FC236}">
                <a16:creationId xmlns:a16="http://schemas.microsoft.com/office/drawing/2014/main" id="{F180FF89-0765-42FC-AE08-4F851BC5C78D}"/>
              </a:ext>
            </a:extLst>
          </p:cNvPr>
          <p:cNvSpPr>
            <a:spLocks noGrp="1"/>
          </p:cNvSpPr>
          <p:nvPr>
            <p:ph type="body" sz="quarter" idx="3" hasCustomPrompt="1"/>
          </p:nvPr>
        </p:nvSpPr>
        <p:spPr>
          <a:xfrm>
            <a:off x="6164062" y="1616631"/>
            <a:ext cx="5364363"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
        <p:nvSpPr>
          <p:cNvPr id="3" name="Text Placeholder 2">
            <a:extLst>
              <a:ext uri="{FF2B5EF4-FFF2-40B4-BE49-F238E27FC236}">
                <a16:creationId xmlns:a16="http://schemas.microsoft.com/office/drawing/2014/main" id="{15BC0D9B-99B5-4394-A2EA-D70CE58418EF}"/>
              </a:ext>
            </a:extLst>
          </p:cNvPr>
          <p:cNvSpPr>
            <a:spLocks noGrp="1"/>
          </p:cNvSpPr>
          <p:nvPr>
            <p:ph type="body" idx="1" hasCustomPrompt="1"/>
          </p:nvPr>
        </p:nvSpPr>
        <p:spPr>
          <a:xfrm>
            <a:off x="660401" y="1616631"/>
            <a:ext cx="5364362"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Tree>
    <p:extLst>
      <p:ext uri="{BB962C8B-B14F-4D97-AF65-F5344CB8AC3E}">
        <p14:creationId xmlns:p14="http://schemas.microsoft.com/office/powerpoint/2010/main" val="20157299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mparison (Single Subtitle)">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A217D771-5044-98A8-33E4-54DA4488EBBB}"/>
              </a:ext>
            </a:extLst>
          </p:cNvPr>
          <p:cNvSpPr>
            <a:spLocks noGrp="1"/>
          </p:cNvSpPr>
          <p:nvPr>
            <p:ph sz="quarter" idx="12" hasCustomPrompt="1"/>
          </p:nvPr>
        </p:nvSpPr>
        <p:spPr>
          <a:xfrm>
            <a:off x="6164063" y="2285324"/>
            <a:ext cx="5364361" cy="3924976"/>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DA9072C9-BDEA-E35E-5485-FFA211B06AB6}"/>
              </a:ext>
            </a:extLst>
          </p:cNvPr>
          <p:cNvSpPr>
            <a:spLocks noGrp="1"/>
          </p:cNvSpPr>
          <p:nvPr>
            <p:ph sz="quarter" idx="11" hasCustomPrompt="1"/>
          </p:nvPr>
        </p:nvSpPr>
        <p:spPr>
          <a:xfrm>
            <a:off x="660401" y="2285324"/>
            <a:ext cx="5364361" cy="3924976"/>
          </a:xfrm>
        </p:spPr>
        <p:txBody>
          <a:bodyPr/>
          <a:lstStyle>
            <a:lvl1pPr>
              <a:defRPr/>
            </a:lvl1pPr>
            <a:lvl5pPr>
              <a:defRPr/>
            </a:lvl5pPr>
            <a:lvl7pPr>
              <a:defRPr/>
            </a:lvl7pPr>
            <a:lvl8pPr>
              <a:defRPr/>
            </a:lvl8pPr>
            <a:lvl9pPr>
              <a:buNone/>
              <a:defRPr/>
            </a:lvl9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89262715-75C2-B62E-46AE-69183B964E13}"/>
              </a:ext>
            </a:extLst>
          </p:cNvPr>
          <p:cNvSpPr>
            <a:spLocks noGrp="1"/>
          </p:cNvSpPr>
          <p:nvPr>
            <p:ph type="title" hasCustomPrompt="1"/>
          </p:nvPr>
        </p:nvSpPr>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B0240809-F660-D72D-49E6-5235D6C6A19A}"/>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SELECT TO ADD SUBTITLE (UPPERCASE)</a:t>
            </a:r>
          </a:p>
        </p:txBody>
      </p:sp>
    </p:spTree>
    <p:extLst>
      <p:ext uri="{BB962C8B-B14F-4D97-AF65-F5344CB8AC3E}">
        <p14:creationId xmlns:p14="http://schemas.microsoft.com/office/powerpoint/2010/main" val="32739164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4D2FF-C398-4D27-BCE2-0097356124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4" name="Content Placeholder 3">
            <a:extLst>
              <a:ext uri="{FF2B5EF4-FFF2-40B4-BE49-F238E27FC236}">
                <a16:creationId xmlns:a16="http://schemas.microsoft.com/office/drawing/2014/main" id="{69D0C0F6-B3A7-4F3D-BEBC-B2F2FD57D806}"/>
              </a:ext>
            </a:extLst>
          </p:cNvPr>
          <p:cNvSpPr>
            <a:spLocks noGrp="1"/>
          </p:cNvSpPr>
          <p:nvPr>
            <p:ph sz="half" idx="2" hasCustomPrompt="1"/>
          </p:nvPr>
        </p:nvSpPr>
        <p:spPr>
          <a:xfrm>
            <a:off x="616406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US" dirty="0"/>
          </a:p>
        </p:txBody>
      </p:sp>
      <p:sp>
        <p:nvSpPr>
          <p:cNvPr id="3" name="Content Placeholder 2">
            <a:extLst>
              <a:ext uri="{FF2B5EF4-FFF2-40B4-BE49-F238E27FC236}">
                <a16:creationId xmlns:a16="http://schemas.microsoft.com/office/drawing/2014/main" id="{1D67B1F4-3BE1-43EA-9CB9-127479312F5A}"/>
              </a:ext>
            </a:extLst>
          </p:cNvPr>
          <p:cNvSpPr>
            <a:spLocks noGrp="1"/>
          </p:cNvSpPr>
          <p:nvPr>
            <p:ph sz="half" idx="1" hasCustomPrompt="1"/>
          </p:nvPr>
        </p:nvSpPr>
        <p:spPr>
          <a:xfrm>
            <a:off x="66040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endParaRPr lang="en-US" dirty="0"/>
          </a:p>
          <a:p>
            <a:pPr lvl="3"/>
            <a:r>
              <a:rPr lang="en-US"/>
              <a:t>Fourth level</a:t>
            </a:r>
            <a:endParaRPr lang="en-US" dirty="0"/>
          </a:p>
          <a:p>
            <a:pPr lvl="4"/>
            <a:r>
              <a:rPr lang="en-US"/>
              <a:t>Fifth level</a:t>
            </a:r>
            <a:endParaRPr lang="en-US" dirty="0"/>
          </a:p>
          <a:p>
            <a:pPr lvl="5"/>
            <a:r>
              <a:rPr lang="en-US"/>
              <a:t>Sixth level</a:t>
            </a:r>
          </a:p>
        </p:txBody>
      </p:sp>
    </p:spTree>
    <p:extLst>
      <p:ext uri="{BB962C8B-B14F-4D97-AF65-F5344CB8AC3E}">
        <p14:creationId xmlns:p14="http://schemas.microsoft.com/office/powerpoint/2010/main" val="14185767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Banner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F2079DF-4E86-4C3A-8CCC-3844D5945C1E}"/>
              </a:ext>
            </a:extLst>
          </p:cNvPr>
          <p:cNvSpPr>
            <a:spLocks noGrp="1"/>
          </p:cNvSpPr>
          <p:nvPr>
            <p:ph type="pic" sz="quarter" idx="13" hasCustomPrompt="1"/>
          </p:nvPr>
        </p:nvSpPr>
        <p:spPr>
          <a:xfrm>
            <a:off x="4891088" y="3771902"/>
            <a:ext cx="7300911" cy="2438398"/>
          </a:xfrm>
          <a:solidFill>
            <a:srgbClr val="C3D1DD"/>
          </a:solidFill>
        </p:spPr>
        <p:txBody>
          <a:bodyPr tIns="457200"/>
          <a:lstStyle>
            <a:lvl1pPr algn="ctr">
              <a:buNone/>
              <a:defRPr/>
            </a:lvl1pPr>
          </a:lstStyle>
          <a:p>
            <a:r>
              <a:rPr lang="en-US" dirty="0"/>
              <a:t>Select icon to insert image</a:t>
            </a:r>
          </a:p>
        </p:txBody>
      </p:sp>
      <p:sp>
        <p:nvSpPr>
          <p:cNvPr id="11" name="Picture Placeholder 10">
            <a:extLst>
              <a:ext uri="{FF2B5EF4-FFF2-40B4-BE49-F238E27FC236}">
                <a16:creationId xmlns:a16="http://schemas.microsoft.com/office/drawing/2014/main" id="{3FF46083-0CCD-4930-B58E-B4225BABBDDC}"/>
              </a:ext>
            </a:extLst>
          </p:cNvPr>
          <p:cNvSpPr>
            <a:spLocks noGrp="1"/>
          </p:cNvSpPr>
          <p:nvPr>
            <p:ph type="pic" sz="quarter" idx="12" hasCustomPrompt="1"/>
          </p:nvPr>
        </p:nvSpPr>
        <p:spPr>
          <a:xfrm>
            <a:off x="4891088" y="647700"/>
            <a:ext cx="7300912" cy="2438400"/>
          </a:xfrm>
          <a:solidFill>
            <a:srgbClr val="C3D1DD"/>
          </a:solidFill>
        </p:spPr>
        <p:txBody>
          <a:bodyPr tIns="457200"/>
          <a:lstStyle>
            <a:lvl1pPr algn="ctr">
              <a:buNone/>
              <a:defRPr/>
            </a:lvl1pPr>
          </a:lstStyle>
          <a:p>
            <a:r>
              <a:rPr lang="en-US" dirty="0"/>
              <a:t>Select icon to insert image</a:t>
            </a:r>
          </a:p>
        </p:txBody>
      </p:sp>
      <p:sp>
        <p:nvSpPr>
          <p:cNvPr id="2" name="Title 1">
            <a:extLst>
              <a:ext uri="{FF2B5EF4-FFF2-40B4-BE49-F238E27FC236}">
                <a16:creationId xmlns:a16="http://schemas.microsoft.com/office/drawing/2014/main" id="{167987B6-F117-4693-941E-7A1181A09C17}"/>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9" name="Text Placeholder 8">
            <a:extLst>
              <a:ext uri="{FF2B5EF4-FFF2-40B4-BE49-F238E27FC236}">
                <a16:creationId xmlns:a16="http://schemas.microsoft.com/office/drawing/2014/main" id="{4F3B60D4-4B6C-4314-B6F1-3F46840EE298}"/>
              </a:ext>
            </a:extLst>
          </p:cNvPr>
          <p:cNvSpPr>
            <a:spLocks noGrp="1"/>
          </p:cNvSpPr>
          <p:nvPr>
            <p:ph type="body" sz="quarter" idx="11" hasCustomPrompt="1"/>
          </p:nvPr>
        </p:nvSpPr>
        <p:spPr>
          <a:xfrm>
            <a:off x="660401" y="3673785"/>
            <a:ext cx="3627438" cy="253651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034121D8-D50B-4F3F-9690-958B97BF902C}"/>
              </a:ext>
            </a:extLst>
          </p:cNvPr>
          <p:cNvSpPr>
            <a:spLocks noGrp="1"/>
          </p:cNvSpPr>
          <p:nvPr>
            <p:ph type="body" sz="quarter" idx="10" hasCustomPrompt="1"/>
          </p:nvPr>
        </p:nvSpPr>
        <p:spPr>
          <a:xfrm>
            <a:off x="660403" y="1602223"/>
            <a:ext cx="3627436"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Tree>
    <p:extLst>
      <p:ext uri="{BB962C8B-B14F-4D97-AF65-F5344CB8AC3E}">
        <p14:creationId xmlns:p14="http://schemas.microsoft.com/office/powerpoint/2010/main" val="5587938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Topic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4A68A-0ED3-44A5-A446-1E58B60D2B0B}"/>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Content Placeholder 10">
            <a:extLst>
              <a:ext uri="{FF2B5EF4-FFF2-40B4-BE49-F238E27FC236}">
                <a16:creationId xmlns:a16="http://schemas.microsoft.com/office/drawing/2014/main" id="{94F5AA28-FF09-496C-923E-7F721A06EDE3}"/>
              </a:ext>
            </a:extLst>
          </p:cNvPr>
          <p:cNvSpPr>
            <a:spLocks noGrp="1"/>
          </p:cNvSpPr>
          <p:nvPr>
            <p:ph sz="quarter" idx="12" hasCustomPrompt="1"/>
          </p:nvPr>
        </p:nvSpPr>
        <p:spPr>
          <a:xfrm>
            <a:off x="8301589"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a:t>
            </a:r>
            <a:r>
              <a:rPr lang="en-US" dirty="0"/>
              <a:t>or </a:t>
            </a:r>
            <a:r>
              <a:rPr lang="en-US"/>
              <a:t>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9" name="Content Placeholder 8">
            <a:extLst>
              <a:ext uri="{FF2B5EF4-FFF2-40B4-BE49-F238E27FC236}">
                <a16:creationId xmlns:a16="http://schemas.microsoft.com/office/drawing/2014/main" id="{6CA267C0-47AD-4617-9BF1-162D7E8F7819}"/>
              </a:ext>
            </a:extLst>
          </p:cNvPr>
          <p:cNvSpPr>
            <a:spLocks noGrp="1"/>
          </p:cNvSpPr>
          <p:nvPr>
            <p:ph sz="quarter" idx="11" hasCustomPrompt="1"/>
          </p:nvPr>
        </p:nvSpPr>
        <p:spPr>
          <a:xfrm>
            <a:off x="4480478"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or 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7" name="Content Placeholder 6">
            <a:extLst>
              <a:ext uri="{FF2B5EF4-FFF2-40B4-BE49-F238E27FC236}">
                <a16:creationId xmlns:a16="http://schemas.microsoft.com/office/drawing/2014/main" id="{F94EFDFE-BBD6-4A8B-8175-42E580B31AD4}"/>
              </a:ext>
            </a:extLst>
          </p:cNvPr>
          <p:cNvSpPr>
            <a:spLocks noGrp="1"/>
          </p:cNvSpPr>
          <p:nvPr>
            <p:ph sz="quarter" idx="10" hasCustomPrompt="1"/>
          </p:nvPr>
        </p:nvSpPr>
        <p:spPr>
          <a:xfrm>
            <a:off x="660403" y="1602223"/>
            <a:ext cx="3231045" cy="4608077"/>
          </a:xfrm>
        </p:spPr>
        <p:txBody>
          <a:bodyPr/>
          <a:lstStyle>
            <a:lvl1pPr marL="0" indent="0">
              <a:buFontTx/>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400"/>
            </a:lvl4pPr>
            <a:lvl5pPr marL="804672" indent="-347472">
              <a:buSzPct val="75000"/>
              <a:buFont typeface="Wingdings" panose="05000000000000000000" pitchFamily="2" charset="2"/>
              <a:buChar char="§"/>
              <a:defRPr sz="2400"/>
            </a:lvl5pPr>
            <a:lvl6pPr marL="804672" indent="-347472">
              <a:buSzPct val="75000"/>
              <a:buFont typeface="Wingdings" panose="05000000000000000000" pitchFamily="2" charset="2"/>
              <a:buChar char="§"/>
              <a:defRPr sz="2400"/>
            </a:lvl6pPr>
            <a:lvl7pPr marL="804672" indent="-347472">
              <a:buSzPct val="75000"/>
              <a:buFont typeface="Wingdings" panose="05000000000000000000" pitchFamily="2" charset="2"/>
              <a:buChar char="§"/>
              <a:defRPr sz="2400"/>
            </a:lvl7pPr>
            <a:lvl8pPr marL="804672" indent="-347472">
              <a:buSzPct val="75000"/>
              <a:buFont typeface="Wingdings" panose="05000000000000000000" pitchFamily="2" charset="2"/>
              <a:buNone/>
              <a:defRPr sz="2000"/>
            </a:lvl8pPr>
            <a:lvl9pPr marL="804672" indent="-347472">
              <a:buSzPct val="75000"/>
              <a:buFont typeface="Wingdings" panose="05000000000000000000" pitchFamily="2" charset="2"/>
              <a:buChar char="§"/>
              <a:defRPr sz="2000"/>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6547449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Topics (Subtitles)">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969B2318-4F28-05C6-7F83-9A9BE8F56D42}"/>
              </a:ext>
            </a:extLst>
          </p:cNvPr>
          <p:cNvSpPr>
            <a:spLocks noGrp="1"/>
          </p:cNvSpPr>
          <p:nvPr>
            <p:ph sz="quarter" idx="15" hasCustomPrompt="1"/>
          </p:nvPr>
        </p:nvSpPr>
        <p:spPr>
          <a:xfrm>
            <a:off x="8301589" y="2285324"/>
            <a:ext cx="3231045" cy="392497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3E672FD3-D730-8E56-F3F7-74E08C4B294C}"/>
              </a:ext>
            </a:extLst>
          </p:cNvPr>
          <p:cNvSpPr>
            <a:spLocks noGrp="1"/>
          </p:cNvSpPr>
          <p:nvPr>
            <p:ph sz="quarter" idx="13" hasCustomPrompt="1"/>
          </p:nvPr>
        </p:nvSpPr>
        <p:spPr>
          <a:xfrm>
            <a:off x="4480478"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A5FBF359-0A95-B7EB-C94D-2A8338D8BD79}"/>
              </a:ext>
            </a:extLst>
          </p:cNvPr>
          <p:cNvSpPr>
            <a:spLocks noGrp="1"/>
          </p:cNvSpPr>
          <p:nvPr>
            <p:ph sz="quarter" idx="10" hasCustomPrompt="1"/>
          </p:nvPr>
        </p:nvSpPr>
        <p:spPr>
          <a:xfrm>
            <a:off x="660403"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None/>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472FE7D6-1D4F-3CDD-E7E1-4549D9F485E9}"/>
              </a:ext>
            </a:extLst>
          </p:cNvPr>
          <p:cNvSpPr>
            <a:spLocks noGrp="1"/>
          </p:cNvSpPr>
          <p:nvPr>
            <p:ph type="title" hasCustomPrompt="1"/>
          </p:nvPr>
        </p:nvSpPr>
        <p:spPr/>
        <p:txBody>
          <a:bodyPr/>
          <a:lstStyle>
            <a:lvl1pPr>
              <a:defRPr/>
            </a:lvl1pPr>
          </a:lstStyle>
          <a:p>
            <a:r>
              <a:rPr lang="en-US" dirty="0"/>
              <a:t>Select to add slide title</a:t>
            </a:r>
          </a:p>
        </p:txBody>
      </p:sp>
      <p:sp>
        <p:nvSpPr>
          <p:cNvPr id="16" name="Text Placeholder 15">
            <a:extLst>
              <a:ext uri="{FF2B5EF4-FFF2-40B4-BE49-F238E27FC236}">
                <a16:creationId xmlns:a16="http://schemas.microsoft.com/office/drawing/2014/main" id="{CEABD321-60F4-C3AB-5666-E1135479CD6A}"/>
              </a:ext>
            </a:extLst>
          </p:cNvPr>
          <p:cNvSpPr>
            <a:spLocks noGrp="1"/>
          </p:cNvSpPr>
          <p:nvPr>
            <p:ph type="body" sz="quarter" idx="14" hasCustomPrompt="1"/>
          </p:nvPr>
        </p:nvSpPr>
        <p:spPr>
          <a:xfrm>
            <a:off x="8301589" y="1602224"/>
            <a:ext cx="3231045" cy="597570"/>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12" name="Text Placeholder 11">
            <a:extLst>
              <a:ext uri="{FF2B5EF4-FFF2-40B4-BE49-F238E27FC236}">
                <a16:creationId xmlns:a16="http://schemas.microsoft.com/office/drawing/2014/main" id="{8AC0D8FE-6661-95C3-0D22-56DAFCAF6165}"/>
              </a:ext>
            </a:extLst>
          </p:cNvPr>
          <p:cNvSpPr>
            <a:spLocks noGrp="1"/>
          </p:cNvSpPr>
          <p:nvPr>
            <p:ph type="body" sz="quarter" idx="12" hasCustomPrompt="1"/>
          </p:nvPr>
        </p:nvSpPr>
        <p:spPr>
          <a:xfrm>
            <a:off x="4480478" y="1616632"/>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9" name="Text Placeholder 8">
            <a:extLst>
              <a:ext uri="{FF2B5EF4-FFF2-40B4-BE49-F238E27FC236}">
                <a16:creationId xmlns:a16="http://schemas.microsoft.com/office/drawing/2014/main" id="{62AE09AB-CDFA-920A-E47E-D36AE5FA44E2}"/>
              </a:ext>
            </a:extLst>
          </p:cNvPr>
          <p:cNvSpPr>
            <a:spLocks noGrp="1"/>
          </p:cNvSpPr>
          <p:nvPr>
            <p:ph type="body" sz="quarter" idx="11" hasCustomPrompt="1"/>
          </p:nvPr>
        </p:nvSpPr>
        <p:spPr>
          <a:xfrm>
            <a:off x="660401" y="1616631"/>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Tree>
    <p:extLst>
      <p:ext uri="{BB962C8B-B14F-4D97-AF65-F5344CB8AC3E}">
        <p14:creationId xmlns:p14="http://schemas.microsoft.com/office/powerpoint/2010/main" val="22426628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hree Topics (Pictures)">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60332ED6-ADCA-475C-A20A-F09A12031F61}"/>
              </a:ext>
            </a:extLst>
          </p:cNvPr>
          <p:cNvSpPr>
            <a:spLocks noGrp="1"/>
          </p:cNvSpPr>
          <p:nvPr>
            <p:ph type="pic" sz="quarter" idx="15" hasCustomPrompt="1"/>
          </p:nvPr>
        </p:nvSpPr>
        <p:spPr>
          <a:xfrm>
            <a:off x="8301588"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5" name="Picture Placeholder 14">
            <a:extLst>
              <a:ext uri="{FF2B5EF4-FFF2-40B4-BE49-F238E27FC236}">
                <a16:creationId xmlns:a16="http://schemas.microsoft.com/office/drawing/2014/main" id="{E45650B8-5500-451A-8D8A-FCBF1EFBF86B}"/>
              </a:ext>
            </a:extLst>
          </p:cNvPr>
          <p:cNvSpPr>
            <a:spLocks noGrp="1"/>
          </p:cNvSpPr>
          <p:nvPr>
            <p:ph type="pic" sz="quarter" idx="14" hasCustomPrompt="1"/>
          </p:nvPr>
        </p:nvSpPr>
        <p:spPr>
          <a:xfrm>
            <a:off x="4480477"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3" name="Picture Placeholder 12">
            <a:extLst>
              <a:ext uri="{FF2B5EF4-FFF2-40B4-BE49-F238E27FC236}">
                <a16:creationId xmlns:a16="http://schemas.microsoft.com/office/drawing/2014/main" id="{3B6AF8D8-D4B6-4A23-BD56-DE64301FFBDD}"/>
              </a:ext>
            </a:extLst>
          </p:cNvPr>
          <p:cNvSpPr>
            <a:spLocks noGrp="1"/>
          </p:cNvSpPr>
          <p:nvPr>
            <p:ph type="pic" sz="quarter" idx="13" hasCustomPrompt="1"/>
          </p:nvPr>
        </p:nvSpPr>
        <p:spPr>
          <a:xfrm>
            <a:off x="660400"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2" name="Title 1">
            <a:extLst>
              <a:ext uri="{FF2B5EF4-FFF2-40B4-BE49-F238E27FC236}">
                <a16:creationId xmlns:a16="http://schemas.microsoft.com/office/drawing/2014/main" id="{9DC901F2-B523-4740-B176-403AC4F5507F}"/>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11" name="Text Placeholder 10">
            <a:extLst>
              <a:ext uri="{FF2B5EF4-FFF2-40B4-BE49-F238E27FC236}">
                <a16:creationId xmlns:a16="http://schemas.microsoft.com/office/drawing/2014/main" id="{871ED752-9A4C-456A-86AB-057BC1F668F1}"/>
              </a:ext>
            </a:extLst>
          </p:cNvPr>
          <p:cNvSpPr>
            <a:spLocks noGrp="1"/>
          </p:cNvSpPr>
          <p:nvPr>
            <p:ph type="body" sz="quarter" idx="12" hasCustomPrompt="1"/>
          </p:nvPr>
        </p:nvSpPr>
        <p:spPr>
          <a:xfrm>
            <a:off x="8301589"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
        <p:nvSpPr>
          <p:cNvPr id="9" name="Text Placeholder 8">
            <a:extLst>
              <a:ext uri="{FF2B5EF4-FFF2-40B4-BE49-F238E27FC236}">
                <a16:creationId xmlns:a16="http://schemas.microsoft.com/office/drawing/2014/main" id="{1FC12386-5F3F-4682-B7DD-98E332201254}"/>
              </a:ext>
            </a:extLst>
          </p:cNvPr>
          <p:cNvSpPr>
            <a:spLocks noGrp="1"/>
          </p:cNvSpPr>
          <p:nvPr>
            <p:ph type="body" sz="quarter" idx="11" hasCustomPrompt="1"/>
          </p:nvPr>
        </p:nvSpPr>
        <p:spPr>
          <a:xfrm>
            <a:off x="4480478"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7DB22FE7-B675-4A43-9EC3-D23369E8BA31}"/>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459579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Topics (Picture Bleed)">
    <p:spTree>
      <p:nvGrpSpPr>
        <p:cNvPr id="1" name=""/>
        <p:cNvGrpSpPr/>
        <p:nvPr/>
      </p:nvGrpSpPr>
      <p:grpSpPr>
        <a:xfrm>
          <a:off x="0" y="0"/>
          <a:ext cx="0" cy="0"/>
          <a:chOff x="0" y="0"/>
          <a:chExt cx="0" cy="0"/>
        </a:xfrm>
      </p:grpSpPr>
      <p:sp>
        <p:nvSpPr>
          <p:cNvPr id="5" name="Block_Watermark">
            <a:extLst>
              <a:ext uri="{FF2B5EF4-FFF2-40B4-BE49-F238E27FC236}">
                <a16:creationId xmlns:a16="http://schemas.microsoft.com/office/drawing/2014/main" id="{38311DD6-8486-18CE-3FD9-124D735E46A0}"/>
              </a:ext>
            </a:extLst>
          </p:cNvPr>
          <p:cNvSpPr/>
          <p:nvPr/>
        </p:nvSpPr>
        <p:spPr>
          <a:xfrm>
            <a:off x="11532235" y="6447934"/>
            <a:ext cx="310833" cy="160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17" name="Picture Placeholder 16">
            <a:extLst>
              <a:ext uri="{FF2B5EF4-FFF2-40B4-BE49-F238E27FC236}">
                <a16:creationId xmlns:a16="http://schemas.microsoft.com/office/drawing/2014/main" id="{389F1590-56D7-4B96-A6C4-992EEA9DEEF8}"/>
              </a:ext>
            </a:extLst>
          </p:cNvPr>
          <p:cNvSpPr>
            <a:spLocks noGrp="1"/>
          </p:cNvSpPr>
          <p:nvPr>
            <p:ph type="pic" sz="quarter" idx="15" hasCustomPrompt="1"/>
          </p:nvPr>
        </p:nvSpPr>
        <p:spPr>
          <a:xfrm>
            <a:off x="8301589" y="3771900"/>
            <a:ext cx="3231046" cy="3086100"/>
          </a:xfrm>
          <a:solidFill>
            <a:srgbClr val="C3D1DD"/>
          </a:solidFill>
        </p:spPr>
        <p:txBody>
          <a:bodyPr/>
          <a:lstStyle>
            <a:lvl1pPr marL="0" indent="0">
              <a:buNone/>
              <a:defRPr/>
            </a:lvl1pPr>
          </a:lstStyle>
          <a:p>
            <a:r>
              <a:rPr lang="en-US" dirty="0"/>
              <a:t>Select icon below to insert image</a:t>
            </a:r>
          </a:p>
        </p:txBody>
      </p:sp>
      <p:sp>
        <p:nvSpPr>
          <p:cNvPr id="15" name="Picture Placeholder 14">
            <a:extLst>
              <a:ext uri="{FF2B5EF4-FFF2-40B4-BE49-F238E27FC236}">
                <a16:creationId xmlns:a16="http://schemas.microsoft.com/office/drawing/2014/main" id="{64B11BDF-C08F-4038-86D9-020C0C7E84AB}"/>
              </a:ext>
            </a:extLst>
          </p:cNvPr>
          <p:cNvSpPr>
            <a:spLocks noGrp="1"/>
          </p:cNvSpPr>
          <p:nvPr>
            <p:ph type="pic" sz="quarter" idx="14" hasCustomPrompt="1"/>
          </p:nvPr>
        </p:nvSpPr>
        <p:spPr>
          <a:xfrm>
            <a:off x="4480477" y="3771900"/>
            <a:ext cx="3231046" cy="3086100"/>
          </a:xfrm>
          <a:solidFill>
            <a:srgbClr val="C3D1DD"/>
          </a:solidFill>
        </p:spPr>
        <p:txBody>
          <a:bodyPr/>
          <a:lstStyle>
            <a:lvl1pPr marL="0" indent="0">
              <a:buNone/>
              <a:defRPr/>
            </a:lvl1pPr>
          </a:lstStyle>
          <a:p>
            <a:r>
              <a:rPr lang="en-US" dirty="0"/>
              <a:t>Select icon below to insert image</a:t>
            </a:r>
          </a:p>
        </p:txBody>
      </p:sp>
      <p:sp>
        <p:nvSpPr>
          <p:cNvPr id="13" name="Picture Placeholder 12">
            <a:extLst>
              <a:ext uri="{FF2B5EF4-FFF2-40B4-BE49-F238E27FC236}">
                <a16:creationId xmlns:a16="http://schemas.microsoft.com/office/drawing/2014/main" id="{99698934-2B37-47C6-80FF-B6E0A65C9223}"/>
              </a:ext>
            </a:extLst>
          </p:cNvPr>
          <p:cNvSpPr>
            <a:spLocks noGrp="1"/>
          </p:cNvSpPr>
          <p:nvPr>
            <p:ph type="pic" sz="quarter" idx="13" hasCustomPrompt="1"/>
          </p:nvPr>
        </p:nvSpPr>
        <p:spPr>
          <a:xfrm>
            <a:off x="660400" y="3771900"/>
            <a:ext cx="3231046" cy="3086100"/>
          </a:xfrm>
          <a:solidFill>
            <a:srgbClr val="C3D1DD"/>
          </a:solidFill>
        </p:spPr>
        <p:txBody>
          <a:bodyPr/>
          <a:lstStyle>
            <a:lvl1pPr marL="0" indent="0">
              <a:buNone/>
              <a:defRPr/>
            </a:lvl1pPr>
          </a:lstStyle>
          <a:p>
            <a:r>
              <a:rPr lang="en-US" dirty="0"/>
              <a:t>Select icon below to insert image</a:t>
            </a:r>
          </a:p>
        </p:txBody>
      </p:sp>
      <p:sp>
        <p:nvSpPr>
          <p:cNvPr id="2" name="Title 1">
            <a:extLst>
              <a:ext uri="{FF2B5EF4-FFF2-40B4-BE49-F238E27FC236}">
                <a16:creationId xmlns:a16="http://schemas.microsoft.com/office/drawing/2014/main" id="{5BBE5A40-026E-4C45-9996-D2C74022BB2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Text Placeholder 10">
            <a:extLst>
              <a:ext uri="{FF2B5EF4-FFF2-40B4-BE49-F238E27FC236}">
                <a16:creationId xmlns:a16="http://schemas.microsoft.com/office/drawing/2014/main" id="{E90A9019-733C-4130-921A-74236D5881FF}"/>
              </a:ext>
            </a:extLst>
          </p:cNvPr>
          <p:cNvSpPr>
            <a:spLocks noGrp="1"/>
          </p:cNvSpPr>
          <p:nvPr>
            <p:ph type="body" sz="quarter" idx="12" hasCustomPrompt="1"/>
          </p:nvPr>
        </p:nvSpPr>
        <p:spPr>
          <a:xfrm>
            <a:off x="8301589"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681EFC40-8E57-4F1C-9642-5966101A0A7E}"/>
              </a:ext>
            </a:extLst>
          </p:cNvPr>
          <p:cNvSpPr>
            <a:spLocks noGrp="1"/>
          </p:cNvSpPr>
          <p:nvPr>
            <p:ph type="body" sz="quarter" idx="11" hasCustomPrompt="1"/>
          </p:nvPr>
        </p:nvSpPr>
        <p:spPr>
          <a:xfrm>
            <a:off x="4480478"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D8269522-D2A1-4911-8B4F-D0DD100EEDDD}"/>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457200" indent="0">
              <a:buSzPct val="75000"/>
              <a:buFont typeface="Wingdings" panose="05000000000000000000" pitchFamily="2" charset="2"/>
              <a:buNone/>
              <a:defRPr/>
            </a:lvl9pPr>
          </a:lstStyle>
          <a:p>
            <a:pPr lvl="0"/>
            <a:r>
              <a:rPr lang="en-US" dirty="0"/>
              <a:t>Select to add text</a:t>
            </a:r>
          </a:p>
          <a:p>
            <a:pPr lvl="1"/>
            <a:r>
              <a:rPr lang="en-US" dirty="0"/>
              <a:t>Second level</a:t>
            </a:r>
          </a:p>
          <a:p>
            <a:pPr lvl="2"/>
            <a:r>
              <a:rPr lang="en-US" dirty="0"/>
              <a:t>Third level</a:t>
            </a:r>
          </a:p>
        </p:txBody>
      </p:sp>
      <p:sp>
        <p:nvSpPr>
          <p:cNvPr id="4" name="Watermark_SEL_Confidential" hidden="1">
            <a:extLst>
              <a:ext uri="{FF2B5EF4-FFF2-40B4-BE49-F238E27FC236}">
                <a16:creationId xmlns:a16="http://schemas.microsoft.com/office/drawing/2014/main" id="{52BB7352-758D-9C2E-FDA9-4950B10D4B18}"/>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Tree>
    <p:extLst>
      <p:ext uri="{BB962C8B-B14F-4D97-AF65-F5344CB8AC3E}">
        <p14:creationId xmlns:p14="http://schemas.microsoft.com/office/powerpoint/2010/main" val="4996702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hree Topics (Banner)">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3F95D2C-2803-4A16-AEAF-86957031A024}"/>
              </a:ext>
            </a:extLst>
          </p:cNvPr>
          <p:cNvSpPr>
            <a:spLocks noGrp="1"/>
          </p:cNvSpPr>
          <p:nvPr>
            <p:ph type="pic" sz="quarter" idx="10" hasCustomPrompt="1"/>
          </p:nvPr>
        </p:nvSpPr>
        <p:spPr>
          <a:xfrm>
            <a:off x="0" y="3771900"/>
            <a:ext cx="12192000" cy="3086100"/>
          </a:xfrm>
          <a:solidFill>
            <a:srgbClr val="C3D1DD"/>
          </a:solidFill>
        </p:spPr>
        <p:txBody>
          <a:bodyPr tIns="7315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ADE0B40F-D194-44F5-9E5F-E48D56750AD9}"/>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4" name="Content Placeholder 13">
            <a:extLst>
              <a:ext uri="{FF2B5EF4-FFF2-40B4-BE49-F238E27FC236}">
                <a16:creationId xmlns:a16="http://schemas.microsoft.com/office/drawing/2014/main" id="{BCA869E7-072C-4287-B607-6DB4660D9956}"/>
              </a:ext>
            </a:extLst>
          </p:cNvPr>
          <p:cNvSpPr>
            <a:spLocks noGrp="1"/>
          </p:cNvSpPr>
          <p:nvPr>
            <p:ph sz="quarter" idx="13" hasCustomPrompt="1"/>
          </p:nvPr>
        </p:nvSpPr>
        <p:spPr>
          <a:xfrm>
            <a:off x="8301589" y="1602223"/>
            <a:ext cx="3231045" cy="1826777"/>
          </a:xfrm>
        </p:spPr>
        <p:txBody>
          <a:bodyPr/>
          <a:lstStyle>
            <a:lvl1pPr marL="0" indent="0">
              <a:buNone/>
              <a:defRPr sz="2800"/>
            </a:lvl1pPr>
            <a:lvl2pPr marL="461963" indent="-342900">
              <a:buSzPct val="80000"/>
              <a:buFont typeface="Wingdings" panose="05000000000000000000" pitchFamily="2" charset="2"/>
              <a:buChar char="§"/>
              <a:defRPr sz="2400"/>
            </a:lvl2pPr>
            <a:lvl3pPr marL="461963" indent="-342900">
              <a:buSzPct val="80000"/>
              <a:buFont typeface="Wingdings" panose="05000000000000000000" pitchFamily="2" charset="2"/>
              <a:buChar char="§"/>
              <a:defRPr sz="2400"/>
            </a:lvl3pPr>
            <a:lvl4pPr marL="461963" indent="-342900">
              <a:buSzPct val="80000"/>
              <a:buFont typeface="Arial" panose="020B0604020202020204" pitchFamily="34" charset="0"/>
              <a:buChar char="•"/>
              <a:defRPr sz="2400"/>
            </a:lvl4pPr>
            <a:lvl5pPr marL="461963" indent="-342900">
              <a:buSzPct val="80000"/>
              <a:buFont typeface="Wingdings" panose="05000000000000000000" pitchFamily="2" charset="2"/>
              <a:buChar char="§"/>
              <a:defRPr lang="en-US" sz="2400" kern="1200" smtClean="0">
                <a:solidFill>
                  <a:schemeClr val="tx1"/>
                </a:solidFill>
                <a:latin typeface="+mn-lt"/>
                <a:ea typeface="+mn-ea"/>
                <a:cs typeface="+mn-cs"/>
              </a:defRPr>
            </a:lvl5pPr>
            <a:lvl6pPr marL="461963" indent="-342900">
              <a:buSzPct val="80000"/>
              <a:buFont typeface="Wingdings" panose="05000000000000000000" pitchFamily="2" charset="2"/>
              <a:buChar char="§"/>
              <a:defRPr sz="2400"/>
            </a:lvl6pPr>
            <a:lvl7pPr marL="461963" indent="-342900">
              <a:buSzPct val="80000"/>
              <a:buFont typeface="Wingdings" panose="05000000000000000000" pitchFamily="2" charset="2"/>
              <a:buChar char="§"/>
              <a:defRPr sz="2400"/>
            </a:lvl7pPr>
            <a:lvl8pPr marL="461963" indent="-342900">
              <a:buSzPct val="80000"/>
              <a:buFont typeface="Wingdings" panose="05000000000000000000" pitchFamily="2" charset="2"/>
              <a:buChar char="§"/>
              <a:defRPr sz="2400"/>
            </a:lvl8pPr>
            <a:lvl9pPr marL="461963" indent="-342900">
              <a:buSzPct val="80000"/>
              <a:buFont typeface="Wingdings" panose="05000000000000000000" pitchFamily="2" charset="2"/>
              <a:buChar char="§"/>
              <a:defRPr sz="2400"/>
            </a:lvl9pPr>
          </a:lstStyle>
          <a:p>
            <a:pPr lvl="0"/>
            <a:r>
              <a:rPr lang="en-US" dirty="0"/>
              <a:t>Select to </a:t>
            </a:r>
            <a:r>
              <a:rPr lang="en-US"/>
              <a:t>add text</a:t>
            </a:r>
            <a:endParaRPr lang="en-US" dirty="0"/>
          </a:p>
          <a:p>
            <a:pPr lvl="1"/>
            <a:r>
              <a:rPr lang="en-US" dirty="0"/>
              <a:t>Second level</a:t>
            </a:r>
          </a:p>
          <a:p>
            <a:pPr lvl="2"/>
            <a:r>
              <a:rPr lang="en-US"/>
              <a:t>Third level</a:t>
            </a:r>
          </a:p>
        </p:txBody>
      </p:sp>
      <p:sp>
        <p:nvSpPr>
          <p:cNvPr id="12" name="Content Placeholder 11">
            <a:extLst>
              <a:ext uri="{FF2B5EF4-FFF2-40B4-BE49-F238E27FC236}">
                <a16:creationId xmlns:a16="http://schemas.microsoft.com/office/drawing/2014/main" id="{1926A92A-59FA-4290-8079-C2A9B3344582}"/>
              </a:ext>
            </a:extLst>
          </p:cNvPr>
          <p:cNvSpPr>
            <a:spLocks noGrp="1"/>
          </p:cNvSpPr>
          <p:nvPr>
            <p:ph sz="quarter" idx="12" hasCustomPrompt="1"/>
          </p:nvPr>
        </p:nvSpPr>
        <p:spPr>
          <a:xfrm>
            <a:off x="4480478"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
        <p:nvSpPr>
          <p:cNvPr id="9" name="Content Placeholder 8">
            <a:extLst>
              <a:ext uri="{FF2B5EF4-FFF2-40B4-BE49-F238E27FC236}">
                <a16:creationId xmlns:a16="http://schemas.microsoft.com/office/drawing/2014/main" id="{D5202424-C307-4C9F-97A7-DD938AF4D2D3}"/>
              </a:ext>
            </a:extLst>
          </p:cNvPr>
          <p:cNvSpPr>
            <a:spLocks noGrp="1"/>
          </p:cNvSpPr>
          <p:nvPr>
            <p:ph sz="quarter" idx="11" hasCustomPrompt="1"/>
          </p:nvPr>
        </p:nvSpPr>
        <p:spPr>
          <a:xfrm>
            <a:off x="660403"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None/>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285367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hree Topics (Pictures Left)">
    <p:spTree>
      <p:nvGrpSpPr>
        <p:cNvPr id="1" name=""/>
        <p:cNvGrpSpPr/>
        <p:nvPr/>
      </p:nvGrpSpPr>
      <p:grpSpPr>
        <a:xfrm>
          <a:off x="0" y="0"/>
          <a:ext cx="0" cy="0"/>
          <a:chOff x="0" y="0"/>
          <a:chExt cx="0" cy="0"/>
        </a:xfrm>
      </p:grpSpPr>
      <p:sp>
        <p:nvSpPr>
          <p:cNvPr id="69" name="Text Placeholder 68">
            <a:extLst>
              <a:ext uri="{FF2B5EF4-FFF2-40B4-BE49-F238E27FC236}">
                <a16:creationId xmlns:a16="http://schemas.microsoft.com/office/drawing/2014/main" id="{39D96448-0D00-4A01-B2C1-CE424F6E6E8A}"/>
              </a:ext>
            </a:extLst>
          </p:cNvPr>
          <p:cNvSpPr>
            <a:spLocks noGrp="1"/>
          </p:cNvSpPr>
          <p:nvPr>
            <p:ph type="body" sz="quarter" idx="15" hasCustomPrompt="1"/>
          </p:nvPr>
        </p:nvSpPr>
        <p:spPr>
          <a:xfrm>
            <a:off x="2476500" y="5083877"/>
            <a:ext cx="9051924" cy="1126423"/>
          </a:xfrm>
        </p:spPr>
        <p:txBody>
          <a:bodyPr anchor="t" anchorCtr="0"/>
          <a:lstStyle>
            <a:lvl1pPr marL="0" indent="0">
              <a:buNone/>
              <a:defRPr sz="2800"/>
            </a:lvl1pPr>
            <a:lvl2pPr marL="804672" indent="-342900">
              <a:buSzPct val="75000"/>
              <a:buFont typeface="Wingdings" panose="05000000000000000000" pitchFamily="2" charset="2"/>
              <a:buChar char="§"/>
              <a:defRPr sz="2400"/>
            </a:lvl2pPr>
            <a:lvl3pPr marL="804672" indent="-342900">
              <a:buSzPct val="75000"/>
              <a:buFont typeface="Wingdings" panose="05000000000000000000" pitchFamily="2" charset="2"/>
              <a:buChar char="§"/>
              <a:defRPr sz="2000"/>
            </a:lvl3pPr>
            <a:lvl4pPr marL="804672" indent="-342900">
              <a:buSzPct val="75000"/>
              <a:buFont typeface="Wingdings" panose="05000000000000000000" pitchFamily="2" charset="2"/>
              <a:buChar char="§"/>
              <a:defRPr sz="2000"/>
            </a:lvl4pPr>
            <a:lvl5pPr marL="804672" indent="-342900">
              <a:buSzPct val="75000"/>
              <a:buFont typeface="Wingdings" panose="05000000000000000000" pitchFamily="2" charset="2"/>
              <a:buChar char="§"/>
              <a:defRPr sz="2000"/>
            </a:lvl5pPr>
            <a:lvl6pPr marL="804672" indent="-342900">
              <a:buSzPct val="75000"/>
              <a:buFont typeface="Wingdings" panose="05000000000000000000" pitchFamily="2" charset="2"/>
              <a:buChar char="§"/>
              <a:defRPr sz="2000"/>
            </a:lvl6pPr>
            <a:lvl7pPr marL="804672" indent="-342900">
              <a:buSzPct val="75000"/>
              <a:buFont typeface="Wingdings" panose="05000000000000000000" pitchFamily="2" charset="2"/>
              <a:buChar char="§"/>
              <a:defRPr sz="2000"/>
            </a:lvl7pPr>
            <a:lvl8pPr marL="804672" indent="-342900">
              <a:buSzPct val="75000"/>
              <a:buFont typeface="Wingdings" panose="05000000000000000000" pitchFamily="2" charset="2"/>
              <a:buChar char="§"/>
              <a:defRPr sz="2000"/>
            </a:lvl8pPr>
            <a:lvl9pPr marL="804672" indent="-342900">
              <a:buSzPct val="75000"/>
              <a:buFont typeface="Wingdings" panose="05000000000000000000" pitchFamily="2" charset="2"/>
              <a:buChar char="§"/>
              <a:defRPr sz="2000"/>
            </a:lvl9pPr>
          </a:lstStyle>
          <a:p>
            <a:pPr lvl="0"/>
            <a:r>
              <a:rPr lang="en-US"/>
              <a:t>Select to add speaking point</a:t>
            </a:r>
          </a:p>
          <a:p>
            <a:pPr lvl="1"/>
            <a:r>
              <a:rPr lang="en-US"/>
              <a:t>Second level</a:t>
            </a:r>
            <a:endParaRPr lang="en-US" dirty="0"/>
          </a:p>
        </p:txBody>
      </p:sp>
      <p:sp>
        <p:nvSpPr>
          <p:cNvPr id="65" name="Text Placeholder 64">
            <a:extLst>
              <a:ext uri="{FF2B5EF4-FFF2-40B4-BE49-F238E27FC236}">
                <a16:creationId xmlns:a16="http://schemas.microsoft.com/office/drawing/2014/main" id="{E329D4F4-97B4-496E-99FD-5E7ABAC48931}"/>
              </a:ext>
            </a:extLst>
          </p:cNvPr>
          <p:cNvSpPr>
            <a:spLocks noGrp="1"/>
          </p:cNvSpPr>
          <p:nvPr>
            <p:ph type="body" sz="quarter" idx="13" hasCustomPrompt="1"/>
          </p:nvPr>
        </p:nvSpPr>
        <p:spPr>
          <a:xfrm>
            <a:off x="2476500" y="3517029"/>
            <a:ext cx="9051924" cy="1126423"/>
          </a:xfrm>
        </p:spPr>
        <p:txBody>
          <a:bodyPr anchor="t" anchorCtr="0"/>
          <a:lstStyle>
            <a:lvl1pPr marL="0" indent="0">
              <a:buNone/>
              <a:defRPr sz="2800"/>
            </a:lvl1pPr>
            <a:lvl2pPr marL="804672" indent="-344488">
              <a:buSzPct val="80000"/>
              <a:buFont typeface="Wingdings" panose="05000000000000000000" pitchFamily="2" charset="2"/>
              <a:buChar char="§"/>
              <a:defRPr sz="2400"/>
            </a:lvl2pPr>
            <a:lvl3pPr marL="804672" indent="-344488">
              <a:buSzPct val="80000"/>
              <a:buFont typeface="Wingdings" panose="05000000000000000000" pitchFamily="2" charset="2"/>
              <a:buChar char="§"/>
              <a:defRPr sz="2000"/>
            </a:lvl3pPr>
            <a:lvl4pPr marL="804672" indent="-344488">
              <a:buSzPct val="80000"/>
              <a:buFont typeface="Wingdings" panose="05000000000000000000" pitchFamily="2" charset="2"/>
              <a:buChar char="§"/>
              <a:defRPr sz="2000"/>
            </a:lvl4pPr>
            <a:lvl5pPr marL="804672" indent="-344488">
              <a:buSzPct val="80000"/>
              <a:buFont typeface="Wingdings" panose="05000000000000000000" pitchFamily="2" charset="2"/>
              <a:buChar char="§"/>
              <a:defRPr sz="2000"/>
            </a:lvl5pPr>
            <a:lvl6pPr marL="804672" indent="-344488">
              <a:buSzPct val="80000"/>
              <a:buFont typeface="Wingdings" panose="05000000000000000000" pitchFamily="2" charset="2"/>
              <a:buChar char="§"/>
              <a:defRPr sz="2000"/>
            </a:lvl6pPr>
            <a:lvl7pPr marL="804672" indent="-344488">
              <a:buSzPct val="80000"/>
              <a:buFont typeface="Wingdings" panose="05000000000000000000" pitchFamily="2" charset="2"/>
              <a:buChar char="§"/>
              <a:defRPr sz="2000"/>
            </a:lvl7pPr>
            <a:lvl8pPr marL="804672" indent="-344488">
              <a:buSzPct val="80000"/>
              <a:buFont typeface="Wingdings" panose="05000000000000000000" pitchFamily="2" charset="2"/>
              <a:buChar char="§"/>
              <a:defRPr sz="2000"/>
            </a:lvl8pPr>
            <a:lvl9pPr marL="804672" indent="-344488">
              <a:buSzPct val="80000"/>
              <a:buFont typeface="Wingdings" panose="05000000000000000000" pitchFamily="2" charset="2"/>
              <a:buChar char="§"/>
              <a:defRPr sz="2000"/>
            </a:lvl9pPr>
          </a:lstStyle>
          <a:p>
            <a:pPr lvl="0"/>
            <a:r>
              <a:rPr lang="en-US"/>
              <a:t>Select to add speaking point</a:t>
            </a:r>
            <a:endParaRPr lang="en-US" dirty="0"/>
          </a:p>
          <a:p>
            <a:pPr lvl="1"/>
            <a:r>
              <a:rPr lang="en-US"/>
              <a:t>Second level</a:t>
            </a:r>
            <a:endParaRPr lang="en-US" dirty="0"/>
          </a:p>
        </p:txBody>
      </p:sp>
      <p:sp>
        <p:nvSpPr>
          <p:cNvPr id="21" name="Text Placeholder 20">
            <a:extLst>
              <a:ext uri="{FF2B5EF4-FFF2-40B4-BE49-F238E27FC236}">
                <a16:creationId xmlns:a16="http://schemas.microsoft.com/office/drawing/2014/main" id="{A602D427-C15E-45BF-A8DC-ADC4E8131A3B}"/>
              </a:ext>
            </a:extLst>
          </p:cNvPr>
          <p:cNvSpPr>
            <a:spLocks noGrp="1"/>
          </p:cNvSpPr>
          <p:nvPr>
            <p:ph type="body" sz="quarter" idx="11" hasCustomPrompt="1"/>
          </p:nvPr>
        </p:nvSpPr>
        <p:spPr>
          <a:xfrm>
            <a:off x="2476500" y="1950181"/>
            <a:ext cx="9051924" cy="1126423"/>
          </a:xfrm>
        </p:spPr>
        <p:txBody>
          <a:bodyPr anchor="t" anchorCtr="0"/>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0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461963" indent="-342900">
              <a:buSzPct val="80000"/>
              <a:buFont typeface="Wingdings" panose="05000000000000000000" pitchFamily="2" charset="2"/>
              <a:buChar char="§"/>
              <a:defRPr sz="2400"/>
            </a:lvl8pPr>
            <a:lvl9pPr marL="804672" indent="-347472">
              <a:buSzPct val="75000"/>
              <a:buFont typeface="Wingdings" panose="05000000000000000000" pitchFamily="2" charset="2"/>
              <a:buChar char="§"/>
              <a:defRPr sz="2000"/>
            </a:lvl9pPr>
          </a:lstStyle>
          <a:p>
            <a:pPr lvl="0"/>
            <a:r>
              <a:rPr lang="en-US" dirty="0"/>
              <a:t>Select to add speaking point</a:t>
            </a:r>
          </a:p>
          <a:p>
            <a:pPr lvl="1"/>
            <a:r>
              <a:rPr lang="en-US" dirty="0"/>
              <a:t>Second level</a:t>
            </a:r>
          </a:p>
        </p:txBody>
      </p:sp>
      <p:sp>
        <p:nvSpPr>
          <p:cNvPr id="9" name="Picture Placeholder 8">
            <a:extLst>
              <a:ext uri="{FF2B5EF4-FFF2-40B4-BE49-F238E27FC236}">
                <a16:creationId xmlns:a16="http://schemas.microsoft.com/office/drawing/2014/main" id="{DA53AE2D-CBC2-4ED6-B42D-578A1B0BADD0}"/>
              </a:ext>
            </a:extLst>
          </p:cNvPr>
          <p:cNvSpPr>
            <a:spLocks noGrp="1"/>
          </p:cNvSpPr>
          <p:nvPr>
            <p:ph type="pic" sz="quarter" idx="18" hasCustomPrompt="1"/>
          </p:nvPr>
        </p:nvSpPr>
        <p:spPr>
          <a:xfrm>
            <a:off x="660400" y="4989200"/>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6" name="Picture Placeholder 5">
            <a:extLst>
              <a:ext uri="{FF2B5EF4-FFF2-40B4-BE49-F238E27FC236}">
                <a16:creationId xmlns:a16="http://schemas.microsoft.com/office/drawing/2014/main" id="{D32345A7-E4EF-48A8-B50C-8083E3F745C7}"/>
              </a:ext>
            </a:extLst>
          </p:cNvPr>
          <p:cNvSpPr>
            <a:spLocks noGrp="1"/>
          </p:cNvSpPr>
          <p:nvPr>
            <p:ph type="pic" sz="quarter" idx="17" hasCustomPrompt="1"/>
          </p:nvPr>
        </p:nvSpPr>
        <p:spPr>
          <a:xfrm>
            <a:off x="660400" y="3422352"/>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4" name="Picture Placeholder 3">
            <a:extLst>
              <a:ext uri="{FF2B5EF4-FFF2-40B4-BE49-F238E27FC236}">
                <a16:creationId xmlns:a16="http://schemas.microsoft.com/office/drawing/2014/main" id="{C1BD3E33-5AB0-4C7D-9184-017D1A173F07}"/>
              </a:ext>
            </a:extLst>
          </p:cNvPr>
          <p:cNvSpPr>
            <a:spLocks noGrp="1"/>
          </p:cNvSpPr>
          <p:nvPr>
            <p:ph type="pic" sz="quarter" idx="16" hasCustomPrompt="1"/>
          </p:nvPr>
        </p:nvSpPr>
        <p:spPr>
          <a:xfrm>
            <a:off x="660401" y="1855504"/>
            <a:ext cx="1564908" cy="1315777"/>
          </a:xfrm>
        </p:spPr>
        <p:txBody>
          <a:bodyPr tIns="0" anchor="t" anchorCtr="1"/>
          <a:lstStyle>
            <a:lvl1pPr marL="0" indent="0" algn="ctr">
              <a:spcAft>
                <a:spcPts val="600"/>
              </a:spcAft>
              <a:buNone/>
              <a:defRPr sz="2600">
                <a:solidFill>
                  <a:schemeClr val="tx1"/>
                </a:solidFill>
              </a:defRPr>
            </a:lvl1pPr>
          </a:lstStyle>
          <a:p>
            <a:r>
              <a:rPr lang="en-US" dirty="0"/>
              <a:t>Pictogram</a:t>
            </a:r>
          </a:p>
        </p:txBody>
      </p:sp>
      <p:sp>
        <p:nvSpPr>
          <p:cNvPr id="2" name="Title 1">
            <a:extLst>
              <a:ext uri="{FF2B5EF4-FFF2-40B4-BE49-F238E27FC236}">
                <a16:creationId xmlns:a16="http://schemas.microsoft.com/office/drawing/2014/main" id="{0C9608C6-0535-48D8-9148-6CA42C05733A}"/>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35076283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Multiple Topics (Pictures Lef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7251F94-A477-4A7F-A8E9-12430E7D6436}"/>
              </a:ext>
            </a:extLst>
          </p:cNvPr>
          <p:cNvSpPr>
            <a:spLocks noGrp="1"/>
          </p:cNvSpPr>
          <p:nvPr>
            <p:ph type="body" sz="quarter" idx="23" hasCustomPrompt="1"/>
          </p:nvPr>
        </p:nvSpPr>
        <p:spPr>
          <a:xfrm>
            <a:off x="8152179" y="5054401"/>
            <a:ext cx="3016249" cy="1126423"/>
          </a:xfrm>
        </p:spPr>
        <p:txBody>
          <a:bodyPr/>
          <a:lstStyle>
            <a:lvl1pPr marL="0" indent="0">
              <a:buNone/>
              <a:defRPr/>
            </a:lvl1pPr>
          </a:lstStyle>
          <a:p>
            <a:pPr lvl="0"/>
            <a:r>
              <a:rPr lang="en-US"/>
              <a:t>Select to add point</a:t>
            </a:r>
          </a:p>
        </p:txBody>
      </p:sp>
      <p:sp>
        <p:nvSpPr>
          <p:cNvPr id="40" name="Text Placeholder 39">
            <a:extLst>
              <a:ext uri="{FF2B5EF4-FFF2-40B4-BE49-F238E27FC236}">
                <a16:creationId xmlns:a16="http://schemas.microsoft.com/office/drawing/2014/main" id="{6E687658-1F86-4DD8-8F95-4EE7AC66CD3D}"/>
              </a:ext>
            </a:extLst>
          </p:cNvPr>
          <p:cNvSpPr>
            <a:spLocks noGrp="1"/>
          </p:cNvSpPr>
          <p:nvPr>
            <p:ph type="body" sz="quarter" idx="17" hasCustomPrompt="1"/>
          </p:nvPr>
        </p:nvSpPr>
        <p:spPr>
          <a:xfrm>
            <a:off x="8149005" y="3517029"/>
            <a:ext cx="3016249" cy="1126423"/>
          </a:xfrm>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35" name="Text Placeholder 34">
            <a:extLst>
              <a:ext uri="{FF2B5EF4-FFF2-40B4-BE49-F238E27FC236}">
                <a16:creationId xmlns:a16="http://schemas.microsoft.com/office/drawing/2014/main" id="{8B9AE87B-FDCA-4B7D-9663-6DE2514BCBFD}"/>
              </a:ext>
            </a:extLst>
          </p:cNvPr>
          <p:cNvSpPr>
            <a:spLocks noGrp="1"/>
          </p:cNvSpPr>
          <p:nvPr>
            <p:ph type="body" sz="quarter" idx="15" hasCustomPrompt="1"/>
          </p:nvPr>
        </p:nvSpPr>
        <p:spPr>
          <a:xfrm>
            <a:off x="8149005" y="1950182"/>
            <a:ext cx="3016249" cy="1126423"/>
          </a:xfrm>
          <a:noFill/>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5" name="Text Placeholder 4">
            <a:extLst>
              <a:ext uri="{FF2B5EF4-FFF2-40B4-BE49-F238E27FC236}">
                <a16:creationId xmlns:a16="http://schemas.microsoft.com/office/drawing/2014/main" id="{B88F13BF-2FCE-4A25-B594-ACE8327EC288}"/>
              </a:ext>
            </a:extLst>
          </p:cNvPr>
          <p:cNvSpPr>
            <a:spLocks noGrp="1"/>
          </p:cNvSpPr>
          <p:nvPr>
            <p:ph type="body" sz="quarter" idx="22" hasCustomPrompt="1"/>
          </p:nvPr>
        </p:nvSpPr>
        <p:spPr>
          <a:xfrm>
            <a:off x="2476501" y="5083877"/>
            <a:ext cx="3016249" cy="1126423"/>
          </a:xfrm>
        </p:spPr>
        <p:txBody>
          <a:bodyPr/>
          <a:lstStyle>
            <a:lvl1pPr marL="0" indent="0">
              <a:buNone/>
              <a:defRPr/>
            </a:lvl1pPr>
            <a:lvl5pPr>
              <a:defRPr/>
            </a:lvl5pPr>
          </a:lstStyle>
          <a:p>
            <a:pPr lvl="0"/>
            <a:r>
              <a:rPr lang="en-US"/>
              <a:t>Select to add point</a:t>
            </a:r>
          </a:p>
        </p:txBody>
      </p:sp>
      <p:sp>
        <p:nvSpPr>
          <p:cNvPr id="25" name="Text Placeholder 24">
            <a:extLst>
              <a:ext uri="{FF2B5EF4-FFF2-40B4-BE49-F238E27FC236}">
                <a16:creationId xmlns:a16="http://schemas.microsoft.com/office/drawing/2014/main" id="{B1707D4C-E1A6-4880-98D2-6F492C72FCF4}"/>
              </a:ext>
            </a:extLst>
          </p:cNvPr>
          <p:cNvSpPr>
            <a:spLocks noGrp="1"/>
          </p:cNvSpPr>
          <p:nvPr>
            <p:ph type="body" sz="quarter" idx="13" hasCustomPrompt="1"/>
          </p:nvPr>
        </p:nvSpPr>
        <p:spPr>
          <a:xfrm>
            <a:off x="2476501" y="3517029"/>
            <a:ext cx="3016249" cy="1126423"/>
          </a:xfrm>
        </p:spPr>
        <p:txBody>
          <a:bodyPr/>
          <a:lstStyle>
            <a:lvl1pPr marL="0" indent="0">
              <a:buFontTx/>
              <a:buNone/>
              <a:defRPr sz="2800"/>
            </a:lvl1pPr>
            <a:lvl2pPr marL="914400" indent="-457200">
              <a:buSzPct val="75000"/>
              <a:buFont typeface="Wingdings" panose="05000000000000000000" pitchFamily="2" charset="2"/>
              <a:buChar char="§"/>
              <a:defRPr sz="2400"/>
            </a:lvl2pPr>
            <a:lvl3pPr marL="0" indent="0">
              <a:buFontTx/>
              <a:buNone/>
              <a:defRPr sz="2800"/>
            </a:lvl3pPr>
            <a:lvl4pPr marL="0" indent="0">
              <a:buFontTx/>
              <a:buNone/>
              <a:defRPr sz="2800"/>
            </a:lvl4pPr>
            <a:lvl5pPr marL="0" indent="0">
              <a:buFontTx/>
              <a:buNone/>
              <a:defRPr sz="2800"/>
            </a:lvl5pPr>
            <a:lvl6pPr marL="0" indent="0">
              <a:buFontTx/>
              <a:buNone/>
              <a:defRPr sz="2800"/>
            </a:lvl6pPr>
            <a:lvl7pPr marL="0" indent="0">
              <a:buFontTx/>
              <a:buNone/>
              <a:defRPr sz="2800"/>
            </a:lvl7pPr>
            <a:lvl8pPr marL="0" indent="0">
              <a:buFontTx/>
              <a:buNone/>
              <a:defRPr sz="2800"/>
            </a:lvl8pPr>
            <a:lvl9pPr marL="0" indent="0">
              <a:buFontTx/>
              <a:buNone/>
              <a:defRPr sz="2800"/>
            </a:lvl9pPr>
          </a:lstStyle>
          <a:p>
            <a:pPr lvl="0"/>
            <a:r>
              <a:rPr lang="en-US" dirty="0"/>
              <a:t>Select to add point</a:t>
            </a:r>
          </a:p>
        </p:txBody>
      </p:sp>
      <p:sp>
        <p:nvSpPr>
          <p:cNvPr id="21" name="Text Placeholder 20">
            <a:extLst>
              <a:ext uri="{FF2B5EF4-FFF2-40B4-BE49-F238E27FC236}">
                <a16:creationId xmlns:a16="http://schemas.microsoft.com/office/drawing/2014/main" id="{F6051438-BC6B-4047-888D-0ECCFB5BF675}"/>
              </a:ext>
            </a:extLst>
          </p:cNvPr>
          <p:cNvSpPr>
            <a:spLocks noGrp="1"/>
          </p:cNvSpPr>
          <p:nvPr>
            <p:ph type="body" sz="quarter" idx="11" hasCustomPrompt="1"/>
          </p:nvPr>
        </p:nvSpPr>
        <p:spPr>
          <a:xfrm>
            <a:off x="2476501" y="1950182"/>
            <a:ext cx="3016249" cy="1126423"/>
          </a:xfrm>
        </p:spPr>
        <p:txBody>
          <a:bodyPr/>
          <a:lstStyle>
            <a:lvl1pPr marL="0" indent="0">
              <a:buNone/>
              <a:defRPr sz="2800"/>
            </a:lvl1pPr>
            <a:lvl2pPr marL="804672" indent="-347472">
              <a:buSzPct val="75000"/>
              <a:buFont typeface="Wingdings" panose="05000000000000000000" pitchFamily="2" charset="2"/>
              <a:buChar char="§"/>
              <a:defRPr sz="24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add point</a:t>
            </a:r>
          </a:p>
        </p:txBody>
      </p:sp>
      <p:sp>
        <p:nvSpPr>
          <p:cNvPr id="16" name="Picture Placeholder 15">
            <a:extLst>
              <a:ext uri="{FF2B5EF4-FFF2-40B4-BE49-F238E27FC236}">
                <a16:creationId xmlns:a16="http://schemas.microsoft.com/office/drawing/2014/main" id="{B61DB3B0-493C-4B2F-963A-83267D37C471}"/>
              </a:ext>
            </a:extLst>
          </p:cNvPr>
          <p:cNvSpPr>
            <a:spLocks noGrp="1"/>
          </p:cNvSpPr>
          <p:nvPr>
            <p:ph type="pic" sz="quarter" idx="25" hasCustomPrompt="1"/>
          </p:nvPr>
        </p:nvSpPr>
        <p:spPr>
          <a:xfrm>
            <a:off x="6336080" y="4989200"/>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1" name="Picture Placeholder 10">
            <a:extLst>
              <a:ext uri="{FF2B5EF4-FFF2-40B4-BE49-F238E27FC236}">
                <a16:creationId xmlns:a16="http://schemas.microsoft.com/office/drawing/2014/main" id="{183A8FF5-1F8C-46FD-A4E9-0FDB19FBEEBE}"/>
              </a:ext>
            </a:extLst>
          </p:cNvPr>
          <p:cNvSpPr>
            <a:spLocks noGrp="1"/>
          </p:cNvSpPr>
          <p:nvPr>
            <p:ph type="pic" sz="quarter" idx="21" hasCustomPrompt="1"/>
          </p:nvPr>
        </p:nvSpPr>
        <p:spPr>
          <a:xfrm>
            <a:off x="6336080" y="3422352"/>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9" name="Picture Placeholder 8">
            <a:extLst>
              <a:ext uri="{FF2B5EF4-FFF2-40B4-BE49-F238E27FC236}">
                <a16:creationId xmlns:a16="http://schemas.microsoft.com/office/drawing/2014/main" id="{0F2CB9ED-E5FA-46A4-880B-2B2CAC7D5DAB}"/>
              </a:ext>
            </a:extLst>
          </p:cNvPr>
          <p:cNvSpPr>
            <a:spLocks noGrp="1"/>
          </p:cNvSpPr>
          <p:nvPr>
            <p:ph type="pic" sz="quarter" idx="20" hasCustomPrompt="1"/>
          </p:nvPr>
        </p:nvSpPr>
        <p:spPr>
          <a:xfrm>
            <a:off x="6336080"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4" name="Picture Placeholder 13">
            <a:extLst>
              <a:ext uri="{FF2B5EF4-FFF2-40B4-BE49-F238E27FC236}">
                <a16:creationId xmlns:a16="http://schemas.microsoft.com/office/drawing/2014/main" id="{4BE9F953-52AE-4C74-A92B-483A1AA7BD66}"/>
              </a:ext>
            </a:extLst>
          </p:cNvPr>
          <p:cNvSpPr>
            <a:spLocks noGrp="1"/>
          </p:cNvSpPr>
          <p:nvPr>
            <p:ph type="pic" sz="quarter" idx="24" hasCustomPrompt="1"/>
          </p:nvPr>
        </p:nvSpPr>
        <p:spPr>
          <a:xfrm>
            <a:off x="660400" y="4989200"/>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6" name="Picture Placeholder 5">
            <a:extLst>
              <a:ext uri="{FF2B5EF4-FFF2-40B4-BE49-F238E27FC236}">
                <a16:creationId xmlns:a16="http://schemas.microsoft.com/office/drawing/2014/main" id="{5E995D1B-BEA4-4D50-B177-C6E7CE2849C8}"/>
              </a:ext>
            </a:extLst>
          </p:cNvPr>
          <p:cNvSpPr>
            <a:spLocks noGrp="1"/>
          </p:cNvSpPr>
          <p:nvPr>
            <p:ph type="pic" sz="quarter" idx="19" hasCustomPrompt="1"/>
          </p:nvPr>
        </p:nvSpPr>
        <p:spPr>
          <a:xfrm>
            <a:off x="660400" y="3422352"/>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4" name="Picture Placeholder 3">
            <a:extLst>
              <a:ext uri="{FF2B5EF4-FFF2-40B4-BE49-F238E27FC236}">
                <a16:creationId xmlns:a16="http://schemas.microsoft.com/office/drawing/2014/main" id="{7DC9202D-F483-41CD-BAB1-F9C95A6F10A2}"/>
              </a:ext>
            </a:extLst>
          </p:cNvPr>
          <p:cNvSpPr>
            <a:spLocks noGrp="1"/>
          </p:cNvSpPr>
          <p:nvPr>
            <p:ph type="pic" sz="quarter" idx="18" hasCustomPrompt="1"/>
          </p:nvPr>
        </p:nvSpPr>
        <p:spPr>
          <a:xfrm>
            <a:off x="660401"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2" name="Title 1">
            <a:extLst>
              <a:ext uri="{FF2B5EF4-FFF2-40B4-BE49-F238E27FC236}">
                <a16:creationId xmlns:a16="http://schemas.microsoft.com/office/drawing/2014/main" id="{621FE695-6F80-4FE8-B5B5-DB575E1BF10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547828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Topics (Pictures)">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E794181F-19F2-4697-992D-0B7AC6031A17}"/>
              </a:ext>
            </a:extLst>
          </p:cNvPr>
          <p:cNvSpPr>
            <a:spLocks noGrp="1"/>
          </p:cNvSpPr>
          <p:nvPr>
            <p:ph type="pic" sz="quarter" idx="17" hasCustomPrompt="1"/>
          </p:nvPr>
        </p:nvSpPr>
        <p:spPr>
          <a:xfrm>
            <a:off x="912813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3" name="Picture Placeholder 12">
            <a:extLst>
              <a:ext uri="{FF2B5EF4-FFF2-40B4-BE49-F238E27FC236}">
                <a16:creationId xmlns:a16="http://schemas.microsoft.com/office/drawing/2014/main" id="{21F86925-B39E-46B2-A855-8A5AABC091DF}"/>
              </a:ext>
            </a:extLst>
          </p:cNvPr>
          <p:cNvSpPr>
            <a:spLocks noGrp="1"/>
          </p:cNvSpPr>
          <p:nvPr>
            <p:ph type="pic" sz="quarter" idx="13" hasCustomPrompt="1"/>
          </p:nvPr>
        </p:nvSpPr>
        <p:spPr>
          <a:xfrm>
            <a:off x="630907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7" name="Picture Placeholder 16">
            <a:extLst>
              <a:ext uri="{FF2B5EF4-FFF2-40B4-BE49-F238E27FC236}">
                <a16:creationId xmlns:a16="http://schemas.microsoft.com/office/drawing/2014/main" id="{828167F2-26F4-4544-AF05-20870B0DDDA6}"/>
              </a:ext>
            </a:extLst>
          </p:cNvPr>
          <p:cNvSpPr>
            <a:spLocks noGrp="1"/>
          </p:cNvSpPr>
          <p:nvPr>
            <p:ph type="pic" sz="quarter" idx="15" hasCustomPrompt="1"/>
          </p:nvPr>
        </p:nvSpPr>
        <p:spPr>
          <a:xfrm>
            <a:off x="3490019"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7" name="Picture Placeholder 6">
            <a:extLst>
              <a:ext uri="{FF2B5EF4-FFF2-40B4-BE49-F238E27FC236}">
                <a16:creationId xmlns:a16="http://schemas.microsoft.com/office/drawing/2014/main" id="{D0CC339A-1641-4F68-8935-29626B17E5A6}"/>
              </a:ext>
            </a:extLst>
          </p:cNvPr>
          <p:cNvSpPr>
            <a:spLocks noGrp="1"/>
          </p:cNvSpPr>
          <p:nvPr>
            <p:ph type="pic" sz="quarter" idx="10" hasCustomPrompt="1"/>
          </p:nvPr>
        </p:nvSpPr>
        <p:spPr>
          <a:xfrm>
            <a:off x="670960"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2" name="Title 1">
            <a:extLst>
              <a:ext uri="{FF2B5EF4-FFF2-40B4-BE49-F238E27FC236}">
                <a16:creationId xmlns:a16="http://schemas.microsoft.com/office/drawing/2014/main" id="{7B00C295-535D-4A13-BCCD-15366C08BB4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23" name="Text Placeholder 22">
            <a:extLst>
              <a:ext uri="{FF2B5EF4-FFF2-40B4-BE49-F238E27FC236}">
                <a16:creationId xmlns:a16="http://schemas.microsoft.com/office/drawing/2014/main" id="{E5147A78-3D5C-4A31-9209-9F24BB8AB9BE}"/>
              </a:ext>
            </a:extLst>
          </p:cNvPr>
          <p:cNvSpPr>
            <a:spLocks noGrp="1"/>
          </p:cNvSpPr>
          <p:nvPr>
            <p:ph type="body" sz="quarter" idx="18" hasCustomPrompt="1"/>
          </p:nvPr>
        </p:nvSpPr>
        <p:spPr>
          <a:xfrm>
            <a:off x="9124963"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5" name="Text Placeholder 14">
            <a:extLst>
              <a:ext uri="{FF2B5EF4-FFF2-40B4-BE49-F238E27FC236}">
                <a16:creationId xmlns:a16="http://schemas.microsoft.com/office/drawing/2014/main" id="{E56AE88F-3B02-445B-96DA-785C09D9100B}"/>
              </a:ext>
            </a:extLst>
          </p:cNvPr>
          <p:cNvSpPr>
            <a:spLocks noGrp="1"/>
          </p:cNvSpPr>
          <p:nvPr>
            <p:ph type="body" sz="quarter" idx="14" hasCustomPrompt="1"/>
          </p:nvPr>
        </p:nvSpPr>
        <p:spPr>
          <a:xfrm>
            <a:off x="630344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a:t>Add text label</a:t>
            </a:r>
            <a:endParaRPr lang="en-US" dirty="0"/>
          </a:p>
        </p:txBody>
      </p:sp>
      <p:sp>
        <p:nvSpPr>
          <p:cNvPr id="19" name="Text Placeholder 18">
            <a:extLst>
              <a:ext uri="{FF2B5EF4-FFF2-40B4-BE49-F238E27FC236}">
                <a16:creationId xmlns:a16="http://schemas.microsoft.com/office/drawing/2014/main" id="{12C96810-E866-4C7F-96C8-68F7A2CD5EE7}"/>
              </a:ext>
            </a:extLst>
          </p:cNvPr>
          <p:cNvSpPr>
            <a:spLocks noGrp="1"/>
          </p:cNvSpPr>
          <p:nvPr>
            <p:ph type="body" sz="quarter" idx="16" hasCustomPrompt="1"/>
          </p:nvPr>
        </p:nvSpPr>
        <p:spPr>
          <a:xfrm>
            <a:off x="348192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1" name="Text Placeholder 10">
            <a:extLst>
              <a:ext uri="{FF2B5EF4-FFF2-40B4-BE49-F238E27FC236}">
                <a16:creationId xmlns:a16="http://schemas.microsoft.com/office/drawing/2014/main" id="{DA8295CB-7CF1-47CA-8C74-93AD435562C6}"/>
              </a:ext>
            </a:extLst>
          </p:cNvPr>
          <p:cNvSpPr>
            <a:spLocks noGrp="1"/>
          </p:cNvSpPr>
          <p:nvPr>
            <p:ph type="body" sz="quarter" idx="12" hasCustomPrompt="1"/>
          </p:nvPr>
        </p:nvSpPr>
        <p:spPr>
          <a:xfrm>
            <a:off x="66040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Tree>
    <p:extLst>
      <p:ext uri="{BB962C8B-B14F-4D97-AF65-F5344CB8AC3E}">
        <p14:creationId xmlns:p14="http://schemas.microsoft.com/office/powerpoint/2010/main" val="11624384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ix Picture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6270AE05-B216-EF63-3175-66D20740F166}"/>
              </a:ext>
            </a:extLst>
          </p:cNvPr>
          <p:cNvSpPr>
            <a:spLocks noGrp="1"/>
          </p:cNvSpPr>
          <p:nvPr>
            <p:ph type="pic" sz="quarter" idx="15" hasCustomPrompt="1"/>
          </p:nvPr>
        </p:nvSpPr>
        <p:spPr>
          <a:xfrm>
            <a:off x="8261969" y="3532173"/>
            <a:ext cx="3930031" cy="3325827"/>
          </a:xfrm>
          <a:solidFill>
            <a:srgbClr val="C3D1DD"/>
          </a:solidFill>
        </p:spPr>
        <p:txBody>
          <a:bodyPr tIns="640080"/>
          <a:lstStyle>
            <a:lvl1pPr marL="0" indent="0" algn="ctr">
              <a:buNone/>
              <a:defRPr/>
            </a:lvl1pPr>
          </a:lstStyle>
          <a:p>
            <a:r>
              <a:rPr lang="en-US" dirty="0"/>
              <a:t>Select to add photo</a:t>
            </a:r>
          </a:p>
        </p:txBody>
      </p:sp>
      <p:sp>
        <p:nvSpPr>
          <p:cNvPr id="13" name="Picture Placeholder 12">
            <a:extLst>
              <a:ext uri="{FF2B5EF4-FFF2-40B4-BE49-F238E27FC236}">
                <a16:creationId xmlns:a16="http://schemas.microsoft.com/office/drawing/2014/main" id="{2200FB55-23EE-1AB9-A542-D0CDB65DF653}"/>
              </a:ext>
            </a:extLst>
          </p:cNvPr>
          <p:cNvSpPr>
            <a:spLocks noGrp="1"/>
          </p:cNvSpPr>
          <p:nvPr>
            <p:ph type="pic" sz="quarter" idx="13" hasCustomPrompt="1"/>
          </p:nvPr>
        </p:nvSpPr>
        <p:spPr>
          <a:xfrm>
            <a:off x="4102258" y="3532173"/>
            <a:ext cx="3989373" cy="3325827"/>
          </a:xfrm>
          <a:solidFill>
            <a:srgbClr val="C3D1DD"/>
          </a:solidFill>
        </p:spPr>
        <p:txBody>
          <a:bodyPr tIns="640080"/>
          <a:lstStyle>
            <a:lvl1pPr marL="0" indent="0" algn="ctr">
              <a:buNone/>
              <a:defRPr/>
            </a:lvl1pPr>
          </a:lstStyle>
          <a:p>
            <a:r>
              <a:rPr lang="en-US" dirty="0"/>
              <a:t>Select to add photo</a:t>
            </a:r>
          </a:p>
        </p:txBody>
      </p:sp>
      <p:sp>
        <p:nvSpPr>
          <p:cNvPr id="9" name="Picture Placeholder 8">
            <a:extLst>
              <a:ext uri="{FF2B5EF4-FFF2-40B4-BE49-F238E27FC236}">
                <a16:creationId xmlns:a16="http://schemas.microsoft.com/office/drawing/2014/main" id="{948101CA-7FE5-046D-302C-25FEFC9705E1}"/>
              </a:ext>
            </a:extLst>
          </p:cNvPr>
          <p:cNvSpPr>
            <a:spLocks noGrp="1"/>
          </p:cNvSpPr>
          <p:nvPr>
            <p:ph type="pic" sz="quarter" idx="11" hasCustomPrompt="1"/>
          </p:nvPr>
        </p:nvSpPr>
        <p:spPr>
          <a:xfrm>
            <a:off x="0" y="3532173"/>
            <a:ext cx="3931920" cy="3325827"/>
          </a:xfrm>
          <a:solidFill>
            <a:srgbClr val="C3D1DD"/>
          </a:solidFill>
        </p:spPr>
        <p:txBody>
          <a:bodyPr tIns="640080"/>
          <a:lstStyle>
            <a:lvl1pPr marL="0" indent="0" algn="ctr">
              <a:buNone/>
              <a:defRPr/>
            </a:lvl1pPr>
          </a:lstStyle>
          <a:p>
            <a:r>
              <a:rPr lang="en-US" dirty="0"/>
              <a:t>Select to add photo</a:t>
            </a:r>
          </a:p>
        </p:txBody>
      </p:sp>
      <p:sp>
        <p:nvSpPr>
          <p:cNvPr id="15" name="Picture Placeholder 14">
            <a:extLst>
              <a:ext uri="{FF2B5EF4-FFF2-40B4-BE49-F238E27FC236}">
                <a16:creationId xmlns:a16="http://schemas.microsoft.com/office/drawing/2014/main" id="{7DBF3653-919C-D813-853B-7D1254BE62FC}"/>
              </a:ext>
            </a:extLst>
          </p:cNvPr>
          <p:cNvSpPr>
            <a:spLocks noGrp="1"/>
          </p:cNvSpPr>
          <p:nvPr>
            <p:ph type="pic" sz="quarter" idx="14" hasCustomPrompt="1"/>
          </p:nvPr>
        </p:nvSpPr>
        <p:spPr>
          <a:xfrm>
            <a:off x="8261969" y="-1"/>
            <a:ext cx="3930031" cy="3325827"/>
          </a:xfrm>
          <a:solidFill>
            <a:srgbClr val="C3D1DD"/>
          </a:solidFill>
        </p:spPr>
        <p:txBody>
          <a:bodyPr tIns="640080"/>
          <a:lstStyle>
            <a:lvl1pPr marL="0" indent="0" algn="ctr">
              <a:buNone/>
              <a:defRPr/>
            </a:lvl1pPr>
          </a:lstStyle>
          <a:p>
            <a:r>
              <a:rPr lang="en-US" dirty="0"/>
              <a:t>Select to add photo</a:t>
            </a:r>
          </a:p>
        </p:txBody>
      </p:sp>
      <p:sp>
        <p:nvSpPr>
          <p:cNvPr id="11" name="Picture Placeholder 10">
            <a:extLst>
              <a:ext uri="{FF2B5EF4-FFF2-40B4-BE49-F238E27FC236}">
                <a16:creationId xmlns:a16="http://schemas.microsoft.com/office/drawing/2014/main" id="{84BC87EF-EF63-B180-79FB-D5AC6EFB9E38}"/>
              </a:ext>
            </a:extLst>
          </p:cNvPr>
          <p:cNvSpPr>
            <a:spLocks noGrp="1"/>
          </p:cNvSpPr>
          <p:nvPr>
            <p:ph type="pic" sz="quarter" idx="12" hasCustomPrompt="1"/>
          </p:nvPr>
        </p:nvSpPr>
        <p:spPr>
          <a:xfrm>
            <a:off x="4102258" y="-1"/>
            <a:ext cx="3989373" cy="3325827"/>
          </a:xfrm>
          <a:solidFill>
            <a:srgbClr val="C3D1DD"/>
          </a:solidFill>
        </p:spPr>
        <p:txBody>
          <a:bodyPr tIns="640080"/>
          <a:lstStyle>
            <a:lvl1pPr marL="0" indent="0" algn="ctr">
              <a:buNone/>
              <a:defRPr/>
            </a:lvl1pPr>
          </a:lstStyle>
          <a:p>
            <a:r>
              <a:rPr lang="en-US" dirty="0"/>
              <a:t>Select to add photo</a:t>
            </a:r>
          </a:p>
        </p:txBody>
      </p:sp>
      <p:sp>
        <p:nvSpPr>
          <p:cNvPr id="7" name="Picture Placeholder 6">
            <a:extLst>
              <a:ext uri="{FF2B5EF4-FFF2-40B4-BE49-F238E27FC236}">
                <a16:creationId xmlns:a16="http://schemas.microsoft.com/office/drawing/2014/main" id="{B27FCBC6-09BD-517D-449A-D69D61CE6EE2}"/>
              </a:ext>
            </a:extLst>
          </p:cNvPr>
          <p:cNvSpPr>
            <a:spLocks noGrp="1"/>
          </p:cNvSpPr>
          <p:nvPr>
            <p:ph type="pic" sz="quarter" idx="10" hasCustomPrompt="1"/>
          </p:nvPr>
        </p:nvSpPr>
        <p:spPr>
          <a:xfrm>
            <a:off x="0" y="-1"/>
            <a:ext cx="3931920" cy="3325827"/>
          </a:xfrm>
          <a:solidFill>
            <a:srgbClr val="C3D1DD"/>
          </a:solidFill>
        </p:spPr>
        <p:txBody>
          <a:bodyPr tIns="640080"/>
          <a:lstStyle>
            <a:lvl1pPr marL="0" indent="0" algn="ctr">
              <a:buNone/>
              <a:defRPr/>
            </a:lvl1pPr>
          </a:lstStyle>
          <a:p>
            <a:r>
              <a:rPr lang="en-US" dirty="0"/>
              <a:t>Select to add photo</a:t>
            </a:r>
          </a:p>
        </p:txBody>
      </p:sp>
    </p:spTree>
    <p:extLst>
      <p:ext uri="{BB962C8B-B14F-4D97-AF65-F5344CB8AC3E}">
        <p14:creationId xmlns:p14="http://schemas.microsoft.com/office/powerpoint/2010/main" val="34438215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   ___   ">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155437F-C4E0-43CA-A32C-B4CEB29DFD30}"/>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SPECIAL CONTENT</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19531688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 Topic">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DB866CBF-B47A-4A7C-9175-B33F2B638FC7}"/>
              </a:ext>
            </a:extLst>
          </p:cNvPr>
          <p:cNvSpPr>
            <a:spLocks noGrp="1"/>
          </p:cNvSpPr>
          <p:nvPr>
            <p:ph type="body" sz="quarter" idx="10" hasCustomPrompt="1"/>
          </p:nvPr>
        </p:nvSpPr>
        <p:spPr>
          <a:xfrm>
            <a:off x="660400" y="647700"/>
            <a:ext cx="9055100"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SELECT TO ADD TEXT</a:t>
            </a:r>
          </a:p>
        </p:txBody>
      </p:sp>
      <p:sp>
        <p:nvSpPr>
          <p:cNvPr id="2" name="Title 1">
            <a:extLst>
              <a:ext uri="{FF2B5EF4-FFF2-40B4-BE49-F238E27FC236}">
                <a16:creationId xmlns:a16="http://schemas.microsoft.com/office/drawing/2014/main" id="{A8A5D5DC-F314-4A45-8A35-7D19D3185AA7}"/>
              </a:ext>
            </a:extLst>
          </p:cNvPr>
          <p:cNvSpPr>
            <a:spLocks noGrp="1"/>
          </p:cNvSpPr>
          <p:nvPr>
            <p:ph type="title" hasCustomPrompt="1"/>
          </p:nvPr>
        </p:nvSpPr>
        <p:spPr>
          <a:xfrm>
            <a:off x="660401" y="2387600"/>
            <a:ext cx="9055099" cy="3822700"/>
          </a:xfrm>
        </p:spPr>
        <p:txBody>
          <a:bodyPr/>
          <a:lstStyle>
            <a:lvl1pPr>
              <a:spcAft>
                <a:spcPts val="2000"/>
              </a:spcAft>
              <a:defRPr sz="4000"/>
            </a:lvl1pPr>
          </a:lstStyle>
          <a:p>
            <a:r>
              <a:rPr lang="en-US"/>
              <a:t>Select to add main topic</a:t>
            </a:r>
          </a:p>
        </p:txBody>
      </p:sp>
    </p:spTree>
    <p:extLst>
      <p:ext uri="{BB962C8B-B14F-4D97-AF65-F5344CB8AC3E}">
        <p14:creationId xmlns:p14="http://schemas.microsoft.com/office/powerpoint/2010/main" val="19011391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ata Chart (Simple Topic)">
    <p:spTree>
      <p:nvGrpSpPr>
        <p:cNvPr id="1" name=""/>
        <p:cNvGrpSpPr/>
        <p:nvPr/>
      </p:nvGrpSpPr>
      <p:grpSpPr>
        <a:xfrm>
          <a:off x="0" y="0"/>
          <a:ext cx="0" cy="0"/>
          <a:chOff x="0" y="0"/>
          <a:chExt cx="0" cy="0"/>
        </a:xfrm>
      </p:grpSpPr>
      <p:sp>
        <p:nvSpPr>
          <p:cNvPr id="10" name="Chart Placeholder 9">
            <a:extLst>
              <a:ext uri="{FF2B5EF4-FFF2-40B4-BE49-F238E27FC236}">
                <a16:creationId xmlns:a16="http://schemas.microsoft.com/office/drawing/2014/main" id="{DDA7B0A7-E027-43D2-82F0-666D1ED40B8E}"/>
              </a:ext>
            </a:extLst>
          </p:cNvPr>
          <p:cNvSpPr>
            <a:spLocks noGrp="1"/>
          </p:cNvSpPr>
          <p:nvPr>
            <p:ph type="chart" sz="quarter" idx="11" hasCustomPrompt="1"/>
          </p:nvPr>
        </p:nvSpPr>
        <p:spPr>
          <a:xfrm>
            <a:off x="4562780" y="1343024"/>
            <a:ext cx="6360808" cy="4867275"/>
          </a:xfrm>
          <a:solidFill>
            <a:srgbClr val="C3D1DD"/>
          </a:solidFill>
        </p:spPr>
        <p:txBody>
          <a:bodyPr tIns="1298448"/>
          <a:lstStyle>
            <a:lvl1pPr algn="ctr">
              <a:buNone/>
              <a:defRPr/>
            </a:lvl1pPr>
          </a:lstStyle>
          <a:p>
            <a:r>
              <a:rPr lang="en-US" dirty="0"/>
              <a:t>Select icon below to insert chart</a:t>
            </a: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627439"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SELECT TO ADD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627437" cy="3822700"/>
          </a:xfrm>
        </p:spPr>
        <p:txBody>
          <a:bodyPr/>
          <a:lstStyle>
            <a:lvl1pPr>
              <a:defRPr sz="4000"/>
            </a:lvl1pPr>
          </a:lstStyle>
          <a:p>
            <a:r>
              <a:rPr lang="en-US"/>
              <a:t>Select to add main point of the chart</a:t>
            </a:r>
          </a:p>
        </p:txBody>
      </p:sp>
    </p:spTree>
    <p:extLst>
      <p:ext uri="{BB962C8B-B14F-4D97-AF65-F5344CB8AC3E}">
        <p14:creationId xmlns:p14="http://schemas.microsoft.com/office/powerpoint/2010/main" val="223866969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ata Chart (Conten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1E854BDA-6675-4516-A844-8E855A47A405}"/>
              </a:ext>
            </a:extLst>
          </p:cNvPr>
          <p:cNvSpPr>
            <a:spLocks noGrp="1"/>
          </p:cNvSpPr>
          <p:nvPr>
            <p:ph type="chart" sz="quarter" idx="11" hasCustomPrompt="1"/>
          </p:nvPr>
        </p:nvSpPr>
        <p:spPr>
          <a:xfrm>
            <a:off x="4562781" y="647700"/>
            <a:ext cx="6968816" cy="5562600"/>
          </a:xfrm>
          <a:solidFill>
            <a:srgbClr val="C3D1DD"/>
          </a:solidFill>
        </p:spPr>
        <p:txBody>
          <a:bodyPr tIns="1005840"/>
          <a:lstStyle>
            <a:lvl1pPr algn="ctr">
              <a:buNone/>
              <a:defRPr/>
            </a:lvl1pPr>
          </a:lstStyle>
          <a:p>
            <a:r>
              <a:rPr lang="en-US" dirty="0"/>
              <a:t>Select icon below to insert chart</a:t>
            </a:r>
          </a:p>
        </p:txBody>
      </p:sp>
      <p:sp>
        <p:nvSpPr>
          <p:cNvPr id="2" name="Title 1">
            <a:extLst>
              <a:ext uri="{FF2B5EF4-FFF2-40B4-BE49-F238E27FC236}">
                <a16:creationId xmlns:a16="http://schemas.microsoft.com/office/drawing/2014/main" id="{6BCF2268-BC88-466B-A7DC-70C6F533D2FA}"/>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8CCE9166-9190-48F9-AE60-F070BA88AA36}"/>
              </a:ext>
            </a:extLst>
          </p:cNvPr>
          <p:cNvSpPr>
            <a:spLocks noGrp="1"/>
          </p:cNvSpPr>
          <p:nvPr>
            <p:ph type="body" sz="quarter" idx="10"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22516204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Laptop Frame">
    <p:spTree>
      <p:nvGrpSpPr>
        <p:cNvPr id="1" name=""/>
        <p:cNvGrpSpPr/>
        <p:nvPr/>
      </p:nvGrpSpPr>
      <p:grpSpPr>
        <a:xfrm>
          <a:off x="0" y="0"/>
          <a:ext cx="0" cy="0"/>
          <a:chOff x="0" y="0"/>
          <a:chExt cx="0" cy="0"/>
        </a:xfrm>
      </p:grpSpPr>
      <p:pic>
        <p:nvPicPr>
          <p:cNvPr id="9" name="Laptop">
            <a:extLst>
              <a:ext uri="{FF2B5EF4-FFF2-40B4-BE49-F238E27FC236}">
                <a16:creationId xmlns:a16="http://schemas.microsoft.com/office/drawing/2014/main" id="{36D80C78-99CB-49C5-BA77-FBA1F9DCFB25}"/>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8"/>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2" y="582627"/>
            <a:ext cx="3627438" cy="1108061"/>
          </a:xfrm>
        </p:spPr>
        <p:txBody>
          <a:bodyPr/>
          <a:lstStyle>
            <a:lvl1pPr>
              <a:defRPr/>
            </a:lvl1pPr>
          </a:lstStyle>
          <a:p>
            <a:r>
              <a:rPr lang="en-US"/>
              <a:t>Slide title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0221441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Laptop Frame (Simple Topic)">
    <p:spTree>
      <p:nvGrpSpPr>
        <p:cNvPr id="1" name=""/>
        <p:cNvGrpSpPr/>
        <p:nvPr/>
      </p:nvGrpSpPr>
      <p:grpSpPr>
        <a:xfrm>
          <a:off x="0" y="0"/>
          <a:ext cx="0" cy="0"/>
          <a:chOff x="0" y="0"/>
          <a:chExt cx="0" cy="0"/>
        </a:xfrm>
      </p:grpSpPr>
      <p:pic>
        <p:nvPicPr>
          <p:cNvPr id="3" name="Laptop">
            <a:extLst>
              <a:ext uri="{FF2B5EF4-FFF2-40B4-BE49-F238E27FC236}">
                <a16:creationId xmlns:a16="http://schemas.microsoft.com/office/drawing/2014/main" id="{9AFCA700-248C-C8A7-D911-3179E9C1E873}"/>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9"/>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399" y="647700"/>
            <a:ext cx="3627439" cy="1392238"/>
          </a:xfrm>
        </p:spPr>
        <p:txBody>
          <a:bodyPr anchor="b" anchorCtr="0"/>
          <a:lstStyle>
            <a:lvl1pPr marL="0" indent="0">
              <a:buNone/>
              <a:defRPr sz="2400" cap="all" baseline="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stStyle>
          <a:p>
            <a:pPr lvl="0"/>
            <a:r>
              <a:rPr lang="en-US"/>
              <a:t>SELECT TO ADD TEXT</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1" y="2387600"/>
            <a:ext cx="3627437" cy="3822700"/>
          </a:xfrm>
        </p:spPr>
        <p:txBody>
          <a:bodyPr/>
          <a:lstStyle>
            <a:lvl1pPr>
              <a:defRPr/>
            </a:lvl1pPr>
          </a:lstStyle>
          <a:p>
            <a:r>
              <a:rPr lang="en-US" dirty="0"/>
              <a:t>Select to add main point of the slide</a:t>
            </a:r>
          </a:p>
        </p:txBody>
      </p:sp>
    </p:spTree>
    <p:extLst>
      <p:ext uri="{BB962C8B-B14F-4D97-AF65-F5344CB8AC3E}">
        <p14:creationId xmlns:p14="http://schemas.microsoft.com/office/powerpoint/2010/main" val="305815290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Monitor Frame">
    <p:spTree>
      <p:nvGrpSpPr>
        <p:cNvPr id="1" name=""/>
        <p:cNvGrpSpPr/>
        <p:nvPr/>
      </p:nvGrpSpPr>
      <p:grpSpPr>
        <a:xfrm>
          <a:off x="0" y="0"/>
          <a:ext cx="0" cy="0"/>
          <a:chOff x="0" y="0"/>
          <a:chExt cx="0" cy="0"/>
        </a:xfrm>
      </p:grpSpPr>
      <p:sp>
        <p:nvSpPr>
          <p:cNvPr id="5" name="Block_Watermark" hidden="1">
            <a:extLst>
              <a:ext uri="{FF2B5EF4-FFF2-40B4-BE49-F238E27FC236}">
                <a16:creationId xmlns:a16="http://schemas.microsoft.com/office/drawing/2014/main" id="{782A9415-F3B6-4EE8-833C-3EEB41627067}"/>
              </a:ext>
            </a:extLst>
          </p:cNvPr>
          <p:cNvSpPr/>
          <p:nvPr/>
        </p:nvSpPr>
        <p:spPr>
          <a:xfrm>
            <a:off x="11283885" y="6419654"/>
            <a:ext cx="537327" cy="1602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pic>
        <p:nvPicPr>
          <p:cNvPr id="3" name="Monitor">
            <a:extLst>
              <a:ext uri="{FF2B5EF4-FFF2-40B4-BE49-F238E27FC236}">
                <a16:creationId xmlns:a16="http://schemas.microsoft.com/office/drawing/2014/main" id="{BB39A138-A0A5-47CC-9418-828CAB171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2" y="178067"/>
            <a:ext cx="10818796" cy="6679933"/>
          </a:xfrm>
          <a:prstGeom prst="rect">
            <a:avLst/>
          </a:prstGeom>
        </p:spPr>
      </p:pic>
      <p:sp>
        <p:nvSpPr>
          <p:cNvPr id="9" name="Picture Placeholder 8">
            <a:extLst>
              <a:ext uri="{FF2B5EF4-FFF2-40B4-BE49-F238E27FC236}">
                <a16:creationId xmlns:a16="http://schemas.microsoft.com/office/drawing/2014/main" id="{E557CFEE-D4E2-42BA-AF0B-AEA9512E7355}"/>
              </a:ext>
            </a:extLst>
          </p:cNvPr>
          <p:cNvSpPr>
            <a:spLocks noGrp="1"/>
          </p:cNvSpPr>
          <p:nvPr>
            <p:ph type="pic" sz="quarter" idx="10" hasCustomPrompt="1"/>
          </p:nvPr>
        </p:nvSpPr>
        <p:spPr>
          <a:xfrm>
            <a:off x="1045369" y="539090"/>
            <a:ext cx="10103644" cy="5767388"/>
          </a:xfrm>
          <a:prstGeom prst="roundRect">
            <a:avLst>
              <a:gd name="adj" fmla="val 399"/>
            </a:avLst>
          </a:prstGeom>
          <a:solidFill>
            <a:schemeClr val="bg1"/>
          </a:solidFill>
          <a:effectLst>
            <a:innerShdw blurRad="63500" dist="50800" dir="13500000">
              <a:schemeClr val="tx2">
                <a:alpha val="33000"/>
              </a:schemeClr>
            </a:innerShdw>
          </a:effectLst>
        </p:spPr>
        <p:txBody>
          <a:bodyPr vert="horz" lIns="0" tIns="1901952" rIns="0" bIns="0" rtlCol="0" anchor="t" anchorCtr="1">
            <a:noAutofit/>
          </a:bodyPr>
          <a:lstStyle>
            <a:lvl1pPr marL="0" indent="0">
              <a:buNone/>
              <a:defRPr lang="en-US"/>
            </a:lvl1pPr>
          </a:lstStyle>
          <a:p>
            <a:pPr marL="342900" lvl="0" indent="-342900" algn="ctr"/>
            <a:r>
              <a:rPr lang="en-US" dirty="0"/>
              <a:t>Select icon below to insert image</a:t>
            </a:r>
          </a:p>
        </p:txBody>
      </p:sp>
      <p:sp>
        <p:nvSpPr>
          <p:cNvPr id="2" name="White_SEL_Confidential" hidden="1">
            <a:extLst>
              <a:ext uri="{FF2B5EF4-FFF2-40B4-BE49-F238E27FC236}">
                <a16:creationId xmlns:a16="http://schemas.microsoft.com/office/drawing/2014/main" id="{BEF8C58C-E4AA-0919-AC00-3B91FA8997E7}"/>
              </a:ext>
            </a:extLst>
          </p:cNvPr>
          <p:cNvSpPr txBox="1">
            <a:spLocks/>
          </p:cNvSpPr>
          <p:nvPr/>
        </p:nvSpPr>
        <p:spPr>
          <a:xfrm>
            <a:off x="10373889"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C3D1DD"/>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rgbClr val="C3D1DD"/>
              </a:solidFill>
              <a:effectLst/>
              <a:uLnTx/>
              <a:uFillTx/>
            </a:endParaRPr>
          </a:p>
        </p:txBody>
      </p:sp>
    </p:spTree>
    <p:extLst>
      <p:ext uri="{BB962C8B-B14F-4D97-AF65-F5344CB8AC3E}">
        <p14:creationId xmlns:p14="http://schemas.microsoft.com/office/powerpoint/2010/main" val="29090534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ide Video (Vertic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4287838" y="0"/>
            <a:ext cx="7904161"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6017925" y="6763"/>
            <a:ext cx="4443984" cy="6844473"/>
          </a:xfrm>
          <a:solidFill>
            <a:srgbClr val="C3D1DD"/>
          </a:solidFill>
        </p:spPr>
        <p:txBody>
          <a:bodyPr tIns="2286000"/>
          <a:lstStyle>
            <a:lvl1pPr marL="0" indent="0" algn="ctr">
              <a:buNone/>
              <a:defRPr/>
            </a:lvl1pPr>
          </a:lstStyle>
          <a:p>
            <a:r>
              <a:rPr lang="en-US" dirty="0"/>
              <a:t>Select icon to insert video</a:t>
            </a:r>
          </a:p>
        </p:txBody>
      </p:sp>
      <p:sp>
        <p:nvSpPr>
          <p:cNvPr id="4" name="Watermark_SEL_Confidential" hidden="1">
            <a:extLst>
              <a:ext uri="{FF2B5EF4-FFF2-40B4-BE49-F238E27FC236}">
                <a16:creationId xmlns:a16="http://schemas.microsoft.com/office/drawing/2014/main" id="{FE8D0E6D-3C12-8E08-214B-E75066031946}"/>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42014666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de Video (Horizont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6705600" y="0"/>
            <a:ext cx="5486400"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4287838" y="1211750"/>
            <a:ext cx="7904164" cy="4440294"/>
          </a:xfrm>
          <a:solidFill>
            <a:srgbClr val="C3D1DD"/>
          </a:solidFill>
        </p:spPr>
        <p:txBody>
          <a:bodyPr tIns="1097280"/>
          <a:lstStyle>
            <a:lvl1pPr marL="0" indent="0" algn="ctr">
              <a:buNone/>
              <a:defRPr/>
            </a:lvl1pPr>
          </a:lstStyle>
          <a:p>
            <a:r>
              <a:rPr lang="en-US" dirty="0"/>
              <a:t>Select icon below to insert video</a:t>
            </a:r>
          </a:p>
        </p:txBody>
      </p:sp>
      <p:sp>
        <p:nvSpPr>
          <p:cNvPr id="4" name="Watermark_SEL_Confidential" hidden="1">
            <a:extLst>
              <a:ext uri="{FF2B5EF4-FFF2-40B4-BE49-F238E27FC236}">
                <a16:creationId xmlns:a16="http://schemas.microsoft.com/office/drawing/2014/main" id="{0EF8ECE5-57B5-4572-87E7-05C1AE343974}"/>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30732491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imple Topic and Content">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625D9E71-5637-1F62-72FF-713D091E87EC}"/>
              </a:ext>
            </a:extLst>
          </p:cNvPr>
          <p:cNvSpPr>
            <a:spLocks noGrp="1"/>
          </p:cNvSpPr>
          <p:nvPr>
            <p:ph type="body" sz="quarter" idx="10" hasCustomPrompt="1"/>
          </p:nvPr>
        </p:nvSpPr>
        <p:spPr>
          <a:xfrm>
            <a:off x="660399" y="566444"/>
            <a:ext cx="10868025" cy="767154"/>
          </a:xfrm>
        </p:spPr>
        <p:txBody>
          <a:bodyPr anchor="t"/>
          <a:lstStyle>
            <a:lvl1pPr marL="0" indent="0">
              <a:lnSpc>
                <a:spcPct val="110000"/>
              </a:lnSpc>
              <a:spcAft>
                <a:spcPts val="2000"/>
              </a:spcAft>
              <a:buNone/>
              <a:defRPr sz="2400" cap="all" baseline="0"/>
            </a:lvl1pPr>
            <a:lvl2pPr marL="0" indent="0">
              <a:lnSpc>
                <a:spcPct val="110000"/>
              </a:lnSpc>
              <a:spcAft>
                <a:spcPts val="2000"/>
              </a:spcAft>
              <a:buNone/>
              <a:defRPr sz="2400" cap="all" baseline="0"/>
            </a:lvl2pPr>
            <a:lvl3pPr marL="0" indent="0">
              <a:lnSpc>
                <a:spcPct val="110000"/>
              </a:lnSpc>
              <a:spcAft>
                <a:spcPts val="2000"/>
              </a:spcAft>
              <a:buNone/>
              <a:defRPr sz="2400" cap="all" baseline="0"/>
            </a:lvl3pPr>
            <a:lvl4pPr marL="0" indent="0">
              <a:lnSpc>
                <a:spcPct val="110000"/>
              </a:lnSpc>
              <a:spcAft>
                <a:spcPts val="2000"/>
              </a:spcAft>
              <a:buNone/>
              <a:defRPr sz="2400" cap="all" baseline="0"/>
            </a:lvl4pPr>
            <a:lvl5pPr marL="0" indent="0">
              <a:lnSpc>
                <a:spcPct val="110000"/>
              </a:lnSpc>
              <a:spcAft>
                <a:spcPts val="2000"/>
              </a:spcAft>
              <a:buNone/>
              <a:defRPr sz="2400" cap="all" baseline="0"/>
            </a:lvl5pPr>
            <a:lvl6pPr marL="0" indent="0">
              <a:lnSpc>
                <a:spcPct val="110000"/>
              </a:lnSpc>
              <a:spcAft>
                <a:spcPts val="2000"/>
              </a:spcAft>
              <a:buNone/>
              <a:defRPr sz="2400" cap="all" baseline="0"/>
            </a:lvl6pPr>
            <a:lvl7pPr marL="0" indent="0">
              <a:lnSpc>
                <a:spcPct val="110000"/>
              </a:lnSpc>
              <a:spcAft>
                <a:spcPts val="2000"/>
              </a:spcAft>
              <a:buNone/>
              <a:defRPr sz="2400" cap="all" baseline="0"/>
            </a:lvl7pPr>
            <a:lvl8pPr marL="0" indent="0">
              <a:lnSpc>
                <a:spcPct val="110000"/>
              </a:lnSpc>
              <a:spcAft>
                <a:spcPts val="2000"/>
              </a:spcAft>
              <a:buNone/>
              <a:defRPr sz="2400" cap="all" baseline="0"/>
            </a:lvl8pPr>
            <a:lvl9pPr marL="0" indent="0">
              <a:lnSpc>
                <a:spcPct val="110000"/>
              </a:lnSpc>
              <a:spcAft>
                <a:spcPts val="2000"/>
              </a:spcAft>
              <a:buNone/>
              <a:defRPr sz="2400" cap="all" baseline="0"/>
            </a:lvl9pPr>
          </a:lstStyle>
          <a:p>
            <a:pPr lvl="0"/>
            <a:r>
              <a:rPr lang="en-US" dirty="0"/>
              <a:t>Select to add text</a:t>
            </a:r>
          </a:p>
        </p:txBody>
      </p:sp>
      <p:sp>
        <p:nvSpPr>
          <p:cNvPr id="2" name="Title 1">
            <a:extLst>
              <a:ext uri="{FF2B5EF4-FFF2-40B4-BE49-F238E27FC236}">
                <a16:creationId xmlns:a16="http://schemas.microsoft.com/office/drawing/2014/main" id="{A7A4047A-CE2D-DECB-A6A8-AFF6C89CAE1D}"/>
              </a:ext>
            </a:extLst>
          </p:cNvPr>
          <p:cNvSpPr>
            <a:spLocks noGrp="1"/>
          </p:cNvSpPr>
          <p:nvPr>
            <p:ph type="title" hasCustomPrompt="1"/>
          </p:nvPr>
        </p:nvSpPr>
        <p:spPr>
          <a:xfrm>
            <a:off x="660401" y="1266645"/>
            <a:ext cx="10868023" cy="1111527"/>
          </a:xfrm>
        </p:spPr>
        <p:txBody>
          <a:bodyPr/>
          <a:lstStyle>
            <a:lvl1pPr>
              <a:defRPr/>
            </a:lvl1pPr>
          </a:lstStyle>
          <a:p>
            <a:r>
              <a:rPr lang="en-US" dirty="0"/>
              <a:t>Select to add slide title</a:t>
            </a:r>
          </a:p>
        </p:txBody>
      </p:sp>
      <p:sp>
        <p:nvSpPr>
          <p:cNvPr id="12" name="Content Placeholder 11">
            <a:extLst>
              <a:ext uri="{FF2B5EF4-FFF2-40B4-BE49-F238E27FC236}">
                <a16:creationId xmlns:a16="http://schemas.microsoft.com/office/drawing/2014/main" id="{79EA282F-1097-7C67-5F43-0E032781E534}"/>
              </a:ext>
            </a:extLst>
          </p:cNvPr>
          <p:cNvSpPr>
            <a:spLocks noGrp="1"/>
          </p:cNvSpPr>
          <p:nvPr>
            <p:ph sz="quarter" idx="11" hasCustomPrompt="1"/>
          </p:nvPr>
        </p:nvSpPr>
        <p:spPr>
          <a:xfrm>
            <a:off x="660400" y="2286243"/>
            <a:ext cx="10868023" cy="3924058"/>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9631945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ales Kit Summary">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80969A9-C2F4-4D56-A6A3-03A31C79D6CD}"/>
              </a:ext>
            </a:extLst>
          </p:cNvPr>
          <p:cNvSpPr>
            <a:spLocks noGrp="1"/>
          </p:cNvSpPr>
          <p:nvPr>
            <p:ph type="pic" sz="quarter" idx="11" hasCustomPrompt="1"/>
          </p:nvPr>
        </p:nvSpPr>
        <p:spPr>
          <a:xfrm>
            <a:off x="6283453" y="457199"/>
            <a:ext cx="5248142" cy="2455255"/>
          </a:xfrm>
          <a:solidFill>
            <a:srgbClr val="C3D1DD"/>
          </a:solidFill>
        </p:spPr>
        <p:txBody>
          <a:bodyPr tIns="502920"/>
          <a:lstStyle>
            <a:lvl1pPr marL="0" indent="0" algn="ctr">
              <a:buNone/>
              <a:defRPr sz="2800"/>
            </a:lvl1pPr>
          </a:lstStyle>
          <a:p>
            <a:r>
              <a:rPr lang="en-US" dirty="0"/>
              <a:t>Product or solution photo</a:t>
            </a:r>
          </a:p>
        </p:txBody>
      </p:sp>
      <p:sp>
        <p:nvSpPr>
          <p:cNvPr id="18" name="Text Placeholder 17">
            <a:extLst>
              <a:ext uri="{FF2B5EF4-FFF2-40B4-BE49-F238E27FC236}">
                <a16:creationId xmlns:a16="http://schemas.microsoft.com/office/drawing/2014/main" id="{D08AF9EF-24B2-41A2-9E6C-2A901B42A36A}"/>
              </a:ext>
            </a:extLst>
          </p:cNvPr>
          <p:cNvSpPr>
            <a:spLocks noGrp="1"/>
          </p:cNvSpPr>
          <p:nvPr>
            <p:ph type="body" sz="quarter" idx="15" hasCustomPrompt="1"/>
          </p:nvPr>
        </p:nvSpPr>
        <p:spPr>
          <a:xfrm>
            <a:off x="6283453" y="4822824"/>
            <a:ext cx="5248142"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4" name="Text Placeholder 13">
            <a:extLst>
              <a:ext uri="{FF2B5EF4-FFF2-40B4-BE49-F238E27FC236}">
                <a16:creationId xmlns:a16="http://schemas.microsoft.com/office/drawing/2014/main" id="{8B67756F-D541-4434-8BB6-FC92BCBD1604}"/>
              </a:ext>
            </a:extLst>
          </p:cNvPr>
          <p:cNvSpPr>
            <a:spLocks noGrp="1"/>
          </p:cNvSpPr>
          <p:nvPr>
            <p:ph type="body" sz="quarter" idx="13" hasCustomPrompt="1"/>
          </p:nvPr>
        </p:nvSpPr>
        <p:spPr>
          <a:xfrm>
            <a:off x="660400" y="4822824"/>
            <a:ext cx="5255769"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6" name="Text Placeholder 15">
            <a:extLst>
              <a:ext uri="{FF2B5EF4-FFF2-40B4-BE49-F238E27FC236}">
                <a16:creationId xmlns:a16="http://schemas.microsoft.com/office/drawing/2014/main" id="{288582D9-A4FB-4205-8F50-778A069D7D8F}"/>
              </a:ext>
            </a:extLst>
          </p:cNvPr>
          <p:cNvSpPr>
            <a:spLocks noGrp="1"/>
          </p:cNvSpPr>
          <p:nvPr>
            <p:ph type="body" sz="quarter" idx="14" hasCustomPrompt="1"/>
          </p:nvPr>
        </p:nvSpPr>
        <p:spPr>
          <a:xfrm>
            <a:off x="6283452" y="3295961"/>
            <a:ext cx="5248143"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2" name="Text Placeholder 11">
            <a:extLst>
              <a:ext uri="{FF2B5EF4-FFF2-40B4-BE49-F238E27FC236}">
                <a16:creationId xmlns:a16="http://schemas.microsoft.com/office/drawing/2014/main" id="{156ACFBF-A227-425D-8AEA-799104BEB24C}"/>
              </a:ext>
            </a:extLst>
          </p:cNvPr>
          <p:cNvSpPr>
            <a:spLocks noGrp="1"/>
          </p:cNvSpPr>
          <p:nvPr>
            <p:ph type="body" sz="quarter" idx="12" hasCustomPrompt="1"/>
          </p:nvPr>
        </p:nvSpPr>
        <p:spPr>
          <a:xfrm>
            <a:off x="660400" y="3295961"/>
            <a:ext cx="5255769"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cxnSp>
        <p:nvCxnSpPr>
          <p:cNvPr id="17" name="Straight Connector 16">
            <a:extLst>
              <a:ext uri="{FF2B5EF4-FFF2-40B4-BE49-F238E27FC236}">
                <a16:creationId xmlns:a16="http://schemas.microsoft.com/office/drawing/2014/main" id="{2EFB6B8C-0DEE-44F6-BB78-B60A9DC42392}"/>
              </a:ext>
            </a:extLst>
          </p:cNvPr>
          <p:cNvCxnSpPr>
            <a:cxnSpLocks/>
          </p:cNvCxnSpPr>
          <p:nvPr/>
        </p:nvCxnSpPr>
        <p:spPr>
          <a:xfrm>
            <a:off x="6096000" y="3086100"/>
            <a:ext cx="0" cy="308610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DB2BD7C-EF56-4094-BE53-20DFBC871EF6}"/>
              </a:ext>
            </a:extLst>
          </p:cNvPr>
          <p:cNvCxnSpPr>
            <a:cxnSpLocks/>
          </p:cNvCxnSpPr>
          <p:nvPr/>
        </p:nvCxnSpPr>
        <p:spPr>
          <a:xfrm>
            <a:off x="678180" y="4629150"/>
            <a:ext cx="10835641" cy="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3912310-56F5-4EA2-AD6D-7A4E74FEC1FE}"/>
              </a:ext>
            </a:extLst>
          </p:cNvPr>
          <p:cNvCxnSpPr>
            <a:cxnSpLocks/>
          </p:cNvCxnSpPr>
          <p:nvPr/>
        </p:nvCxnSpPr>
        <p:spPr>
          <a:xfrm>
            <a:off x="678180" y="3086100"/>
            <a:ext cx="10835641" cy="0"/>
          </a:xfrm>
          <a:prstGeom prst="line">
            <a:avLst/>
          </a:prstGeom>
          <a:ln w="12700" cap="flat">
            <a:solidFill>
              <a:schemeClr val="tx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C18FA812-3C8D-412A-8368-A8E3D7C4A2C9}"/>
              </a:ext>
            </a:extLst>
          </p:cNvPr>
          <p:cNvSpPr>
            <a:spLocks noGrp="1"/>
          </p:cNvSpPr>
          <p:nvPr>
            <p:ph type="body" sz="quarter" idx="10" hasCustomPrompt="1"/>
          </p:nvPr>
        </p:nvSpPr>
        <p:spPr>
          <a:xfrm>
            <a:off x="660400" y="1594132"/>
            <a:ext cx="5248148" cy="1318320"/>
          </a:xfrm>
        </p:spPr>
        <p:txBody>
          <a:bodyPr/>
          <a:lstStyle>
            <a:lvl1pPr marL="0" indent="0">
              <a:buNone/>
              <a:defRPr sz="3000">
                <a:solidFill>
                  <a:schemeClr val="accent1"/>
                </a:solidFill>
                <a:effectLst/>
                <a:latin typeface="+mn-lt"/>
              </a:defRPr>
            </a:lvl1pPr>
            <a:lvl2pPr marL="0" indent="0">
              <a:buNone/>
              <a:defRPr sz="3000">
                <a:solidFill>
                  <a:schemeClr val="accent1"/>
                </a:solidFill>
                <a:effectLst/>
                <a:latin typeface="+mn-lt"/>
              </a:defRPr>
            </a:lvl2pPr>
            <a:lvl3pPr marL="0" indent="0">
              <a:buNone/>
              <a:defRPr sz="3000">
                <a:solidFill>
                  <a:schemeClr val="accent1"/>
                </a:solidFill>
                <a:effectLst/>
                <a:latin typeface="+mn-lt"/>
              </a:defRPr>
            </a:lvl3pPr>
            <a:lvl4pPr marL="0" indent="0">
              <a:buNone/>
              <a:defRPr sz="3000">
                <a:solidFill>
                  <a:schemeClr val="accent1"/>
                </a:solidFill>
                <a:effectLst/>
                <a:latin typeface="+mn-lt"/>
              </a:defRPr>
            </a:lvl4pPr>
            <a:lvl5pPr marL="0" indent="0">
              <a:buNone/>
              <a:defRPr sz="3000">
                <a:solidFill>
                  <a:schemeClr val="accent1"/>
                </a:solidFill>
                <a:effectLst/>
                <a:latin typeface="+mn-lt"/>
              </a:defRPr>
            </a:lvl5pPr>
            <a:lvl6pPr marL="0" indent="0">
              <a:buNone/>
              <a:defRPr sz="3000">
                <a:solidFill>
                  <a:schemeClr val="accent1"/>
                </a:solidFill>
                <a:effectLst/>
                <a:latin typeface="+mn-lt"/>
              </a:defRPr>
            </a:lvl6pPr>
            <a:lvl7pPr marL="0" indent="0">
              <a:buNone/>
              <a:defRPr sz="3000">
                <a:solidFill>
                  <a:schemeClr val="accent1"/>
                </a:solidFill>
                <a:effectLst/>
                <a:latin typeface="+mn-lt"/>
              </a:defRPr>
            </a:lvl7pPr>
            <a:lvl8pPr marL="0" indent="0">
              <a:buNone/>
              <a:defRPr sz="3000">
                <a:solidFill>
                  <a:schemeClr val="accent1"/>
                </a:solidFill>
                <a:effectLst/>
                <a:latin typeface="+mn-lt"/>
              </a:defRPr>
            </a:lvl8pPr>
            <a:lvl9pPr marL="0" indent="0">
              <a:buNone/>
              <a:defRPr sz="3000">
                <a:solidFill>
                  <a:schemeClr val="accent1"/>
                </a:solidFill>
                <a:effectLst/>
                <a:latin typeface="+mn-lt"/>
              </a:defRPr>
            </a:lvl9pPr>
          </a:lstStyle>
          <a:p>
            <a:pPr lvl="0"/>
            <a:r>
              <a:rPr lang="en-US"/>
              <a:t>Product or solution name</a:t>
            </a:r>
          </a:p>
        </p:txBody>
      </p:sp>
      <p:sp>
        <p:nvSpPr>
          <p:cNvPr id="2" name="Title 1">
            <a:extLst>
              <a:ext uri="{FF2B5EF4-FFF2-40B4-BE49-F238E27FC236}">
                <a16:creationId xmlns:a16="http://schemas.microsoft.com/office/drawing/2014/main" id="{BB95DA7F-A636-413E-BC47-643850DADBDC}"/>
              </a:ext>
            </a:extLst>
          </p:cNvPr>
          <p:cNvSpPr>
            <a:spLocks noGrp="1"/>
          </p:cNvSpPr>
          <p:nvPr>
            <p:ph type="title" hasCustomPrompt="1"/>
          </p:nvPr>
        </p:nvSpPr>
        <p:spPr>
          <a:xfrm>
            <a:off x="660402" y="582627"/>
            <a:ext cx="5255768" cy="1108061"/>
          </a:xfrm>
        </p:spPr>
        <p:txBody>
          <a:bodyPr/>
          <a:lstStyle>
            <a:lvl1pPr>
              <a:defRPr sz="4000"/>
            </a:lvl1pPr>
          </a:lstStyle>
          <a:p>
            <a:r>
              <a:rPr lang="en-US"/>
              <a:t>SEL-####</a:t>
            </a:r>
          </a:p>
        </p:txBody>
      </p:sp>
    </p:spTree>
    <p:extLst>
      <p:ext uri="{BB962C8B-B14F-4D97-AF65-F5344CB8AC3E}">
        <p14:creationId xmlns:p14="http://schemas.microsoft.com/office/powerpoint/2010/main" val="32315146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29A41B-A0C6-4AFA-A09F-B7FE90377196}"/>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FINAL </a:t>
            </a:r>
            <a:br>
              <a:rPr lang="en-US" sz="11500" b="1" dirty="0">
                <a:solidFill>
                  <a:schemeClr val="bg1"/>
                </a:solidFill>
              </a:rPr>
            </a:br>
            <a:r>
              <a:rPr lang="en-US" sz="11500" b="1" dirty="0">
                <a:solidFill>
                  <a:schemeClr val="bg1"/>
                </a:solidFill>
              </a:rPr>
              <a:t>SLIDE LAYOUTS</a:t>
            </a:r>
          </a:p>
        </p:txBody>
      </p:sp>
    </p:spTree>
    <p:extLst>
      <p:ext uri="{BB962C8B-B14F-4D97-AF65-F5344CB8AC3E}">
        <p14:creationId xmlns:p14="http://schemas.microsoft.com/office/powerpoint/2010/main" val="18092957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9751396-635D-4167-BB10-566622DBE23A}"/>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SEL_Logo">
            <a:extLst>
              <a:ext uri="{FF2B5EF4-FFF2-40B4-BE49-F238E27FC236}">
                <a16:creationId xmlns:a16="http://schemas.microsoft.com/office/drawing/2014/main" id="{C1C72DEA-9441-457D-9FD2-FCD6AE563176}"/>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3" name="White_SEL_Confidential" hidden="1">
            <a:extLst>
              <a:ext uri="{FF2B5EF4-FFF2-40B4-BE49-F238E27FC236}">
                <a16:creationId xmlns:a16="http://schemas.microsoft.com/office/drawing/2014/main" id="{03D8D29B-6578-E5FE-E406-17B72F8E1FE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10" name="Thank_You">
            <a:extLst>
              <a:ext uri="{FF2B5EF4-FFF2-40B4-BE49-F238E27FC236}">
                <a16:creationId xmlns:a16="http://schemas.microsoft.com/office/drawing/2014/main" id="{C38A7F37-67CD-4574-A4D2-E78AF0A5BD8D}"/>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314062532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hank You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287838" y="647700"/>
            <a:ext cx="7904161" cy="5556583"/>
          </a:xfrm>
          <a:solidFill>
            <a:srgbClr val="C3D1DD"/>
          </a:solidFill>
        </p:spPr>
        <p:txBody>
          <a:bodyPr tIns="941832"/>
          <a:lstStyle>
            <a:lvl1pPr marL="0" indent="0" algn="ctr">
              <a:buNone/>
              <a:defRPr/>
            </a:lvl1pPr>
          </a:lstStyle>
          <a:p>
            <a:r>
              <a:rPr lang="en-US" dirty="0"/>
              <a:t>Select icon below to insert image</a:t>
            </a:r>
          </a:p>
        </p:txBody>
      </p:sp>
      <p:pic>
        <p:nvPicPr>
          <p:cNvPr id="8" name="SEL_Logo">
            <a:extLst>
              <a:ext uri="{FF2B5EF4-FFF2-40B4-BE49-F238E27FC236}">
                <a16:creationId xmlns:a16="http://schemas.microsoft.com/office/drawing/2014/main" id="{6AD9D9ED-9067-4792-B745-CBBB4B2D3DE8}"/>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130937319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 You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9FD140-D023-EA9E-AE6C-F03DDA1C80C4}"/>
              </a:ext>
            </a:extLst>
          </p:cNvPr>
          <p:cNvSpPr>
            <a:spLocks/>
          </p:cNvSpPr>
          <p:nvPr/>
        </p:nvSpPr>
        <p:spPr>
          <a:xfrm>
            <a:off x="0" y="0"/>
            <a:ext cx="428783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891088" y="995363"/>
            <a:ext cx="6640512" cy="4862512"/>
          </a:xfrm>
          <a:solidFill>
            <a:srgbClr val="C3D1DD"/>
          </a:solidFill>
        </p:spPr>
        <p:txBody>
          <a:bodyPr tIns="941832"/>
          <a:lstStyle>
            <a:lvl1pPr marL="0" indent="0" algn="ctr">
              <a:buNone/>
              <a:defRPr/>
            </a:lvl1pPr>
          </a:lstStyle>
          <a:p>
            <a:r>
              <a:rPr lang="en-US" dirty="0"/>
              <a:t>Select icon to insert image</a:t>
            </a:r>
          </a:p>
        </p:txBody>
      </p:sp>
      <p:pic>
        <p:nvPicPr>
          <p:cNvPr id="3" name="SEL_Logo_White">
            <a:extLst>
              <a:ext uri="{FF2B5EF4-FFF2-40B4-BE49-F238E27FC236}">
                <a16:creationId xmlns:a16="http://schemas.microsoft.com/office/drawing/2014/main" id="{203DFEB5-540A-DF93-6752-44A50F11E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0015" y="5437056"/>
            <a:ext cx="2804318" cy="96188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solidFill>
                  <a:schemeClr val="bg1"/>
                </a:solidFill>
              </a:rPr>
              <a:t>Thank you</a:t>
            </a:r>
          </a:p>
        </p:txBody>
      </p:sp>
    </p:spTree>
    <p:extLst>
      <p:ext uri="{BB962C8B-B14F-4D97-AF65-F5344CB8AC3E}">
        <p14:creationId xmlns:p14="http://schemas.microsoft.com/office/powerpoint/2010/main" val="4299712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akeaway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2C2821-F4F8-4167-89AC-C00E61103347}"/>
              </a:ext>
            </a:extLst>
          </p:cNvPr>
          <p:cNvSpPr>
            <a:spLocks/>
          </p:cNvSpPr>
          <p:nvPr userDrawn="1"/>
        </p:nvSpPr>
        <p:spPr>
          <a:xfrm>
            <a:off x="0" y="0"/>
            <a:ext cx="12192000" cy="20399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SEL_Logo">
            <a:extLst>
              <a:ext uri="{FF2B5EF4-FFF2-40B4-BE49-F238E27FC236}">
                <a16:creationId xmlns:a16="http://schemas.microsoft.com/office/drawing/2014/main" id="{C84DBC4C-0D90-B611-34F4-B2BBFCECC38B}"/>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5118" r="5556"/>
          <a:stretch/>
        </p:blipFill>
        <p:spPr>
          <a:xfrm>
            <a:off x="664536" y="5640957"/>
            <a:ext cx="2415737" cy="579511"/>
          </a:xfrm>
          <a:prstGeom prst="rect">
            <a:avLst/>
          </a:prstGeom>
        </p:spPr>
      </p:pic>
      <p:sp>
        <p:nvSpPr>
          <p:cNvPr id="13" name="Text Placeholder 12">
            <a:extLst>
              <a:ext uri="{FF2B5EF4-FFF2-40B4-BE49-F238E27FC236}">
                <a16:creationId xmlns:a16="http://schemas.microsoft.com/office/drawing/2014/main" id="{8E625F82-E709-7849-EA4F-16094648A2B0}"/>
              </a:ext>
            </a:extLst>
          </p:cNvPr>
          <p:cNvSpPr>
            <a:spLocks noGrp="1"/>
          </p:cNvSpPr>
          <p:nvPr>
            <p:ph type="body" sz="quarter" idx="11" hasCustomPrompt="1"/>
          </p:nvPr>
        </p:nvSpPr>
        <p:spPr>
          <a:xfrm>
            <a:off x="6164063" y="2542873"/>
            <a:ext cx="5364362" cy="2376789"/>
          </a:xfrm>
        </p:spPr>
        <p:txBody>
          <a:bodyPr/>
          <a:lstStyle>
            <a:lvl1pPr>
              <a:defRPr/>
            </a:lvl1pPr>
            <a:lvl4pPr>
              <a:buNone/>
              <a:defRPr/>
            </a:lvl4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D091D1E-8C44-E598-AB2F-66015E09F242}"/>
              </a:ext>
            </a:extLst>
          </p:cNvPr>
          <p:cNvSpPr>
            <a:spLocks noGrp="1"/>
          </p:cNvSpPr>
          <p:nvPr>
            <p:ph type="body" sz="quarter" idx="10" hasCustomPrompt="1"/>
          </p:nvPr>
        </p:nvSpPr>
        <p:spPr>
          <a:xfrm>
            <a:off x="660401" y="2542873"/>
            <a:ext cx="5364362" cy="2376789"/>
          </a:xfrm>
        </p:spPr>
        <p:txBody>
          <a:bodyPr/>
          <a:lstStyle>
            <a:lvl1pPr>
              <a:defRPr/>
            </a:lvl1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6" name="Takeaways">
            <a:extLst>
              <a:ext uri="{FF2B5EF4-FFF2-40B4-BE49-F238E27FC236}">
                <a16:creationId xmlns:a16="http://schemas.microsoft.com/office/drawing/2014/main" id="{0BA20C15-EBD2-69F1-15EB-A0E28D015B4E}"/>
              </a:ext>
            </a:extLst>
          </p:cNvPr>
          <p:cNvSpPr txBox="1"/>
          <p:nvPr userDrawn="1"/>
        </p:nvSpPr>
        <p:spPr>
          <a:xfrm>
            <a:off x="660401" y="1216041"/>
            <a:ext cx="3022600" cy="760398"/>
          </a:xfrm>
          <a:prstGeom prst="rect">
            <a:avLst/>
          </a:prstGeom>
          <a:noFill/>
        </p:spPr>
        <p:txBody>
          <a:bodyPr wrap="square" lIns="0" tIns="0" rIns="45720" bIns="45720" rtlCol="0">
            <a:noAutofit/>
          </a:bodyPr>
          <a:lstStyle/>
          <a:p>
            <a:pPr algn="l">
              <a:lnSpc>
                <a:spcPct val="90000"/>
              </a:lnSpc>
              <a:spcAft>
                <a:spcPts val="0"/>
              </a:spcAft>
            </a:pPr>
            <a:r>
              <a:rPr lang="en-US" sz="4400" b="1" dirty="0">
                <a:solidFill>
                  <a:schemeClr val="bg1"/>
                </a:solidFill>
                <a:latin typeface="+mj-lt"/>
              </a:rPr>
              <a:t>Takeaways</a:t>
            </a:r>
          </a:p>
        </p:txBody>
      </p:sp>
    </p:spTree>
    <p:extLst>
      <p:ext uri="{BB962C8B-B14F-4D97-AF65-F5344CB8AC3E}">
        <p14:creationId xmlns:p14="http://schemas.microsoft.com/office/powerpoint/2010/main" val="34817636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estions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D8716E-09DC-4664-B4F1-579E76E43B21}"/>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Questions?">
            <a:extLst>
              <a:ext uri="{FF2B5EF4-FFF2-40B4-BE49-F238E27FC236}">
                <a16:creationId xmlns:a16="http://schemas.microsoft.com/office/drawing/2014/main" id="{A897D4FE-64C5-44EA-BD18-1B464B14D57F}"/>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326207739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estions Slide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2B24E7F-7D28-4ABB-8F55-433E6F2E09BA}"/>
              </a:ext>
            </a:extLst>
          </p:cNvPr>
          <p:cNvSpPr>
            <a:spLocks noGrp="1"/>
          </p:cNvSpPr>
          <p:nvPr>
            <p:ph type="pic" sz="quarter" idx="10" hasCustomPrompt="1"/>
          </p:nvPr>
        </p:nvSpPr>
        <p:spPr>
          <a:xfrm>
            <a:off x="0" y="-1"/>
            <a:ext cx="12192000" cy="4475163"/>
          </a:xfrm>
          <a:solidFill>
            <a:srgbClr val="C3D1DD"/>
          </a:solidFill>
        </p:spPr>
        <p:txBody>
          <a:bodyPr tIns="1417320" anchor="t" anchorCtr="1"/>
          <a:lstStyle>
            <a:lvl1pPr marL="0" indent="0" algn="ctr">
              <a:buNone/>
              <a:defRPr/>
            </a:lvl1pPr>
          </a:lstStyle>
          <a:p>
            <a:r>
              <a:rPr lang="en-US" dirty="0"/>
              <a:t>Select icon below to insert image</a:t>
            </a:r>
          </a:p>
        </p:txBody>
      </p:sp>
      <p:sp>
        <p:nvSpPr>
          <p:cNvPr id="5" name="Questions?">
            <a:extLst>
              <a:ext uri="{FF2B5EF4-FFF2-40B4-BE49-F238E27FC236}">
                <a16:creationId xmlns:a16="http://schemas.microsoft.com/office/drawing/2014/main" id="{A72BD217-E4D9-44FA-96C7-5DEBCA17C53A}"/>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27215313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nal Though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949FC90-9E9E-45ED-97D3-D5C3C0145940}"/>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7BFBA90-4B84-49E2-9AEA-4101DBA5BF7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0FED0BBE-3598-4CC3-BE89-E746B865E21B}"/>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27435841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Final Thought (Pictu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89C477-4E4D-42EC-B35E-87AB6D684E84}"/>
              </a:ext>
            </a:extLst>
          </p:cNvPr>
          <p:cNvSpPr>
            <a:spLocks noGrp="1"/>
          </p:cNvSpPr>
          <p:nvPr>
            <p:ph type="pic" sz="quarter" idx="11"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7" name="Text Placeholder 6">
            <a:extLst>
              <a:ext uri="{FF2B5EF4-FFF2-40B4-BE49-F238E27FC236}">
                <a16:creationId xmlns:a16="http://schemas.microsoft.com/office/drawing/2014/main" id="{C67D5C5C-4342-4AF1-A9F2-BABAC288CF2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AD6D0C1B-319F-4E16-99F7-32BDE3B1F748}"/>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37412670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Final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440B7D4-906C-43AF-94D5-295CEFAC8824}"/>
              </a:ext>
            </a:extLst>
          </p:cNvPr>
          <p:cNvSpPr>
            <a:spLocks noGrp="1"/>
          </p:cNvSpPr>
          <p:nvPr>
            <p:ph type="pic" sz="quarter" idx="10"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8AF6D97E-4E0F-4D98-9F52-10BE3E40AA11}"/>
              </a:ext>
            </a:extLst>
          </p:cNvPr>
          <p:cNvSpPr>
            <a:spLocks noGrp="1"/>
          </p:cNvSpPr>
          <p:nvPr>
            <p:ph type="title" hasCustomPrompt="1"/>
          </p:nvPr>
        </p:nvSpPr>
        <p:spPr>
          <a:xfrm>
            <a:off x="660400" y="5097982"/>
            <a:ext cx="10868023" cy="1112318"/>
          </a:xfrm>
        </p:spPr>
        <p:txBody>
          <a:bodyPr/>
          <a:lstStyle>
            <a:lvl1pPr>
              <a:defRPr sz="4400"/>
            </a:lvl1pPr>
          </a:lstStyle>
          <a:p>
            <a:r>
              <a:rPr lang="en-US" dirty="0"/>
              <a:t>Select to add final thought or headline</a:t>
            </a:r>
          </a:p>
        </p:txBody>
      </p:sp>
    </p:spTree>
    <p:extLst>
      <p:ext uri="{BB962C8B-B14F-4D97-AF65-F5344CB8AC3E}">
        <p14:creationId xmlns:p14="http://schemas.microsoft.com/office/powerpoint/2010/main" val="60862865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___   ">
    <p:bg bwMode="auto">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ACA597-284D-B948-59A3-5D18F0E3107C}"/>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END OF TEMPLATE LAYOUTS</a:t>
            </a:r>
          </a:p>
        </p:txBody>
      </p:sp>
    </p:spTree>
    <p:extLst>
      <p:ext uri="{BB962C8B-B14F-4D97-AF65-F5344CB8AC3E}">
        <p14:creationId xmlns:p14="http://schemas.microsoft.com/office/powerpoint/2010/main" val="5546483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63A5E401-8EEA-45DC-829C-37285C7DDF8C}"/>
              </a:ext>
            </a:extLst>
          </p:cNvPr>
          <p:cNvSpPr>
            <a:spLocks noGrp="1"/>
          </p:cNvSpPr>
          <p:nvPr>
            <p:ph type="ftr" sz="quarter" idx="3"/>
          </p:nvPr>
        </p:nvSpPr>
        <p:spPr>
          <a:xfrm>
            <a:off x="2476500" y="6281688"/>
            <a:ext cx="7239000" cy="138499"/>
          </a:xfrm>
          <a:prstGeom prst="rect">
            <a:avLst/>
          </a:prstGeom>
        </p:spPr>
        <p:txBody>
          <a:bodyPr vert="horz" lIns="0" tIns="0" rIns="0" bIns="0" rtlCol="0" anchor="ctr"/>
          <a:lstStyle>
            <a:lvl1pPr algn="ctr">
              <a:defRPr sz="900" b="0">
                <a:solidFill>
                  <a:schemeClr val="tx1"/>
                </a:solidFill>
              </a:defRPr>
            </a:lvl1pPr>
          </a:lstStyle>
          <a:p>
            <a:r>
              <a:rPr lang="en-US" dirty="0"/>
              <a:t>FOOTER</a:t>
            </a:r>
            <a:endParaRPr lang="en-US" b="0" dirty="0"/>
          </a:p>
        </p:txBody>
      </p:sp>
      <p:sp>
        <p:nvSpPr>
          <p:cNvPr id="4" name="Date Placeholder 3">
            <a:extLst>
              <a:ext uri="{FF2B5EF4-FFF2-40B4-BE49-F238E27FC236}">
                <a16:creationId xmlns:a16="http://schemas.microsoft.com/office/drawing/2014/main" id="{5CD90B7B-F90B-4CA8-B650-0252E9F1866C}"/>
              </a:ext>
            </a:extLst>
          </p:cNvPr>
          <p:cNvSpPr>
            <a:spLocks noGrp="1"/>
          </p:cNvSpPr>
          <p:nvPr>
            <p:ph type="dt" sz="half" idx="2"/>
          </p:nvPr>
        </p:nvSpPr>
        <p:spPr>
          <a:xfrm>
            <a:off x="660400" y="6281688"/>
            <a:ext cx="1816100" cy="138499"/>
          </a:xfrm>
          <a:prstGeom prst="rect">
            <a:avLst/>
          </a:prstGeom>
        </p:spPr>
        <p:txBody>
          <a:bodyPr vert="horz" lIns="0" tIns="0" rIns="0" bIns="0" rtlCol="0" anchor="ctr"/>
          <a:lstStyle>
            <a:lvl1pPr algn="l">
              <a:defRPr sz="900" b="0">
                <a:solidFill>
                  <a:schemeClr val="tx1"/>
                </a:solidFill>
              </a:defRPr>
            </a:lvl1pPr>
          </a:lstStyle>
          <a:p>
            <a:fld id="{CB9DE742-24A8-40A7-9187-B2F89AAD909D}" type="datetimeFigureOut">
              <a:rPr lang="en-US" smtClean="0"/>
              <a:pPr/>
              <a:t>12/19/2025</a:t>
            </a:fld>
            <a:endParaRPr lang="en-US" b="0" dirty="0"/>
          </a:p>
        </p:txBody>
      </p:sp>
      <p:sp>
        <p:nvSpPr>
          <p:cNvPr id="6" name="Slide Number Placeholder 5">
            <a:extLst>
              <a:ext uri="{FF2B5EF4-FFF2-40B4-BE49-F238E27FC236}">
                <a16:creationId xmlns:a16="http://schemas.microsoft.com/office/drawing/2014/main" id="{9253088E-6B7F-4F96-AC26-95EB7823BB68}"/>
              </a:ext>
            </a:extLst>
          </p:cNvPr>
          <p:cNvSpPr>
            <a:spLocks noGrp="1"/>
          </p:cNvSpPr>
          <p:nvPr>
            <p:ph type="sldNum" sz="quarter" idx="4"/>
          </p:nvPr>
        </p:nvSpPr>
        <p:spPr>
          <a:xfrm>
            <a:off x="403519" y="6281688"/>
            <a:ext cx="256882" cy="138499"/>
          </a:xfrm>
          <a:prstGeom prst="rect">
            <a:avLst/>
          </a:prstGeom>
        </p:spPr>
        <p:txBody>
          <a:bodyPr vert="horz" lIns="0" tIns="0" rIns="0" bIns="0" rtlCol="0" anchor="ctr"/>
          <a:lstStyle>
            <a:lvl1pPr algn="l">
              <a:defRPr sz="900" b="0">
                <a:solidFill>
                  <a:schemeClr val="tx1"/>
                </a:solidFill>
              </a:defRPr>
            </a:lvl1pPr>
          </a:lstStyle>
          <a:p>
            <a:pPr algn="l"/>
            <a:fld id="{7CCB2094-95CE-4D35-855B-DA1FFB6107D2}" type="slidenum">
              <a:rPr lang="en-US" smtClean="0"/>
              <a:pPr/>
              <a:t>‹#›</a:t>
            </a:fld>
            <a:endParaRPr lang="en-US" dirty="0"/>
          </a:p>
        </p:txBody>
      </p:sp>
      <p:grpSp>
        <p:nvGrpSpPr>
          <p:cNvPr id="7" name="Obstruction_Check" hidden="1">
            <a:extLst>
              <a:ext uri="{FF2B5EF4-FFF2-40B4-BE49-F238E27FC236}">
                <a16:creationId xmlns:a16="http://schemas.microsoft.com/office/drawing/2014/main" id="{5B8A98AE-D536-4262-AB24-1BC6C3613E0B}"/>
              </a:ext>
            </a:extLst>
          </p:cNvPr>
          <p:cNvGrpSpPr/>
          <p:nvPr/>
        </p:nvGrpSpPr>
        <p:grpSpPr>
          <a:xfrm>
            <a:off x="7467600" y="1219200"/>
            <a:ext cx="3451225" cy="5638800"/>
            <a:chOff x="7467600" y="1219200"/>
            <a:chExt cx="3451225" cy="5638800"/>
          </a:xfrm>
        </p:grpSpPr>
        <p:sp>
          <p:nvSpPr>
            <p:cNvPr id="16" name="Obscured_Zone">
              <a:extLst>
                <a:ext uri="{FF2B5EF4-FFF2-40B4-BE49-F238E27FC236}">
                  <a16:creationId xmlns:a16="http://schemas.microsoft.com/office/drawing/2014/main" id="{4431783A-D296-4466-809F-49244F6A497B}"/>
                </a:ext>
              </a:extLst>
            </p:cNvPr>
            <p:cNvSpPr/>
            <p:nvPr/>
          </p:nvSpPr>
          <p:spPr>
            <a:xfrm>
              <a:off x="7900987" y="1371600"/>
              <a:ext cx="2707919" cy="5486400"/>
            </a:xfrm>
            <a:prstGeom prst="rect">
              <a:avLst/>
            </a:prstGeom>
            <a:solidFill>
              <a:srgbClr val="FEECEA"/>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2286000" rIns="0" bIns="0" rtlCol="0" anchor="t" anchorCtr="0"/>
            <a:lstStyle/>
            <a:p>
              <a:pPr algn="ctr"/>
              <a:r>
                <a:rPr lang="en-US" dirty="0">
                  <a:solidFill>
                    <a:schemeClr val="accent2"/>
                  </a:solidFill>
                </a:rPr>
                <a:t>Obscured zone</a:t>
              </a:r>
            </a:p>
          </p:txBody>
        </p:sp>
        <p:pic>
          <p:nvPicPr>
            <p:cNvPr id="19" name="Obscured_Speaker">
              <a:extLst>
                <a:ext uri="{FF2B5EF4-FFF2-40B4-BE49-F238E27FC236}">
                  <a16:creationId xmlns:a16="http://schemas.microsoft.com/office/drawing/2014/main" id="{2EF13E4F-BCA9-4EE4-B237-898AA9B1808D}"/>
                </a:ext>
                <a:ext uri="{C183D7F6-B498-43B3-948B-1728B52AA6E4}">
                  <adec:decorative xmlns:adec="http://schemas.microsoft.com/office/drawing/2017/decorative" val="1"/>
                </a:ext>
              </a:extLst>
            </p:cNvPr>
            <p:cNvPicPr>
              <a:picLocks noChangeAspect="1" noChangeArrowheads="1"/>
            </p:cNvPicPr>
            <p:nvPr/>
          </p:nvPicPr>
          <p:blipFill>
            <a:blip r:embed="rId66" cstate="screen">
              <a:duotone>
                <a:schemeClr val="accent2">
                  <a:shade val="45000"/>
                  <a:satMod val="135000"/>
                </a:schemeClr>
                <a:prstClr val="white"/>
              </a:duotone>
              <a:alphaModFix amt="35000"/>
              <a:extLst>
                <a:ext uri="{28A0092B-C50C-407E-A947-70E740481C1C}">
                  <a14:useLocalDpi xmlns:a14="http://schemas.microsoft.com/office/drawing/2010/main"/>
                </a:ext>
              </a:extLst>
            </a:blip>
            <a:srcRect/>
            <a:stretch>
              <a:fillRect/>
            </a:stretch>
          </p:blipFill>
          <p:spPr bwMode="auto">
            <a:xfrm>
              <a:off x="7467600" y="1219200"/>
              <a:ext cx="3451225" cy="563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 name="Text Placeholder 2">
            <a:extLst>
              <a:ext uri="{FF2B5EF4-FFF2-40B4-BE49-F238E27FC236}">
                <a16:creationId xmlns:a16="http://schemas.microsoft.com/office/drawing/2014/main" id="{4A9522F5-444A-465A-97F6-58B7BEEA4630}"/>
              </a:ext>
            </a:extLst>
          </p:cNvPr>
          <p:cNvSpPr>
            <a:spLocks noGrp="1"/>
          </p:cNvSpPr>
          <p:nvPr>
            <p:ph type="body" idx="1"/>
          </p:nvPr>
        </p:nvSpPr>
        <p:spPr>
          <a:xfrm>
            <a:off x="660400" y="1602223"/>
            <a:ext cx="10868024" cy="460807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Watermark_SEL_Confidential" hidden="1">
            <a:extLst>
              <a:ext uri="{FF2B5EF4-FFF2-40B4-BE49-F238E27FC236}">
                <a16:creationId xmlns:a16="http://schemas.microsoft.com/office/drawing/2014/main" id="{67417B99-F416-417A-BAA9-DEAA5F1183D3}"/>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12" name="Left_Watermark_SEL_Confidential" hidden="1">
            <a:extLst>
              <a:ext uri="{FF2B5EF4-FFF2-40B4-BE49-F238E27FC236}">
                <a16:creationId xmlns:a16="http://schemas.microsoft.com/office/drawing/2014/main" id="{0D3A0711-FEDA-4E8A-AAA0-68AD50DE4F48}"/>
              </a:ext>
            </a:extLst>
          </p:cNvPr>
          <p:cNvSpPr txBox="1">
            <a:spLocks/>
          </p:cNvSpPr>
          <p:nvPr/>
        </p:nvSpPr>
        <p:spPr>
          <a:xfrm>
            <a:off x="403518"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2" name="Title Placeholder 1">
            <a:extLst>
              <a:ext uri="{FF2B5EF4-FFF2-40B4-BE49-F238E27FC236}">
                <a16:creationId xmlns:a16="http://schemas.microsoft.com/office/drawing/2014/main" id="{853D8609-C89A-493B-BC24-2916F40B090D}"/>
              </a:ext>
            </a:extLst>
          </p:cNvPr>
          <p:cNvSpPr>
            <a:spLocks noGrp="1"/>
          </p:cNvSpPr>
          <p:nvPr>
            <p:ph type="title"/>
          </p:nvPr>
        </p:nvSpPr>
        <p:spPr>
          <a:xfrm>
            <a:off x="660400" y="582627"/>
            <a:ext cx="10868024" cy="1108061"/>
          </a:xfrm>
          <a:prstGeom prst="rect">
            <a:avLst/>
          </a:prstGeom>
        </p:spPr>
        <p:txBody>
          <a:bodyPr vert="horz" lIns="0" tIns="0" rIns="0" bIns="0" rtlCol="0" anchor="t" anchorCtr="0">
            <a:noAutofit/>
          </a:bodyPr>
          <a:lstStyle/>
          <a:p>
            <a:r>
              <a:rPr lang="en-US"/>
              <a:t>Click to edit Master title style</a:t>
            </a:r>
            <a:endParaRPr lang="en-US" dirty="0"/>
          </a:p>
        </p:txBody>
      </p:sp>
    </p:spTree>
    <p:extLst>
      <p:ext uri="{BB962C8B-B14F-4D97-AF65-F5344CB8AC3E}">
        <p14:creationId xmlns:p14="http://schemas.microsoft.com/office/powerpoint/2010/main" val="3482388716"/>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157" r:id="rId5"/>
    <p:sldLayoutId id="2147484158" r:id="rId6"/>
    <p:sldLayoutId id="2147484159" r:id="rId7"/>
    <p:sldLayoutId id="2147484160" r:id="rId8"/>
    <p:sldLayoutId id="2147484161" r:id="rId9"/>
    <p:sldLayoutId id="2147484162" r:id="rId10"/>
    <p:sldLayoutId id="2147484210" r:id="rId11"/>
    <p:sldLayoutId id="2147484163" r:id="rId12"/>
    <p:sldLayoutId id="2147484164" r:id="rId13"/>
    <p:sldLayoutId id="2147484215" r:id="rId14"/>
    <p:sldLayoutId id="2147484165" r:id="rId15"/>
    <p:sldLayoutId id="2147484166" r:id="rId16"/>
    <p:sldLayoutId id="2147484167" r:id="rId17"/>
    <p:sldLayoutId id="2147484168" r:id="rId18"/>
    <p:sldLayoutId id="2147484169" r:id="rId19"/>
    <p:sldLayoutId id="2147484172" r:id="rId20"/>
    <p:sldLayoutId id="2147484211" r:id="rId21"/>
    <p:sldLayoutId id="2147484170" r:id="rId22"/>
    <p:sldLayoutId id="2147484171" r:id="rId23"/>
    <p:sldLayoutId id="2147484209" r:id="rId24"/>
    <p:sldLayoutId id="2147484173" r:id="rId25"/>
    <p:sldLayoutId id="2147484174" r:id="rId26"/>
    <p:sldLayoutId id="2147484175" r:id="rId27"/>
    <p:sldLayoutId id="2147484176" r:id="rId28"/>
    <p:sldLayoutId id="2147484177" r:id="rId29"/>
    <p:sldLayoutId id="2147484178" r:id="rId30"/>
    <p:sldLayoutId id="2147484212" r:id="rId31"/>
    <p:sldLayoutId id="2147484179" r:id="rId32"/>
    <p:sldLayoutId id="2147484180" r:id="rId33"/>
    <p:sldLayoutId id="2147484181" r:id="rId34"/>
    <p:sldLayoutId id="2147484213" r:id="rId35"/>
    <p:sldLayoutId id="2147484182" r:id="rId36"/>
    <p:sldLayoutId id="2147484183" r:id="rId37"/>
    <p:sldLayoutId id="2147484184" r:id="rId38"/>
    <p:sldLayoutId id="2147484185" r:id="rId39"/>
    <p:sldLayoutId id="2147484186" r:id="rId40"/>
    <p:sldLayoutId id="2147484187" r:id="rId41"/>
    <p:sldLayoutId id="2147484188" r:id="rId42"/>
    <p:sldLayoutId id="2147484189" r:id="rId43"/>
    <p:sldLayoutId id="2147484190" r:id="rId44"/>
    <p:sldLayoutId id="2147484191" r:id="rId45"/>
    <p:sldLayoutId id="2147484192" r:id="rId46"/>
    <p:sldLayoutId id="2147484193" r:id="rId47"/>
    <p:sldLayoutId id="2147484194" r:id="rId48"/>
    <p:sldLayoutId id="2147484195" r:id="rId49"/>
    <p:sldLayoutId id="2147484196" r:id="rId50"/>
    <p:sldLayoutId id="2147484197" r:id="rId51"/>
    <p:sldLayoutId id="2147484214" r:id="rId52"/>
    <p:sldLayoutId id="2147484198" r:id="rId53"/>
    <p:sldLayoutId id="2147484199" r:id="rId54"/>
    <p:sldLayoutId id="2147484200" r:id="rId55"/>
    <p:sldLayoutId id="2147484201" r:id="rId56"/>
    <p:sldLayoutId id="2147484202" r:id="rId57"/>
    <p:sldLayoutId id="2147484216" r:id="rId58"/>
    <p:sldLayoutId id="2147484203" r:id="rId59"/>
    <p:sldLayoutId id="2147484204" r:id="rId60"/>
    <p:sldLayoutId id="2147484205" r:id="rId61"/>
    <p:sldLayoutId id="2147484206" r:id="rId62"/>
    <p:sldLayoutId id="2147484207" r:id="rId63"/>
    <p:sldLayoutId id="2147484208" r:id="rId64"/>
  </p:sldLayoutIdLst>
  <p:txStyles>
    <p:titleStyle>
      <a:lvl1pPr algn="l" defTabSz="914400" rtl="0" eaLnBrk="1" latinLnBrk="0" hangingPunct="1">
        <a:lnSpc>
          <a:spcPct val="90000"/>
        </a:lnSpc>
        <a:spcBef>
          <a:spcPct val="0"/>
        </a:spcBef>
        <a:buNone/>
        <a:defRPr sz="4000" b="1" kern="1200">
          <a:solidFill>
            <a:schemeClr val="accent1"/>
          </a:solidFill>
          <a:latin typeface="+mj-lt"/>
          <a:ea typeface="+mj-ea"/>
          <a:cs typeface="+mj-cs"/>
        </a:defRPr>
      </a:lvl1pPr>
    </p:titleStyle>
    <p:bodyStyle>
      <a:lvl1pPr marL="342900" indent="-342900" algn="l" defTabSz="914400" rtl="0" eaLnBrk="1" latinLnBrk="0" hangingPunct="1">
        <a:lnSpc>
          <a:spcPct val="110000"/>
        </a:lnSpc>
        <a:spcBef>
          <a:spcPts val="0"/>
        </a:spcBef>
        <a:spcAft>
          <a:spcPts val="2000"/>
        </a:spcAft>
        <a:buClr>
          <a:schemeClr val="tx1"/>
        </a:buClr>
        <a:buSzPct val="75000"/>
        <a:buFont typeface="Wingdings" panose="05000000000000000000" pitchFamily="2" charset="2"/>
        <a:buChar char="§"/>
        <a:defRPr sz="2800" kern="1200">
          <a:solidFill>
            <a:schemeClr val="tx1"/>
          </a:solidFill>
          <a:latin typeface="+mn-lt"/>
          <a:ea typeface="+mn-ea"/>
          <a:cs typeface="+mn-cs"/>
        </a:defRPr>
      </a:lvl1pPr>
      <a:lvl2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2pPr>
      <a:lvl3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3pPr>
      <a:lvl4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4pPr>
      <a:lvl5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5pPr>
      <a:lvl6pPr marL="800100" indent="-342900"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6pPr>
      <a:lvl7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7pPr>
      <a:lvl8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8pPr>
      <a:lvl9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0" algn="l" defTabSz="914400" rtl="0" eaLnBrk="1" latinLnBrk="0" hangingPunct="1">
        <a:defRPr sz="2000" kern="1200">
          <a:solidFill>
            <a:schemeClr val="tx1"/>
          </a:solidFill>
          <a:latin typeface="+mn-lt"/>
          <a:ea typeface="+mn-ea"/>
          <a:cs typeface="+mn-cs"/>
        </a:defRPr>
      </a:lvl2pPr>
      <a:lvl3pPr marL="0" algn="l" defTabSz="914400" rtl="0" eaLnBrk="1" latinLnBrk="0" hangingPunct="1">
        <a:defRPr sz="2000" kern="1200">
          <a:solidFill>
            <a:schemeClr val="tx1"/>
          </a:solidFill>
          <a:latin typeface="+mn-lt"/>
          <a:ea typeface="+mn-ea"/>
          <a:cs typeface="+mn-cs"/>
        </a:defRPr>
      </a:lvl3pPr>
      <a:lvl4pPr marL="0" algn="l" defTabSz="914400" rtl="0" eaLnBrk="1" latinLnBrk="0" hangingPunct="1">
        <a:defRPr sz="2000" kern="1200">
          <a:solidFill>
            <a:schemeClr val="tx1"/>
          </a:solidFill>
          <a:latin typeface="+mn-lt"/>
          <a:ea typeface="+mn-ea"/>
          <a:cs typeface="+mn-cs"/>
        </a:defRPr>
      </a:lvl4pPr>
      <a:lvl5pPr marL="0" algn="l" defTabSz="914400" rtl="0" eaLnBrk="1" latinLnBrk="0" hangingPunct="1">
        <a:defRPr sz="2000" kern="1200">
          <a:solidFill>
            <a:schemeClr val="tx1"/>
          </a:solidFill>
          <a:latin typeface="+mn-lt"/>
          <a:ea typeface="+mn-ea"/>
          <a:cs typeface="+mn-cs"/>
        </a:defRPr>
      </a:lvl5pPr>
      <a:lvl6pPr marL="0" algn="l" defTabSz="914400" rtl="0" eaLnBrk="1" latinLnBrk="0" hangingPunct="1">
        <a:defRPr sz="2000" kern="1200">
          <a:solidFill>
            <a:schemeClr val="tx1"/>
          </a:solidFill>
          <a:latin typeface="+mn-lt"/>
          <a:ea typeface="+mn-ea"/>
          <a:cs typeface="+mn-cs"/>
        </a:defRPr>
      </a:lvl6pPr>
      <a:lvl7pPr marL="0" algn="l" defTabSz="914400" rtl="0" eaLnBrk="1" latinLnBrk="0" hangingPunct="1">
        <a:defRPr sz="2000" kern="1200">
          <a:solidFill>
            <a:schemeClr val="tx1"/>
          </a:solidFill>
          <a:latin typeface="+mn-lt"/>
          <a:ea typeface="+mn-ea"/>
          <a:cs typeface="+mn-cs"/>
        </a:defRPr>
      </a:lvl7pPr>
      <a:lvl8pPr marL="0" algn="l" defTabSz="914400" rtl="0" eaLnBrk="1" latinLnBrk="0" hangingPunct="1">
        <a:defRPr sz="2000" kern="1200">
          <a:solidFill>
            <a:schemeClr val="tx1"/>
          </a:solidFill>
          <a:latin typeface="+mn-lt"/>
          <a:ea typeface="+mn-ea"/>
          <a:cs typeface="+mn-cs"/>
        </a:defRPr>
      </a:lvl8pPr>
      <a:lvl9pPr marL="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67" pos="4977">
          <p15:clr>
            <a:srgbClr val="000000"/>
          </p15:clr>
        </p15:guide>
        <p15:guide id="68" pos="2701">
          <p15:clr>
            <a:srgbClr val="000000"/>
          </p15:clr>
        </p15:guide>
        <p15:guide id="69" orient="horz" pos="2160">
          <p15:clr>
            <a:srgbClr val="F26B43"/>
          </p15:clr>
        </p15:guide>
        <p15:guide id="70" pos="3840">
          <p15:clr>
            <a:srgbClr val="F26B43"/>
          </p15:clr>
        </p15:guide>
        <p15:guide id="81" orient="horz" pos="1944">
          <p15:clr>
            <a:srgbClr val="A4A3A4"/>
          </p15:clr>
        </p15:guide>
        <p15:guide id="85" pos="3081">
          <p15:clr>
            <a:srgbClr val="A4A3A4"/>
          </p15:clr>
        </p15:guide>
        <p15:guide id="86" pos="4602">
          <p15:clr>
            <a:srgbClr val="A4A3A4"/>
          </p15:clr>
        </p15:guide>
        <p15:guide id="91" pos="1560">
          <p15:clr>
            <a:srgbClr val="A4A3A4"/>
          </p15:clr>
        </p15:guide>
        <p15:guide id="92" pos="6120">
          <p15:clr>
            <a:srgbClr val="A4A3A4"/>
          </p15:clr>
        </p15:guide>
        <p15:guide id="156" orient="horz" pos="408" userDrawn="1">
          <p15:clr>
            <a:srgbClr val="F26B43"/>
          </p15:clr>
        </p15:guide>
        <p15:guide id="157" orient="horz" pos="3912" userDrawn="1">
          <p15:clr>
            <a:srgbClr val="000000"/>
          </p15:clr>
        </p15:guide>
        <p15:guide id="158" orient="horz" pos="627" userDrawn="1">
          <p15:clr>
            <a:srgbClr val="A4A3A4"/>
          </p15:clr>
        </p15:guide>
        <p15:guide id="159" orient="horz" pos="3690" userDrawn="1">
          <p15:clr>
            <a:srgbClr val="A4A3A4"/>
          </p15:clr>
        </p15:guide>
        <p15:guide id="160" pos="7262" userDrawn="1">
          <p15:clr>
            <a:srgbClr val="F26B43"/>
          </p15:clr>
        </p15:guide>
        <p15:guide id="161" orient="horz" pos="846" userDrawn="1">
          <p15:clr>
            <a:srgbClr val="A4A3A4"/>
          </p15:clr>
        </p15:guide>
        <p15:guide id="162" orient="horz" pos="3471" userDrawn="1">
          <p15:clr>
            <a:srgbClr val="A4A3A4"/>
          </p15:clr>
        </p15:guide>
        <p15:guide id="163" orient="horz" pos="1065" userDrawn="1">
          <p15:clr>
            <a:srgbClr val="547EBF"/>
          </p15:clr>
        </p15:guide>
        <p15:guide id="164" orient="horz" pos="3252" userDrawn="1">
          <p15:clr>
            <a:srgbClr val="A4A3A4"/>
          </p15:clr>
        </p15:guide>
        <p15:guide id="165" orient="horz" pos="1285" userDrawn="1">
          <p15:clr>
            <a:srgbClr val="A4A3A4"/>
          </p15:clr>
        </p15:guide>
        <p15:guide id="166" orient="horz" pos="3038" userDrawn="1">
          <p15:clr>
            <a:srgbClr val="A4A3A4"/>
          </p15:clr>
        </p15:guide>
        <p15:guide id="167" orient="horz" pos="1504" userDrawn="1">
          <p15:clr>
            <a:srgbClr val="A4A3A4"/>
          </p15:clr>
        </p15:guide>
        <p15:guide id="168" orient="horz" pos="2819" userDrawn="1">
          <p15:clr>
            <a:srgbClr val="A4A3A4"/>
          </p15:clr>
        </p15:guide>
        <p15:guide id="169" orient="horz" pos="1723" userDrawn="1">
          <p15:clr>
            <a:srgbClr val="A4A3A4"/>
          </p15:clr>
        </p15:guide>
        <p15:guide id="170" orient="horz" pos="2600" userDrawn="1">
          <p15:clr>
            <a:srgbClr val="A4A3A4"/>
          </p15:clr>
        </p15:guide>
        <p15:guide id="171" pos="3460" userDrawn="1">
          <p15:clr>
            <a:srgbClr val="A4A3A4"/>
          </p15:clr>
        </p15:guide>
        <p15:guide id="172" pos="2320" userDrawn="1">
          <p15:clr>
            <a:srgbClr val="A4A3A4"/>
          </p15:clr>
        </p15:guide>
        <p15:guide id="173" pos="5359" userDrawn="1">
          <p15:clr>
            <a:srgbClr val="A4A3A4"/>
          </p15:clr>
        </p15:guide>
        <p15:guide id="174" pos="1938" userDrawn="1">
          <p15:clr>
            <a:srgbClr val="A4A3A4"/>
          </p15:clr>
        </p15:guide>
        <p15:guide id="175" pos="5741" userDrawn="1">
          <p15:clr>
            <a:srgbClr val="A4A3A4"/>
          </p15:clr>
        </p15:guide>
        <p15:guide id="176" pos="1176" userDrawn="1">
          <p15:clr>
            <a:srgbClr val="A4A3A4"/>
          </p15:clr>
        </p15:guide>
        <p15:guide id="177" pos="800" userDrawn="1">
          <p15:clr>
            <a:srgbClr val="A4A3A4"/>
          </p15:clr>
        </p15:guide>
        <p15:guide id="178" pos="6881" userDrawn="1">
          <p15:clr>
            <a:srgbClr val="A4A3A4"/>
          </p15:clr>
        </p15:guide>
        <p15:guide id="179" pos="6499" userDrawn="1">
          <p15:clr>
            <a:srgbClr val="A4A3A4"/>
          </p15:clr>
        </p15:guide>
        <p15:guide id="180" pos="4219" userDrawn="1">
          <p15:clr>
            <a:srgbClr val="A4A3A4"/>
          </p15:clr>
        </p15:guide>
        <p15:guide id="181" pos="416" userDrawn="1">
          <p15:clr>
            <a:srgbClr val="F26B43"/>
          </p15:clr>
        </p15:guide>
        <p15:guide id="182" orient="horz" pos="2376"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October 2026</a:t>
            </a:r>
          </a:p>
        </p:txBody>
      </p:sp>
      <p:sp>
        <p:nvSpPr>
          <p:cNvPr id="3" name="Text Placeholder 2"/>
          <p:cNvSpPr>
            <a:spLocks noGrp="1"/>
          </p:cNvSpPr>
          <p:nvPr>
            <p:ph type="body" idx="10" sz="quarter"/>
          </p:nvPr>
        </p:nvSpPr>
        <p:spPr/>
        <p:txBody>
          <a:bodyPr/>
          <a:lstStyle/>
          <a:p>
            <a:r>
              <a:rPr sz="2000"/>
              <a:t>Caleb Hansen, Genevieve Kochel</a:t>
            </a:r>
          </a:p>
          <a:p>
            <a:r>
              <a:rPr sz="2000"/>
              <a:t>Darron Li, Lucas Phillips</a:t>
            </a:r>
          </a:p>
        </p:txBody>
      </p:sp>
      <p:sp>
        <p:nvSpPr>
          <p:cNvPr id="4" name="Text Placeholder 3"/>
          <p:cNvSpPr>
            <a:spLocks noGrp="1"/>
          </p:cNvSpPr>
          <p:nvPr>
            <p:ph type="body" idx="11" sz="quarter"/>
          </p:nvPr>
        </p:nvSpPr>
        <p:spPr/>
        <p:txBody>
          <a:bodyPr/>
          <a:lstStyle/>
          <a:p>
            <a:r>
              <a:rPr sz="2000"/>
              <a:t>CptS 423, Team 03-SEL-BFSDK</a:t>
            </a:r>
          </a:p>
          <a:p>
            <a:r>
              <a:rPr sz="2000"/>
              <a:t>Client Joe Stanley, SEL</a:t>
            </a:r>
          </a:p>
        </p:txBody>
      </p:sp>
      <p:sp>
        <p:nvSpPr>
          <p:cNvPr id="5" name="Title 4"/>
          <p:cNvSpPr>
            <a:spLocks noGrp="1"/>
          </p:cNvSpPr>
          <p:nvPr>
            <p:ph type="title"/>
          </p:nvPr>
        </p:nvSpPr>
        <p:spPr/>
        <p:txBody>
          <a:bodyPr/>
          <a:lstStyle/>
          <a:p>
            <a:r>
              <a:t>SEL Blueframe Python SDK, Sprint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a:t>
            </a:r>
          </a:p>
        </p:txBody>
      </p:sp>
      <p:sp>
        <p:nvSpPr>
          <p:cNvPr id="3" name="Rectangle 2"/>
          <p:cNvSpPr/>
          <p:nvPr/>
        </p:nvSpPr>
        <p:spPr>
          <a:xfrm>
            <a:off x="658368" y="1737360"/>
            <a:ext cx="5120640" cy="2103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The project</a:t>
            </a:r>
          </a:p>
          <a:p>
            <a:pPr>
              <a:spcAft>
                <a:spcPts val="500"/>
              </a:spcAft>
            </a:pPr>
            <a:r>
              <a:rPr sz="1500">
                <a:solidFill>
                  <a:srgbClr val="003A5D"/>
                </a:solidFill>
              </a:rPr>
              <a:t>Blueframe apps move grid data through Signal Hub. SEL has Go and C# clients, but most engineers write Python.</a:t>
            </a:r>
          </a:p>
          <a:p>
            <a:pPr>
              <a:spcAft>
                <a:spcPts val="500"/>
              </a:spcAft>
            </a:pPr>
            <a:r>
              <a:rPr sz="1500">
                <a:solidFill>
                  <a:srgbClr val="003A5D"/>
                </a:solidFill>
              </a:rPr>
              <a:t>The SDK wraps an existing client so SEL never maintains a third copy.</a:t>
            </a:r>
          </a:p>
        </p:txBody>
      </p:sp>
      <p:sp>
        <p:nvSpPr>
          <p:cNvPr id="4" name="Rectangle 3"/>
          <p:cNvSpPr/>
          <p:nvPr/>
        </p:nvSpPr>
        <p:spPr>
          <a:xfrm>
            <a:off x="658368" y="4023360"/>
            <a:ext cx="512064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Sprint 5 goal</a:t>
            </a:r>
          </a:p>
          <a:p>
            <a:pPr>
              <a:spcAft>
                <a:spcPts val="500"/>
              </a:spcAft>
            </a:pPr>
            <a:r>
              <a:rPr sz="1500">
                <a:solidFill>
                  <a:srgbClr val="003A5D"/>
                </a:solidFill>
              </a:rPr>
              <a:t>Python bindings that a script can import for publish and subscribe, automated tests, compatibility results, and first user docs.</a:t>
            </a:r>
          </a:p>
        </p:txBody>
      </p:sp>
      <p:sp>
        <p:nvSpPr>
          <p:cNvPr id="5" name="Rectangle 4"/>
          <p:cNvSpPr/>
          <p:nvPr/>
        </p:nvSpPr>
        <p:spPr>
          <a:xfrm>
            <a:off x="6126480" y="173736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Lucas Phillips</a:t>
            </a:r>
          </a:p>
          <a:p>
            <a:pPr>
              <a:spcAft>
                <a:spcPts val="500"/>
              </a:spcAft>
            </a:pPr>
            <a:r>
              <a:rPr sz="1600">
                <a:solidFill>
                  <a:srgbClr val="003A5D"/>
                </a:solidFill>
              </a:rPr>
              <a:t>Bindings on the bridge, Python.NET spike, docs</a:t>
            </a:r>
          </a:p>
        </p:txBody>
      </p:sp>
      <p:sp>
        <p:nvSpPr>
          <p:cNvPr id="6" name="Rectangle 5"/>
          <p:cNvSpPr/>
          <p:nvPr/>
        </p:nvSpPr>
        <p:spPr>
          <a:xfrm>
            <a:off x="6126480" y="2834639"/>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Caleb Hansen</a:t>
            </a:r>
          </a:p>
          <a:p>
            <a:pPr>
              <a:spcAft>
                <a:spcPts val="500"/>
              </a:spcAft>
            </a:pPr>
            <a:r>
              <a:rPr sz="1600">
                <a:solidFill>
                  <a:srgbClr val="003A5D"/>
                </a:solidFill>
              </a:rPr>
              <a:t>Test harness owner, repo and CI</a:t>
            </a:r>
          </a:p>
        </p:txBody>
      </p:sp>
      <p:sp>
        <p:nvSpPr>
          <p:cNvPr id="7" name="Rectangle 6"/>
          <p:cNvSpPr/>
          <p:nvPr/>
        </p:nvSpPr>
        <p:spPr>
          <a:xfrm>
            <a:off x="6126480" y="393192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Genevieve Kochel</a:t>
            </a:r>
          </a:p>
          <a:p>
            <a:pPr>
              <a:spcAft>
                <a:spcPts val="500"/>
              </a:spcAft>
            </a:pPr>
            <a:r>
              <a:rPr sz="1600">
                <a:solidFill>
                  <a:srgbClr val="003A5D"/>
                </a:solidFill>
              </a:rPr>
              <a:t>C# client evaluation (#36), user docs owner</a:t>
            </a:r>
          </a:p>
        </p:txBody>
      </p:sp>
      <p:sp>
        <p:nvSpPr>
          <p:cNvPr id="8" name="Rectangle 7"/>
          <p:cNvSpPr/>
          <p:nvPr/>
        </p:nvSpPr>
        <p:spPr>
          <a:xfrm>
            <a:off x="6126480" y="502920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Darron Li</a:t>
            </a:r>
          </a:p>
          <a:p>
            <a:pPr>
              <a:spcAft>
                <a:spcPts val="500"/>
              </a:spcAft>
            </a:pPr>
            <a:r>
              <a:rPr sz="1600">
                <a:solidFill>
                  <a:srgbClr val="003A5D"/>
                </a:solidFill>
              </a:rPr>
              <a:t>&lt;placeholder&gt; Compatibility roadmap alignment &lt;/placeholder&gt;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Objectives</a:t>
            </a:r>
          </a:p>
        </p:txBody>
      </p:sp>
      <p:sp>
        <p:nvSpPr>
          <p:cNvPr id="3" name="Rectangle 2"/>
          <p:cNvSpPr/>
          <p:nvPr/>
        </p:nvSpPr>
        <p:spPr>
          <a:xfrm>
            <a:off x="658368"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Python bindings</a:t>
            </a:r>
          </a:p>
          <a:p>
            <a:pPr>
              <a:spcAft>
                <a:spcPts val="500"/>
              </a:spcAft>
            </a:pPr>
            <a:r>
              <a:rPr sz="1600">
                <a:solidFill>
                  <a:srgbClr val="003A5D"/>
                </a:solidFill>
              </a:rPr>
              <a:t>A Python program imports the wrapper and uses publish and subscribe.</a:t>
            </a:r>
          </a:p>
        </p:txBody>
      </p:sp>
      <p:sp>
        <p:nvSpPr>
          <p:cNvPr id="4" name="Rectangle 3"/>
          <p:cNvSpPr/>
          <p:nvPr/>
        </p:nvSpPr>
        <p:spPr>
          <a:xfrm>
            <a:off x="3419856"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Automated tests</a:t>
            </a:r>
          </a:p>
          <a:p>
            <a:pPr>
              <a:spcAft>
                <a:spcPts val="500"/>
              </a:spcAft>
            </a:pPr>
            <a:r>
              <a:rPr sz="1600">
                <a:solidFill>
                  <a:srgbClr val="003A5D"/>
                </a:solidFill>
              </a:rPr>
              <a:t>Normal use, errors, limits and concurrency, run automatically.</a:t>
            </a:r>
          </a:p>
        </p:txBody>
      </p:sp>
      <p:sp>
        <p:nvSpPr>
          <p:cNvPr id="5" name="Rectangle 4"/>
          <p:cNvSpPr/>
          <p:nvPr/>
        </p:nvSpPr>
        <p:spPr>
          <a:xfrm>
            <a:off x="6181344"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Compatibility</a:t>
            </a:r>
          </a:p>
          <a:p>
            <a:pPr>
              <a:spcAft>
                <a:spcPts val="500"/>
              </a:spcAft>
            </a:pPr>
            <a:r>
              <a:rPr sz="1600">
                <a:solidFill>
                  <a:srgbClr val="003A5D"/>
                </a:solidFill>
              </a:rPr>
              <a:t>Agreed Python version and operating systems, with test logs.</a:t>
            </a:r>
          </a:p>
        </p:txBody>
      </p:sp>
      <p:sp>
        <p:nvSpPr>
          <p:cNvPr id="6" name="Rectangle 5"/>
          <p:cNvSpPr/>
          <p:nvPr/>
        </p:nvSpPr>
        <p:spPr>
          <a:xfrm>
            <a:off x="8942832"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User docs</a:t>
            </a:r>
          </a:p>
          <a:p>
            <a:pPr>
              <a:spcAft>
                <a:spcPts val="500"/>
              </a:spcAft>
            </a:pPr>
            <a:r>
              <a:rPr sz="1600">
                <a:solidFill>
                  <a:srgbClr val="003A5D"/>
                </a:solidFill>
              </a:rPr>
              <a:t>Install, setup, API and a pub/sub example a developer can follow.</a:t>
            </a:r>
          </a:p>
        </p:txBody>
      </p:sp>
      <p:sp>
        <p:nvSpPr>
          <p:cNvPr id="7" name="Rectangle 6"/>
          <p:cNvSpPr/>
          <p:nvPr/>
        </p:nvSpPr>
        <p:spPr>
          <a:xfrm>
            <a:off x="65836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Why these</a:t>
            </a:r>
          </a:p>
          <a:p>
            <a:pPr>
              <a:spcAft>
                <a:spcPts val="500"/>
              </a:spcAft>
            </a:pPr>
            <a:r>
              <a:rPr sz="1600">
                <a:solidFill>
                  <a:srgbClr val="003A5D"/>
                </a:solidFill>
              </a:rPr>
              <a:t>Joe agreed on September 28 to move to the C# client and keep the Go bridge as the fallback.</a:t>
            </a:r>
          </a:p>
          <a:p>
            <a:pPr>
              <a:spcAft>
                <a:spcPts val="500"/>
              </a:spcAft>
            </a:pPr>
            <a:r>
              <a:rPr sz="1600">
                <a:solidFill>
                  <a:srgbClr val="003A5D"/>
                </a:solidFill>
              </a:rPr>
              <a:t>Sprint 6 is the handoff, so the SDK has to be tested and documented now.</a:t>
            </a:r>
          </a:p>
        </p:txBody>
      </p:sp>
      <p:sp>
        <p:nvSpPr>
          <p:cNvPr id="8" name="Rectangle 7"/>
          <p:cNvSpPr/>
          <p:nvPr/>
        </p:nvSpPr>
        <p:spPr>
          <a:xfrm>
            <a:off x="619048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Long term vision</a:t>
            </a:r>
          </a:p>
          <a:p>
            <a:pPr>
              <a:spcAft>
                <a:spcPts val="500"/>
              </a:spcAft>
            </a:pPr>
            <a:r>
              <a:rPr sz="1600">
                <a:solidFill>
                  <a:srgbClr val="003A5D"/>
                </a:solidFill>
              </a:rPr>
              <a:t>Engineers script Signal Hub from Python with numpy in and out.</a:t>
            </a:r>
          </a:p>
          <a:p>
            <a:pPr>
              <a:spcAft>
                <a:spcPts val="500"/>
              </a:spcAft>
            </a:pPr>
            <a:r>
              <a:rPr sz="1600">
                <a:solidFill>
                  <a:srgbClr val="003A5D"/>
                </a:solidFill>
              </a:rPr>
              <a:t>SEL keeps one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Implementation and Demonstration</a:t>
            </a:r>
          </a:p>
        </p:txBody>
      </p:sp>
      <p:graphicFrame>
        <p:nvGraphicFramePr>
          <p:cNvPr id="3" name="Table 2"/>
          <p:cNvGraphicFramePr>
            <a:graphicFrameLocks noGrp="1"/>
          </p:cNvGraphicFramePr>
          <p:nvPr/>
        </p:nvGraphicFramePr>
        <p:xfrm>
          <a:off x="658368" y="1737360"/>
          <a:ext cx="10881360" cy="4023360"/>
        </p:xfrm>
        <a:graphic>
          <a:graphicData uri="http://schemas.openxmlformats.org/drawingml/2006/table">
            <a:tbl>
              <a:tblPr firstRow="1" bandRow="1">
                <a:tableStyleId>{5C22544A-7EE6-4342-B048-85BDC9FD1C3A}</a:tableStyleId>
              </a:tblPr>
              <a:tblGrid>
                <a:gridCol w="914400"/>
                <a:gridCol w="4754880"/>
                <a:gridCol w="1645920"/>
                <a:gridCol w="2468880"/>
                <a:gridCol w="1097280"/>
              </a:tblGrid>
              <a:tr h="402336">
                <a:tc>
                  <a:txBody>
                    <a:bodyPr/>
                    <a:lstStyle/>
                    <a:p>
                      <a:r>
                        <a:rPr sz="1500"/>
                        <a:t>Issue</a:t>
                      </a:r>
                    </a:p>
                  </a:txBody>
                  <a:tcPr/>
                </a:tc>
                <a:tc>
                  <a:txBody>
                    <a:bodyPr/>
                    <a:lstStyle/>
                    <a:p>
                      <a:r>
                        <a:rPr sz="1500"/>
                        <a:t>Feature</a:t>
                      </a:r>
                    </a:p>
                  </a:txBody>
                  <a:tcPr/>
                </a:tc>
                <a:tc>
                  <a:txBody>
                    <a:bodyPr/>
                    <a:lstStyle/>
                    <a:p>
                      <a:r>
                        <a:rPr sz="1500"/>
                        <a:t>Owner</a:t>
                      </a:r>
                    </a:p>
                  </a:txBody>
                  <a:tcPr/>
                </a:tc>
                <a:tc>
                  <a:txBody>
                    <a:bodyPr/>
                    <a:lstStyle/>
                    <a:p>
                      <a:r>
                        <a:rPr sz="1500"/>
                        <a:t>Status</a:t>
                      </a:r>
                    </a:p>
                  </a:txBody>
                  <a:tcPr/>
                </a:tc>
                <a:tc>
                  <a:txBody>
                    <a:bodyPr/>
                    <a:lstStyle/>
                    <a:p>
                      <a:r>
                        <a:rPr sz="1500"/>
                        <a:t>Points</a:t>
                      </a:r>
                    </a:p>
                  </a:txBody>
                  <a:tcPr/>
                </a:tc>
              </a:tr>
              <a:tr h="402336">
                <a:tc>
                  <a:txBody>
                    <a:bodyPr/>
                    <a:lstStyle/>
                    <a:p>
                      <a:r>
                        <a:rPr sz="1500"/>
                        <a:t>#44</a:t>
                      </a:r>
                    </a:p>
                  </a:txBody>
                  <a:tcPr/>
                </a:tc>
                <a:tc>
                  <a:txBody>
                    <a:bodyPr/>
                    <a:lstStyle/>
                    <a:p>
                      <a:r>
                        <a:rPr sz="1500"/>
                        <a:t>Bridge hardening and crash recovery</a:t>
                      </a:r>
                    </a:p>
                  </a:txBody>
                  <a:tcPr/>
                </a:tc>
                <a:tc>
                  <a:txBody>
                    <a:bodyPr/>
                    <a:lstStyle/>
                    <a:p>
                      <a:r>
                        <a:rPr sz="1500"/>
                        <a:t>Lucas</a:t>
                      </a:r>
                    </a:p>
                  </a:txBody>
                  <a:tcPr/>
                </a:tc>
                <a:tc>
                  <a:txBody>
                    <a:bodyPr/>
                    <a:lstStyle/>
                    <a:p>
                      <a:r>
                        <a:rPr sz="1500"/>
                        <a:t>Done</a:t>
                      </a:r>
                    </a:p>
                  </a:txBody>
                  <a:tcPr/>
                </a:tc>
                <a:tc>
                  <a:txBody>
                    <a:bodyPr/>
                    <a:lstStyle/>
                    <a:p>
                      <a:r>
                        <a:rPr sz="1500"/>
                        <a:t>8</a:t>
                      </a:r>
                    </a:p>
                  </a:txBody>
                  <a:tcPr/>
                </a:tc>
              </a:tr>
              <a:tr h="402336">
                <a:tc>
                  <a:txBody>
                    <a:bodyPr/>
                    <a:lstStyle/>
                    <a:p>
                      <a:r>
                        <a:rPr sz="1500"/>
                        <a:t>#45</a:t>
                      </a:r>
                    </a:p>
                  </a:txBody>
                  <a:tcPr/>
                </a:tc>
                <a:tc>
                  <a:txBody>
                    <a:bodyPr/>
                    <a:lstStyle/>
                    <a:p>
                      <a:r>
                        <a:rPr sz="1500"/>
                        <a:t>Demo app for the SDK</a:t>
                      </a:r>
                    </a:p>
                  </a:txBody>
                  <a:tcPr/>
                </a:tc>
                <a:tc>
                  <a:txBody>
                    <a:bodyPr/>
                    <a:lstStyle/>
                    <a:p>
                      <a:r>
                        <a:rPr sz="1500"/>
                        <a:t>Lucas</a:t>
                      </a:r>
                    </a:p>
                  </a:txBody>
                  <a:tcPr/>
                </a:tc>
                <a:tc>
                  <a:txBody>
                    <a:bodyPr/>
                    <a:lstStyle/>
                    <a:p>
                      <a:r>
                        <a:rPr sz="1500"/>
                        <a:t>Done</a:t>
                      </a:r>
                    </a:p>
                  </a:txBody>
                  <a:tcPr/>
                </a:tc>
                <a:tc>
                  <a:txBody>
                    <a:bodyPr/>
                    <a:lstStyle/>
                    <a:p>
                      <a:r>
                        <a:rPr sz="1500"/>
                        <a:t>3</a:t>
                      </a:r>
                    </a:p>
                  </a:txBody>
                  <a:tcPr/>
                </a:tc>
              </a:tr>
              <a:tr h="402336">
                <a:tc>
                  <a:txBody>
                    <a:bodyPr/>
                    <a:lstStyle/>
                    <a:p>
                      <a:r>
                        <a:rPr sz="1500"/>
                        <a:t>#46</a:t>
                      </a:r>
                    </a:p>
                  </a:txBody>
                  <a:tcPr/>
                </a:tc>
                <a:tc>
                  <a:txBody>
                    <a:bodyPr/>
                    <a:lstStyle/>
                    <a:p>
                      <a:r>
                        <a:rPr sz="1500"/>
                        <a:t>Python.NET spike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#48</a:t>
                      </a:r>
                    </a:p>
                  </a:txBody>
                  <a:tcPr/>
                </a:tc>
                <a:tc>
                  <a:txBody>
                    <a:bodyPr/>
                    <a:lstStyle/>
                    <a:p>
                      <a:r>
                        <a:rPr sz="1500"/>
                        <a:t>User guide and pub/sub example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402336">
                <a:tc>
                  <a:txBody>
                    <a:bodyPr/>
                    <a:lstStyle/>
                    <a:p>
                      <a:r>
                        <a:rPr sz="1500"/>
                        <a:t>#49</a:t>
                      </a:r>
                    </a:p>
                  </a:txBody>
                  <a:tcPr/>
                </a:tc>
                <a:tc>
                  <a:txBody>
                    <a:bodyPr/>
                    <a:lstStyle/>
                    <a:p>
                      <a:r>
                        <a:rPr sz="1500"/>
                        <a:t>Compatibility matrix</a:t>
                      </a:r>
                    </a:p>
                  </a:txBody>
                  <a:tcPr/>
                </a:tc>
                <a:tc>
                  <a:txBody>
                    <a:bodyPr/>
                    <a:lstStyle/>
                    <a:p>
                      <a:r>
                        <a:rPr sz="1500"/>
                        <a:t>Lucas</a:t>
                      </a:r>
                    </a:p>
                  </a:txBody>
                  <a:tcPr/>
                </a:tc>
                <a:tc>
                  <a:txBody>
                    <a:bodyPr/>
                    <a:lstStyle/>
                    <a:p>
                      <a:r>
                        <a:rPr sz="1500"/>
                        <a:t>In review</a:t>
                      </a:r>
                    </a:p>
                  </a:txBody>
                  <a:tcPr/>
                </a:tc>
                <a:tc>
                  <a:txBody>
                    <a:bodyPr/>
                    <a:lstStyle/>
                    <a:p>
                      <a:r>
                        <a:rPr sz="1500"/>
                        <a:t>2</a:t>
                      </a:r>
                    </a:p>
                  </a:txBody>
                  <a:tcPr/>
                </a:tc>
              </a:tr>
              <a:tr h="402336">
                <a:tc>
                  <a:txBody>
                    <a:bodyPr/>
                    <a:lstStyle/>
                    <a:p>
                      <a:r>
                        <a:rPr sz="1500"/>
                        <a:t>#52</a:t>
                      </a:r>
                    </a:p>
                  </a:txBody>
                  <a:tcPr/>
                </a:tc>
                <a:tc>
                  <a:txBody>
                    <a:bodyPr/>
                    <a:lstStyle/>
                    <a:p>
                      <a:r>
                        <a:rPr sz="1500"/>
                        <a:t>Test harness CI evidence</a:t>
                      </a:r>
                    </a:p>
                  </a:txBody>
                  <a:tcPr/>
                </a:tc>
                <a:tc>
                  <a:txBody>
                    <a:bodyPr/>
                    <a:lstStyle/>
                    <a:p>
                      <a:r>
                        <a:rPr sz="1500"/>
                        <a:t>Caleb</a:t>
                      </a:r>
                    </a:p>
                  </a:txBody>
                  <a:tcPr/>
                </a:tc>
                <a:tc>
                  <a:txBody>
                    <a:bodyPr/>
                    <a:lstStyle/>
                    <a:p>
                      <a:r>
                        <a:rPr sz="1500"/>
                        <a:t>In progress</a:t>
                      </a:r>
                    </a:p>
                  </a:txBody>
                  <a:tcPr/>
                </a:tc>
                <a:tc>
                  <a:txBody>
                    <a:bodyPr/>
                    <a:lstStyle/>
                    <a:p>
                      <a:r>
                        <a:rPr sz="1500"/>
                        <a:t>2</a:t>
                      </a:r>
                    </a:p>
                  </a:txBody>
                  <a:tcPr/>
                </a:tc>
              </a:tr>
              <a:tr h="402336">
                <a:tc>
                  <a:txBody>
                    <a:bodyPr/>
                    <a:lstStyle/>
                    <a:p>
                      <a:r>
                        <a:rPr sz="1500"/>
                        <a:t>#36</a:t>
                      </a:r>
                    </a:p>
                  </a:txBody>
                  <a:tcPr/>
                </a:tc>
                <a:tc>
                  <a:txBody>
                    <a:bodyPr/>
                    <a:lstStyle/>
                    <a:p>
                      <a:r>
                        <a:rPr sz="1500"/>
                        <a:t>C# client evaluation</a:t>
                      </a:r>
                    </a:p>
                  </a:txBody>
                  <a:tcPr/>
                </a:tc>
                <a:tc>
                  <a:txBody>
                    <a:bodyPr/>
                    <a:lstStyle/>
                    <a:p>
                      <a:r>
                        <a:rPr sz="1500"/>
                        <a:t>Genevieve</a:t>
                      </a:r>
                    </a:p>
                  </a:txBody>
                  <a:tcPr/>
                </a:tc>
                <a:tc>
                  <a:txBody>
                    <a:bodyPr/>
                    <a:lstStyle/>
                    <a:p>
                      <a:r>
                        <a:rPr sz="1500"/>
                        <a:t>Open, client not available</a:t>
                      </a:r>
                    </a:p>
                  </a:txBody>
                  <a:tcPr/>
                </a:tc>
                <a:tc>
                  <a:txBody>
                    <a:bodyPr/>
                    <a:lstStyle/>
                    <a:p>
                      <a:r>
                        <a:rPr sz="1500"/>
                        <a:t>5</a:t>
                      </a:r>
                    </a:p>
                  </a:txBody>
                  <a:tcPr/>
                </a:tc>
              </a:tr>
              <a:tr h="402336">
                <a:tc>
                  <a:txBody>
                    <a:bodyPr/>
                    <a:lstStyle/>
                    <a:p>
                      <a:r>
                        <a:rPr sz="1500"/>
                        <a:t>#53</a:t>
                      </a:r>
                    </a:p>
                  </a:txBody>
                  <a:tcPr/>
                </a:tc>
                <a:tc>
                  <a:txBody>
                    <a:bodyPr/>
                    <a:lstStyle/>
                    <a:p>
                      <a:r>
                        <a:rPr sz="1500"/>
                        <a:t>User guide review</a:t>
                      </a:r>
                    </a:p>
                  </a:txBody>
                  <a:tcPr/>
                </a:tc>
                <a:tc>
                  <a:txBody>
                    <a:bodyPr/>
                    <a:lstStyle/>
                    <a:p>
                      <a:r>
                        <a:rPr sz="1500"/>
                        <a:t>Genevieve</a:t>
                      </a:r>
                    </a:p>
                  </a:txBody>
                  <a:tcPr/>
                </a:tc>
                <a:tc>
                  <a:txBody>
                    <a:bodyPr/>
                    <a:lstStyle/>
                    <a:p>
                      <a:r>
                        <a:rPr sz="1500"/>
                        <a:t>Ready</a:t>
                      </a:r>
                    </a:p>
                  </a:txBody>
                  <a:tcPr/>
                </a:tc>
                <a:tc>
                  <a:txBody>
                    <a:bodyPr/>
                    <a:lstStyle/>
                    <a:p>
                      <a:r>
                        <a:rPr sz="1500"/>
                        <a:t>2</a:t>
                      </a:r>
                    </a:p>
                  </a:txBody>
                  <a:tcPr/>
                </a:tc>
              </a:tr>
              <a:tr h="402336">
                <a:tc>
                  <a:txBody>
                    <a:bodyPr/>
                    <a:lstStyle/>
                    <a:p>
                      <a:r>
                        <a:rPr sz="1500"/>
                        <a:t>#54</a:t>
                      </a:r>
                    </a:p>
                  </a:txBody>
                  <a:tcPr/>
                </a:tc>
                <a:tc>
                  <a:txBody>
                    <a:bodyPr/>
                    <a:lstStyle/>
                    <a:p>
                      <a:r>
                        <a:rPr sz="1500"/>
                        <a:t>&lt;placeholder&gt; Compatibility roadmap alignment</a:t>
                      </a:r>
                    </a:p>
                  </a:txBody>
                  <a:tcPr/>
                </a:tc>
                <a:tc>
                  <a:txBody>
                    <a:bodyPr/>
                    <a:lstStyle/>
                    <a:p>
                      <a:r>
                        <a:rPr sz="1500"/>
                        <a:t>Darron</a:t>
                      </a:r>
                    </a:p>
                  </a:txBody>
                  <a:tcPr/>
                </a:tc>
                <a:tc>
                  <a:txBody>
                    <a:bodyPr/>
                    <a:lstStyle/>
                    <a:p>
                      <a:r>
                        <a:rPr sz="1500"/>
                        <a:t>&lt;placeholder&gt;</a:t>
                      </a:r>
                    </a:p>
                  </a:txBody>
                  <a:tcPr/>
                </a:tc>
                <a:tc>
                  <a:txBody>
                    <a:bodyPr/>
                    <a:lstStyle/>
                    <a:p>
                      <a:r>
                        <a:rPr sz="1500"/>
                        <a:t>3</a:t>
                      </a:r>
                    </a:p>
                  </a:txBody>
                  <a:tcPr/>
                </a:tc>
              </a:tr>
            </a:tbl>
          </a:graphicData>
        </a:graphic>
      </p:graphicFrame>
      <p:sp>
        <p:nvSpPr>
          <p:cNvPr id="4" name="TextBox 3"/>
          <p:cNvSpPr txBox="1"/>
          <p:nvPr/>
        </p:nvSpPr>
        <p:spPr>
          <a:xfrm>
            <a:off x="658368" y="5897880"/>
            <a:ext cx="10881360" cy="457200"/>
          </a:xfrm>
          <a:prstGeom prst="rect">
            <a:avLst/>
          </a:prstGeom>
          <a:noFill/>
        </p:spPr>
        <p:txBody>
          <a:bodyPr wrap="square" anchor="t" lIns="0" rIns="0">
            <a:spAutoFit/>
          </a:bodyPr>
          <a:lstStyle/>
          <a:p>
            <a:pPr>
              <a:spcAft>
                <a:spcPts val="600"/>
              </a:spcAft>
            </a:pPr>
            <a:r>
              <a:rPr sz="1200" b="0">
                <a:solidFill>
                  <a:srgbClr val="555F6B"/>
                </a:solidFill>
              </a:rPr>
              <a:t>Bridge and demo code is in the private gosignals repo because the client is SEL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Bridge Crash Recovery</a:t>
            </a:r>
          </a:p>
        </p:txBody>
      </p:sp>
      <p:sp>
        <p:nvSpPr>
          <p:cNvPr id="3" name="Rectangle 2"/>
          <p:cNvSpPr/>
          <p:nvPr/>
        </p:nvSpPr>
        <p:spPr>
          <a:xfrm>
            <a:off x="658368" y="1737360"/>
            <a:ext cx="530352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What changed (#44)</a:t>
            </a:r>
          </a:p>
          <a:p>
            <a:pPr>
              <a:spcAft>
                <a:spcPts val="500"/>
              </a:spcAft>
            </a:pPr>
            <a:r>
              <a:rPr sz="1600">
                <a:solidFill>
                  <a:srgbClr val="003A5D"/>
                </a:solidFill>
              </a:rPr>
              <a:t>Before: a Go crash in the bridge ended every subscription.</a:t>
            </a:r>
          </a:p>
          <a:p>
            <a:pPr>
              <a:spcAft>
                <a:spcPts val="500"/>
              </a:spcAft>
            </a:pPr>
            <a:r>
              <a:rPr sz="1600">
                <a:solidFill>
                  <a:srgbClr val="003A5D"/>
                </a:solidFill>
              </a:rPr>
              <a:t>Now: auto_restart starts a new bridge, and subscriptions resume from the last timestamp with no gaps or duplicates.</a:t>
            </a:r>
          </a:p>
          <a:p>
            <a:pPr>
              <a:spcAft>
                <a:spcPts val="500"/>
              </a:spcAft>
            </a:pPr>
            <a:r>
              <a:rPr sz="1600">
                <a:solidFill>
                  <a:srgbClr val="003A5D"/>
                </a:solidFill>
              </a:rPr>
              <a:t>A duplicate client name fails at once with a clear error. unique_name=True avoids it.</a:t>
            </a:r>
          </a:p>
          <a:p>
            <a:pPr>
              <a:spcAft>
                <a:spcPts val="500"/>
              </a:spcAft>
            </a:pPr>
            <a:r>
              <a:rPr sz="1600">
                <a:solidFill>
                  <a:srgbClr val="003A5D"/>
                </a:solidFill>
              </a:rPr>
              <a:t>A forked child gets a clear error instead of hanging.</a:t>
            </a:r>
          </a:p>
          <a:p>
            <a:pPr>
              <a:spcAft>
                <a:spcPts val="500"/>
              </a:spcAft>
            </a:pPr>
            <a:r>
              <a:rPr sz="1600">
                <a:solidFill>
                  <a:srgbClr val="003A5D"/>
                </a:solidFill>
              </a:rPr>
              <a:t>A Python timeout cancels the call in Go.</a:t>
            </a:r>
          </a:p>
        </p:txBody>
      </p:sp>
      <p:sp>
        <p:nvSpPr>
          <p:cNvPr id="4" name="TextBox 3"/>
          <p:cNvSpPr txBox="1"/>
          <p:nvPr/>
        </p:nvSpPr>
        <p:spPr>
          <a:xfrm>
            <a:off x="6400800" y="1737360"/>
            <a:ext cx="2560320" cy="731520"/>
          </a:xfrm>
          <a:prstGeom prst="rect">
            <a:avLst/>
          </a:prstGeom>
          <a:noFill/>
        </p:spPr>
        <p:txBody>
          <a:bodyPr wrap="square" anchor="t" lIns="0" rIns="0">
            <a:spAutoFit/>
          </a:bodyPr>
          <a:lstStyle/>
          <a:p>
            <a:pPr>
              <a:spcAft>
                <a:spcPts val="600"/>
              </a:spcAft>
            </a:pPr>
            <a:r>
              <a:rPr sz="4000" b="0">
                <a:solidFill>
                  <a:srgbClr val="003A5D"/>
                </a:solidFill>
              </a:rPr>
              <a:t>30</a:t>
            </a:r>
          </a:p>
        </p:txBody>
      </p:sp>
      <p:sp>
        <p:nvSpPr>
          <p:cNvPr id="5" name="TextBox 4"/>
          <p:cNvSpPr txBox="1"/>
          <p:nvPr/>
        </p:nvSpPr>
        <p:spPr>
          <a:xfrm>
            <a:off x="6400800" y="2468880"/>
            <a:ext cx="2560320" cy="640080"/>
          </a:xfrm>
          <a:prstGeom prst="rect">
            <a:avLst/>
          </a:prstGeom>
          <a:noFill/>
        </p:spPr>
        <p:txBody>
          <a:bodyPr wrap="square" anchor="t" lIns="0" rIns="0">
            <a:spAutoFit/>
          </a:bodyPr>
          <a:lstStyle/>
          <a:p>
            <a:pPr>
              <a:spcAft>
                <a:spcPts val="600"/>
              </a:spcAft>
            </a:pPr>
            <a:r>
              <a:rPr sz="1300" b="0">
                <a:solidFill>
                  <a:srgbClr val="555F6B"/>
                </a:solidFill>
              </a:rPr>
              <a:t>new end to end tests for the bridge</a:t>
            </a:r>
          </a:p>
        </p:txBody>
      </p:sp>
      <p:sp>
        <p:nvSpPr>
          <p:cNvPr id="6" name="TextBox 5"/>
          <p:cNvSpPr txBox="1"/>
          <p:nvPr/>
        </p:nvSpPr>
        <p:spPr>
          <a:xfrm>
            <a:off x="6400800" y="3291840"/>
            <a:ext cx="2560320" cy="731520"/>
          </a:xfrm>
          <a:prstGeom prst="rect">
            <a:avLst/>
          </a:prstGeom>
          <a:noFill/>
        </p:spPr>
        <p:txBody>
          <a:bodyPr wrap="square" anchor="t" lIns="0" rIns="0">
            <a:spAutoFit/>
          </a:bodyPr>
          <a:lstStyle/>
          <a:p>
            <a:pPr>
              <a:spcAft>
                <a:spcPts val="600"/>
              </a:spcAft>
            </a:pPr>
            <a:r>
              <a:rPr sz="4000" b="0">
                <a:solidFill>
                  <a:srgbClr val="003A5D"/>
                </a:solidFill>
              </a:rPr>
              <a:t>2,161</a:t>
            </a:r>
          </a:p>
        </p:txBody>
      </p:sp>
      <p:sp>
        <p:nvSpPr>
          <p:cNvPr id="7" name="TextBox 6"/>
          <p:cNvSpPr txBox="1"/>
          <p:nvPr/>
        </p:nvSpPr>
        <p:spPr>
          <a:xfrm>
            <a:off x="6400800" y="4023360"/>
            <a:ext cx="2560320" cy="640080"/>
          </a:xfrm>
          <a:prstGeom prst="rect">
            <a:avLst/>
          </a:prstGeom>
          <a:noFill/>
        </p:spPr>
        <p:txBody>
          <a:bodyPr wrap="square" anchor="t" lIns="0" rIns="0">
            <a:spAutoFit/>
          </a:bodyPr>
          <a:lstStyle/>
          <a:p>
            <a:pPr>
              <a:spcAft>
                <a:spcPts val="600"/>
              </a:spcAft>
            </a:pPr>
            <a:r>
              <a:rPr sz="1300" b="0">
                <a:solidFill>
                  <a:srgbClr val="555F6B"/>
                </a:solidFill>
              </a:rPr>
              <a:t>tests passing on all three transports, Oct 30</a:t>
            </a:r>
          </a:p>
        </p:txBody>
      </p:sp>
      <p:sp>
        <p:nvSpPr>
          <p:cNvPr id="8" name="TextBox 7"/>
          <p:cNvSpPr txBox="1"/>
          <p:nvPr/>
        </p:nvSpPr>
        <p:spPr>
          <a:xfrm>
            <a:off x="9144000" y="1737360"/>
            <a:ext cx="2560320" cy="731520"/>
          </a:xfrm>
          <a:prstGeom prst="rect">
            <a:avLst/>
          </a:prstGeom>
          <a:noFill/>
        </p:spPr>
        <p:txBody>
          <a:bodyPr wrap="square" anchor="t" lIns="0" rIns="0">
            <a:spAutoFit/>
          </a:bodyPr>
          <a:lstStyle/>
          <a:p>
            <a:pPr>
              <a:spcAft>
                <a:spcPts val="600"/>
              </a:spcAft>
            </a:pPr>
            <a:r>
              <a:rPr sz="4000" b="0">
                <a:solidFill>
                  <a:srgbClr val="278645"/>
                </a:solidFill>
              </a:rPr>
              <a:t>0</a:t>
            </a:r>
          </a:p>
        </p:txBody>
      </p:sp>
      <p:sp>
        <p:nvSpPr>
          <p:cNvPr id="9" name="TextBox 8"/>
          <p:cNvSpPr txBox="1"/>
          <p:nvPr/>
        </p:nvSpPr>
        <p:spPr>
          <a:xfrm>
            <a:off x="9144000" y="2468880"/>
            <a:ext cx="2560320" cy="640080"/>
          </a:xfrm>
          <a:prstGeom prst="rect">
            <a:avLst/>
          </a:prstGeom>
          <a:noFill/>
        </p:spPr>
        <p:txBody>
          <a:bodyPr wrap="square" anchor="t" lIns="0" rIns="0">
            <a:spAutoFit/>
          </a:bodyPr>
          <a:lstStyle/>
          <a:p>
            <a:pPr>
              <a:spcAft>
                <a:spcPts val="600"/>
              </a:spcAft>
            </a:pPr>
            <a:r>
              <a:rPr sz="1300" b="0">
                <a:solidFill>
                  <a:srgbClr val="555F6B"/>
                </a:solidFill>
              </a:rPr>
              <a:t>lost or duplicate samples after a restart in the tests</a:t>
            </a:r>
          </a:p>
        </p:txBody>
      </p:sp>
      <p:sp>
        <p:nvSpPr>
          <p:cNvPr id="10" name="TextBox 9"/>
          <p:cNvSpPr txBox="1"/>
          <p:nvPr/>
        </p:nvSpPr>
        <p:spPr>
          <a:xfrm>
            <a:off x="9144000" y="3291840"/>
            <a:ext cx="2560320" cy="731520"/>
          </a:xfrm>
          <a:prstGeom prst="rect">
            <a:avLst/>
          </a:prstGeom>
          <a:noFill/>
        </p:spPr>
        <p:txBody>
          <a:bodyPr wrap="square" anchor="t" lIns="0" rIns="0">
            <a:spAutoFit/>
          </a:bodyPr>
          <a:lstStyle/>
          <a:p>
            <a:pPr>
              <a:spcAft>
                <a:spcPts val="600"/>
              </a:spcAft>
            </a:pPr>
            <a:r>
              <a:rPr sz="4000" b="0">
                <a:solidFill>
                  <a:srgbClr val="003A5D"/>
                </a:solidFill>
              </a:rPr>
              <a:t>300 s</a:t>
            </a:r>
          </a:p>
        </p:txBody>
      </p:sp>
      <p:sp>
        <p:nvSpPr>
          <p:cNvPr id="11" name="TextBox 10"/>
          <p:cNvSpPr txBox="1"/>
          <p:nvPr/>
        </p:nvSpPr>
        <p:spPr>
          <a:xfrm>
            <a:off x="9144000" y="4023360"/>
            <a:ext cx="2560320" cy="640080"/>
          </a:xfrm>
          <a:prstGeom prst="rect">
            <a:avLst/>
          </a:prstGeom>
          <a:noFill/>
        </p:spPr>
        <p:txBody>
          <a:bodyPr wrap="square" anchor="t" lIns="0" rIns="0">
            <a:spAutoFit/>
          </a:bodyPr>
          <a:lstStyle/>
          <a:p>
            <a:pPr>
              <a:spcAft>
                <a:spcPts val="600"/>
              </a:spcAft>
            </a:pPr>
            <a:r>
              <a:rPr sz="1300" b="0">
                <a:solidFill>
                  <a:srgbClr val="555F6B"/>
                </a:solidFill>
              </a:rPr>
              <a:t>full suite run time</a:t>
            </a:r>
          </a:p>
        </p:txBody>
      </p:sp>
      <p:pic>
        <p:nvPicPr>
          <p:cNvPr id="12" name="Picture 11" descr="suite_summary.png"/>
          <p:cNvPicPr>
            <a:picLocks noChangeAspect="1"/>
          </p:cNvPicPr>
          <p:nvPr/>
        </p:nvPicPr>
        <p:blipFill>
          <a:blip r:embed="rId3"/>
          <a:stretch>
            <a:fillRect/>
          </a:stretch>
        </p:blipFill>
        <p:spPr>
          <a:xfrm>
            <a:off x="6400800" y="4892040"/>
            <a:ext cx="4550133" cy="1280160"/>
          </a:xfrm>
          <a:prstGeom prst="rect">
            <a:avLst/>
          </a:prstGeom>
          <a:ln w="12700">
            <a:solidFill>
              <a:srgbClr val="003A5D"/>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Publish and Subscribe from Python</a:t>
            </a:r>
          </a:p>
        </p:txBody>
      </p:sp>
      <p:pic>
        <p:nvPicPr>
          <p:cNvPr id="3" name="Picture 2" descr="pubsub_term.png"/>
          <p:cNvPicPr>
            <a:picLocks noChangeAspect="1"/>
          </p:cNvPicPr>
          <p:nvPr/>
        </p:nvPicPr>
        <p:blipFill>
          <a:blip r:embed="rId3"/>
          <a:stretch>
            <a:fillRect/>
          </a:stretch>
        </p:blipFill>
        <p:spPr>
          <a:xfrm>
            <a:off x="658368" y="1737360"/>
            <a:ext cx="6583680" cy="1573660"/>
          </a:xfrm>
          <a:prstGeom prst="rect">
            <a:avLst/>
          </a:prstGeom>
          <a:ln w="12700">
            <a:solidFill>
              <a:srgbClr val="003A5D"/>
            </a:solidFill>
          </a:ln>
        </p:spPr>
      </p:pic>
      <p:sp>
        <p:nvSpPr>
          <p:cNvPr id="4" name="Rectangle 3"/>
          <p:cNvSpPr/>
          <p:nvPr/>
        </p:nvSpPr>
        <p:spPr>
          <a:xfrm>
            <a:off x="658368" y="4114800"/>
            <a:ext cx="658368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Deliverable 1 check</a:t>
            </a:r>
          </a:p>
          <a:p>
            <a:pPr>
              <a:spcAft>
                <a:spcPts val="500"/>
              </a:spcAft>
            </a:pPr>
            <a:r>
              <a:rPr sz="1600">
                <a:solidFill>
                  <a:srgbClr val="003A5D"/>
                </a:solidFill>
              </a:rPr>
              <a:t>The script imports gosignals, publishes 600 samples, gets all 600 through a callback, and fetches them back.</a:t>
            </a:r>
          </a:p>
          <a:p>
            <a:pPr>
              <a:spcAft>
                <a:spcPts val="500"/>
              </a:spcAft>
            </a:pPr>
            <a:r>
              <a:rPr sz="1600">
                <a:solidFill>
                  <a:srgbClr val="003A5D"/>
                </a:solidFill>
              </a:rPr>
              <a:t>Nothing in the script mentions Go, gRPC or processes.</a:t>
            </a:r>
          </a:p>
        </p:txBody>
      </p:sp>
      <p:sp>
        <p:nvSpPr>
          <p:cNvPr id="5" name="Rectangle 4"/>
          <p:cNvSpPr/>
          <p:nvPr/>
        </p:nvSpPr>
        <p:spPr>
          <a:xfrm>
            <a:off x="7498079" y="1737360"/>
            <a:ext cx="402336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Demo app (#45)</a:t>
            </a:r>
          </a:p>
          <a:p>
            <a:pPr>
              <a:spcAft>
                <a:spcPts val="500"/>
              </a:spcAft>
            </a:pPr>
            <a:r>
              <a:rPr sz="1600">
                <a:solidFill>
                  <a:srgbClr val="003A5D"/>
                </a:solidFill>
              </a:rPr>
              <a:t>Publishers, the hub, and subscribers on one local page.</a:t>
            </a:r>
          </a:p>
          <a:p>
            <a:pPr>
              <a:spcAft>
                <a:spcPts val="500"/>
              </a:spcAft>
            </a:pPr>
            <a:r>
              <a:rPr sz="1600">
                <a:solidFill>
                  <a:srgbClr val="003A5D"/>
                </a:solidFill>
              </a:rPr>
              <a:t>Subscribers find signals on the Graph and subscribe.</a:t>
            </a:r>
          </a:p>
          <a:p>
            <a:pPr>
              <a:spcAft>
                <a:spcPts val="500"/>
              </a:spcAft>
            </a:pPr>
            <a:r>
              <a:rPr sz="1600">
                <a:solidFill>
                  <a:srgbClr val="003A5D"/>
                </a:solidFill>
              </a:rPr>
              <a:t>Every SDK call is timed.</a:t>
            </a:r>
          </a:p>
          <a:p>
            <a:pPr>
              <a:spcAft>
                <a:spcPts val="500"/>
              </a:spcAft>
            </a:pPr>
            <a:r>
              <a:rPr sz="1600">
                <a:solidFill>
                  <a:srgbClr val="003A5D"/>
                </a:solidFill>
              </a:rPr>
              <a:t>Kill bridge shows the SDK restarting and resuming.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Python.NET Spike</a:t>
            </a:r>
          </a:p>
        </p:txBody>
      </p:sp>
      <p:graphicFrame>
        <p:nvGraphicFramePr>
          <p:cNvPr id="3" name="Chart 2"/>
          <p:cNvGraphicFramePr>
            <a:graphicFrameLocks noGrp="1"/>
          </p:cNvGraphicFramePr>
          <p:nvPr/>
        </p:nvGraphicFramePr>
        <p:xfrm>
          <a:off x="658368" y="1737360"/>
          <a:ext cx="5486400" cy="2377440"/>
        </p:xfrm>
        <a:graphic>
          <a:graphicData uri="http://schemas.openxmlformats.org/drawingml/2006/chart">
            <c:chart xmlns:c="http://schemas.openxmlformats.org/drawingml/2006/chart" r:id="rId3"/>
          </a:graphicData>
        </a:graphic>
      </p:graphicFrame>
      <p:sp>
        <p:nvSpPr>
          <p:cNvPr id="4" name="TextBox 3"/>
          <p:cNvSpPr txBox="1"/>
          <p:nvPr/>
        </p:nvSpPr>
        <p:spPr>
          <a:xfrm>
            <a:off x="658368" y="4297680"/>
            <a:ext cx="2560320" cy="731520"/>
          </a:xfrm>
          <a:prstGeom prst="rect">
            <a:avLst/>
          </a:prstGeom>
          <a:noFill/>
        </p:spPr>
        <p:txBody>
          <a:bodyPr wrap="square" anchor="t" lIns="0" rIns="0">
            <a:spAutoFit/>
          </a:bodyPr>
          <a:lstStyle/>
          <a:p>
            <a:pPr>
              <a:spcAft>
                <a:spcPts val="600"/>
              </a:spcAft>
            </a:pPr>
            <a:r>
              <a:rPr sz="4000" b="0">
                <a:solidFill>
                  <a:srgbClr val="003A5D"/>
                </a:solidFill>
              </a:rPr>
              <a:t>2.8 us</a:t>
            </a:r>
          </a:p>
        </p:txBody>
      </p:sp>
      <p:sp>
        <p:nvSpPr>
          <p:cNvPr id="5" name="TextBox 4"/>
          <p:cNvSpPr txBox="1"/>
          <p:nvPr/>
        </p:nvSpPr>
        <p:spPr>
          <a:xfrm>
            <a:off x="658368" y="5029200"/>
            <a:ext cx="2560320" cy="640080"/>
          </a:xfrm>
          <a:prstGeom prst="rect">
            <a:avLst/>
          </a:prstGeom>
          <a:noFill/>
        </p:spPr>
        <p:txBody>
          <a:bodyPr wrap="square" anchor="t" lIns="0" rIns="0">
            <a:spAutoFit/>
          </a:bodyPr>
          <a:lstStyle/>
          <a:p>
            <a:pPr>
              <a:spcAft>
                <a:spcPts val="600"/>
              </a:spcAft>
            </a:pPr>
            <a:r>
              <a:rPr sz="1300" b="0">
                <a:solidFill>
                  <a:srgbClr val="555F6B"/>
                </a:solidFill>
              </a:rPr>
              <a:t>per plain call from Python</a:t>
            </a:r>
          </a:p>
        </p:txBody>
      </p:sp>
      <p:sp>
        <p:nvSpPr>
          <p:cNvPr id="6" name="TextBox 5"/>
          <p:cNvSpPr txBox="1"/>
          <p:nvPr/>
        </p:nvSpPr>
        <p:spPr>
          <a:xfrm>
            <a:off x="3566160" y="4297680"/>
            <a:ext cx="2560320" cy="731520"/>
          </a:xfrm>
          <a:prstGeom prst="rect">
            <a:avLst/>
          </a:prstGeom>
          <a:noFill/>
        </p:spPr>
        <p:txBody>
          <a:bodyPr wrap="square" anchor="t" lIns="0" rIns="0">
            <a:spAutoFit/>
          </a:bodyPr>
          <a:lstStyle/>
          <a:p>
            <a:pPr>
              <a:spcAft>
                <a:spcPts val="600"/>
              </a:spcAft>
            </a:pPr>
            <a:r>
              <a:rPr sz="4000" b="0">
                <a:solidFill>
                  <a:srgbClr val="003A5D"/>
                </a:solidFill>
              </a:rPr>
              <a:t>316k+</a:t>
            </a:r>
          </a:p>
        </p:txBody>
      </p:sp>
      <p:sp>
        <p:nvSpPr>
          <p:cNvPr id="7" name="TextBox 6"/>
          <p:cNvSpPr txBox="1"/>
          <p:nvPr/>
        </p:nvSpPr>
        <p:spPr>
          <a:xfrm>
            <a:off x="3566160" y="5029200"/>
            <a:ext cx="2560320" cy="640080"/>
          </a:xfrm>
          <a:prstGeom prst="rect">
            <a:avLst/>
          </a:prstGeom>
          <a:noFill/>
        </p:spPr>
        <p:txBody>
          <a:bodyPr wrap="square" anchor="t" lIns="0" rIns="0">
            <a:spAutoFit/>
          </a:bodyPr>
          <a:lstStyle/>
          <a:p>
            <a:pPr>
              <a:spcAft>
                <a:spcPts val="600"/>
              </a:spcAft>
            </a:pPr>
            <a:r>
              <a:rPr sz="1300" b="0">
                <a:solidFill>
                  <a:srgbClr val="555F6B"/>
                </a:solidFill>
              </a:rPr>
              <a:t>callbacks/s from a C# thread</a:t>
            </a:r>
          </a:p>
        </p:txBody>
      </p:sp>
      <p:sp>
        <p:nvSpPr>
          <p:cNvPr id="8" name="Rectangle 7"/>
          <p:cNvSpPr/>
          <p:nvPr/>
        </p:nvSpPr>
        <p:spPr>
          <a:xfrm>
            <a:off x="6400800" y="1737360"/>
            <a:ext cx="5120640" cy="23774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Works</a:t>
            </a:r>
          </a:p>
          <a:p>
            <a:pPr>
              <a:spcAft>
                <a:spcPts val="500"/>
              </a:spcAft>
            </a:pPr>
            <a:r>
              <a:rPr sz="1600">
                <a:solidFill>
                  <a:srgbClr val="003A5D"/>
                </a:solidFill>
              </a:rPr>
              <a:t>Generic Publish[Single] called straight from Python</a:t>
            </a:r>
          </a:p>
          <a:p>
            <a:pPr>
              <a:spcAft>
                <a:spcPts val="500"/>
              </a:spcAft>
            </a:pPr>
            <a:r>
              <a:rPr sz="1600">
                <a:solidFill>
                  <a:srgbClr val="003A5D"/>
                </a:solidFill>
              </a:rPr>
              <a:t>Callbacks from a C# thread reach Python</a:t>
            </a:r>
          </a:p>
          <a:p>
            <a:pPr>
              <a:spcAft>
                <a:spcPts val="500"/>
              </a:spcAft>
            </a:pPr>
            <a:r>
              <a:rPr sz="1600">
                <a:solidFill>
                  <a:srgbClr val="003A5D"/>
                </a:solidFill>
              </a:rPr>
              <a:t>C# exceptions become Python exceptions</a:t>
            </a:r>
          </a:p>
          <a:p>
            <a:pPr>
              <a:spcAft>
                <a:spcPts val="500"/>
              </a:spcAft>
            </a:pPr>
            <a:r>
              <a:rPr sz="1600">
                <a:solidFill>
                  <a:srgbClr val="003A5D"/>
                </a:solidFill>
              </a:rPr>
              <a:t>6 of 6 tests pass on Linux and Windows</a:t>
            </a:r>
          </a:p>
        </p:txBody>
      </p:sp>
      <p:sp>
        <p:nvSpPr>
          <p:cNvPr id="9" name="Rectangle 8"/>
          <p:cNvSpPr/>
          <p:nvPr/>
        </p:nvSpPr>
        <p:spPr>
          <a:xfrm>
            <a:off x="6400800" y="4297680"/>
            <a:ext cx="5120640" cy="18288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Does not work</a:t>
            </a:r>
          </a:p>
          <a:p>
            <a:pPr>
              <a:spcAft>
                <a:spcPts val="500"/>
              </a:spcAft>
            </a:pPr>
            <a:r>
              <a:rPr sz="1600">
                <a:solidFill>
                  <a:srgbClr val="003A5D"/>
                </a:solidFill>
              </a:rPr>
              <a:t>A fatal .NET error kills the Python process (exit -6), like ctypes.</a:t>
            </a:r>
          </a:p>
          <a:p>
            <a:pPr>
              <a:spcAft>
                <a:spcPts val="500"/>
              </a:spcAft>
            </a:pPr>
            <a:r>
              <a:rPr sz="1600">
                <a:solidFill>
                  <a:srgbClr val="003A5D"/>
                </a:solidFill>
              </a:rPr>
              <a:t>SEL's C# client itself is still untested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of the System</a:t>
            </a:r>
          </a:p>
        </p:txBody>
      </p:sp>
      <p:sp>
        <p:nvSpPr>
          <p:cNvPr id="3" name="Rectangle 2"/>
          <p:cNvSpPr/>
          <p:nvPr/>
        </p:nvSpPr>
        <p:spPr>
          <a:xfrm>
            <a:off x="658368"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Developer machine</a:t>
            </a:r>
          </a:p>
          <a:p>
            <a:pPr>
              <a:spcAft>
                <a:spcPts val="500"/>
              </a:spcAft>
            </a:pPr>
            <a:r>
              <a:rPr sz="1600">
                <a:solidFill>
                  <a:srgbClr val="003A5D"/>
                </a:solidFill>
              </a:rPr>
              <a:t>Our VS Code extension extracts the Field SDK and opens its devcontainer.</a:t>
            </a:r>
          </a:p>
          <a:p>
            <a:pPr>
              <a:spcAft>
                <a:spcPts val="500"/>
              </a:spcAft>
            </a:pPr>
            <a:r>
              <a:rPr sz="1600">
                <a:solidFill>
                  <a:srgbClr val="003A5D"/>
                </a:solidFill>
              </a:rPr>
              <a:t>Built in Sprint 3</a:t>
            </a:r>
          </a:p>
        </p:txBody>
      </p:sp>
      <p:sp>
        <p:nvSpPr>
          <p:cNvPr id="4" name="Rectangle 3"/>
          <p:cNvSpPr/>
          <p:nvPr/>
        </p:nvSpPr>
        <p:spPr>
          <a:xfrm>
            <a:off x="3419856"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SDK in the container</a:t>
            </a:r>
          </a:p>
          <a:p>
            <a:pPr>
              <a:spcAft>
                <a:spcPts val="500"/>
              </a:spcAft>
            </a:pPr>
            <a:r>
              <a:rPr sz="1600">
                <a:solidFill>
                  <a:srgbClr val="003A5D"/>
                </a:solidFill>
              </a:rPr>
              <a:t>Bridge build today. pythonnet plus the C# client after the move.</a:t>
            </a:r>
          </a:p>
          <a:p>
            <a:pPr>
              <a:spcAft>
                <a:spcPts val="500"/>
              </a:spcAft>
            </a:pPr>
            <a:r>
              <a:rPr sz="1600">
                <a:solidFill>
                  <a:srgbClr val="003A5D"/>
                </a:solidFill>
              </a:rPr>
              <a:t>Runs locally and in CI</a:t>
            </a:r>
          </a:p>
        </p:txBody>
      </p:sp>
      <p:sp>
        <p:nvSpPr>
          <p:cNvPr id="5" name="Rectangle 4"/>
          <p:cNvSpPr/>
          <p:nvPr/>
        </p:nvSpPr>
        <p:spPr>
          <a:xfrm>
            <a:off x="6181344"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Blueframe app</a:t>
            </a:r>
          </a:p>
          <a:p>
            <a:pPr>
              <a:spcAft>
                <a:spcPts val="500"/>
              </a:spcAft>
            </a:pPr>
            <a:r>
              <a:rPr sz="1600">
                <a:solidFill>
                  <a:srgbClr val="003A5D"/>
                </a:solidFill>
              </a:rPr>
              <a:t>Script and SDK packaged and signed with the Field SDK tooling.</a:t>
            </a:r>
          </a:p>
          <a:p>
            <a:pPr>
              <a:spcAft>
                <a:spcPts val="500"/>
              </a:spcAft>
            </a:pPr>
            <a:r>
              <a:rPr sz="1600">
                <a:solidFill>
                  <a:srgbClr val="003A5D"/>
                </a:solidFill>
              </a:rPr>
              <a:t>Not done, needs SEL signing</a:t>
            </a:r>
          </a:p>
        </p:txBody>
      </p:sp>
      <p:sp>
        <p:nvSpPr>
          <p:cNvPr id="6" name="Rectangle 5"/>
          <p:cNvSpPr/>
          <p:nvPr/>
        </p:nvSpPr>
        <p:spPr>
          <a:xfrm>
            <a:off x="8942832"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Device</a:t>
            </a:r>
          </a:p>
          <a:p>
            <a:pPr>
              <a:spcAft>
                <a:spcPts val="500"/>
              </a:spcAft>
            </a:pPr>
            <a:r>
              <a:rPr sz="1600">
                <a:solidFill>
                  <a:srgbClr val="003A5D"/>
                </a:solidFill>
              </a:rPr>
              <a:t>The app talks to Signal Hub on the same device.</a:t>
            </a:r>
          </a:p>
          <a:p>
            <a:pPr>
              <a:spcAft>
                <a:spcPts val="500"/>
              </a:spcAft>
            </a:pPr>
            <a:r>
              <a:rPr sz="1600">
                <a:solidFill>
                  <a:srgbClr val="003A5D"/>
                </a:solidFill>
              </a:rPr>
              <a:t>Not done, needs hardware</a:t>
            </a:r>
          </a:p>
        </p:txBody>
      </p:sp>
      <p:sp>
        <p:nvSpPr>
          <p:cNvPr id="7" name="Rectangle 6"/>
          <p:cNvSpPr/>
          <p:nvPr/>
        </p:nvSpPr>
        <p:spPr>
          <a:xfrm>
            <a:off x="658368" y="4663440"/>
            <a:ext cx="10881360" cy="14630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Open questions for SEL</a:t>
            </a:r>
          </a:p>
          <a:p>
            <a:pPr>
              <a:spcAft>
                <a:spcPts val="500"/>
              </a:spcAft>
            </a:pPr>
            <a:r>
              <a:rPr sz="1600">
                <a:solidFill>
                  <a:srgbClr val="003A5D"/>
                </a:solidFill>
              </a:rPr>
              <a:t>Can a Blueframe app start a child process (needed by the Go bridge)? Is .NET in the app container? Which Python is in the Field SDK image?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CI/CD and Compatibility</a:t>
            </a:r>
          </a:p>
        </p:txBody>
      </p:sp>
      <p:pic>
        <p:nvPicPr>
          <p:cNvPr id="3" name="Picture 2" descr="ci_old_jobs.png"/>
          <p:cNvPicPr>
            <a:picLocks noChangeAspect="1"/>
          </p:cNvPicPr>
          <p:nvPr/>
        </p:nvPicPr>
        <p:blipFill>
          <a:blip r:embed="rId3"/>
          <a:stretch>
            <a:fillRect/>
          </a:stretch>
        </p:blipFill>
        <p:spPr>
          <a:xfrm>
            <a:off x="658368" y="1737360"/>
            <a:ext cx="6617638" cy="4389120"/>
          </a:xfrm>
          <a:prstGeom prst="rect">
            <a:avLst/>
          </a:prstGeom>
          <a:ln w="12700">
            <a:solidFill>
              <a:srgbClr val="003A5D"/>
            </a:solidFill>
          </a:ln>
        </p:spPr>
      </p:pic>
      <p:sp>
        <p:nvSpPr>
          <p:cNvPr id="4" name="Rectangle 3"/>
          <p:cNvSpPr/>
          <p:nvPr/>
        </p:nvSpPr>
        <p:spPr>
          <a:xfrm>
            <a:off x="7680960" y="1737360"/>
            <a:ext cx="384048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Compatibility (#49)</a:t>
            </a:r>
          </a:p>
          <a:p>
            <a:pPr>
              <a:spcAft>
                <a:spcPts val="500"/>
              </a:spcAft>
            </a:pPr>
            <a:r>
              <a:rPr sz="1600">
                <a:solidFill>
                  <a:srgbClr val="003A5D"/>
                </a:solidFill>
              </a:rPr>
              <a:t>Python 3.12 is the agreed baseline.</a:t>
            </a:r>
          </a:p>
          <a:p>
            <a:pPr>
              <a:spcAft>
                <a:spcPts val="500"/>
              </a:spcAft>
            </a:pPr>
            <a:r>
              <a:rPr sz="1600">
                <a:solidFill>
                  <a:srgbClr val="003A5D"/>
                </a:solidFill>
              </a:rPr>
              <a:t>Python.NET spike: 6 tests pass on Linux and Windows, Python 3.10, 3.12, 3.13.</a:t>
            </a:r>
          </a:p>
          <a:p>
            <a:pPr>
              <a:spcAft>
                <a:spcPts val="500"/>
              </a:spcAft>
            </a:pPr>
            <a:r>
              <a:rPr sz="1600">
                <a:solidFill>
                  <a:srgbClr val="003A5D"/>
                </a:solidFill>
              </a:rPr>
              <a:t>Team pipeline: Go 1.21, 1.22, 1.23.</a:t>
            </a:r>
          </a:p>
          <a:p>
            <a:pPr>
              <a:spcAft>
                <a:spcPts val="500"/>
              </a:spcAft>
            </a:pPr>
            <a:r>
              <a:rPr sz="1600">
                <a:solidFill>
                  <a:srgbClr val="003A5D"/>
                </a:solidFill>
              </a:rPr>
              <a:t>Go bridge: Linux only. Windows not run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Testing and Feedback from the Client</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Functional</a:t>
            </a:r>
          </a:p>
          <a:p>
            <a:pPr>
              <a:spcAft>
                <a:spcPts val="500"/>
              </a:spcAft>
            </a:pPr>
            <a:r>
              <a:rPr sz="1600">
                <a:solidFill>
                  <a:srgbClr val="003A5D"/>
                </a:solidFill>
              </a:rPr>
              <a:t>2,161 tests over publish, subscribe, history, discovery and rates</a:t>
            </a:r>
          </a:p>
          <a:p>
            <a:pPr>
              <a:spcAft>
                <a:spcPts val="500"/>
              </a:spcAft>
            </a:pPr>
            <a:r>
              <a:rPr sz="1600">
                <a:solidFill>
                  <a:srgbClr val="003A5D"/>
                </a:solidFill>
              </a:rPr>
              <a:t>Pub/sub example run end to end</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Reliability and speed</a:t>
            </a:r>
          </a:p>
          <a:p>
            <a:pPr>
              <a:spcAft>
                <a:spcPts val="500"/>
              </a:spcAft>
            </a:pPr>
            <a:r>
              <a:rPr sz="1600">
                <a:solidFill>
                  <a:srgbClr val="003A5D"/>
                </a:solidFill>
              </a:rPr>
              <a:t>Bridge killed mid stream, resumed with no loss</a:t>
            </a:r>
          </a:p>
          <a:p>
            <a:pPr>
              <a:spcAft>
                <a:spcPts val="500"/>
              </a:spcAft>
            </a:pPr>
            <a:r>
              <a:rPr sz="1600">
                <a:solidFill>
                  <a:srgbClr val="003A5D"/>
                </a:solidFill>
              </a:rPr>
              <a:t>Fork, Ctrl+C, timeouts and duplicate names tested</a:t>
            </a:r>
          </a:p>
          <a:p>
            <a:pPr>
              <a:spcAft>
                <a:spcPts val="500"/>
              </a:spcAft>
            </a:pPr>
            <a:r>
              <a:rPr sz="1600">
                <a:solidFill>
                  <a:srgbClr val="003A5D"/>
                </a:solidFill>
              </a:rPr>
              <a:t>Python.NET call cost and callback rate measured</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a:t>
            </a:r>
          </a:p>
          <a:p>
            <a:pPr>
              <a:spcAft>
                <a:spcPts val="500"/>
              </a:spcAft>
            </a:pPr>
            <a:r>
              <a:rPr sz="1600">
                <a:solidFill>
                  <a:srgbClr val="003A5D"/>
                </a:solidFill>
              </a:rPr>
              <a:t>Sept 28: crashing a Python session is not acceptable. Sprint 5 bridge recovery answers it.</a:t>
            </a:r>
          </a:p>
          <a:p>
            <a:pPr>
              <a:spcAft>
                <a:spcPts val="500"/>
              </a:spcAft>
            </a:pPr>
            <a:r>
              <a:rPr sz="1600">
                <a:solidFill>
                  <a:srgbClr val="003A5D"/>
                </a:solidFill>
              </a:rPr>
              <a:t>&lt;placeholder&gt; October feedback from the MoMs &lt;/placeholder&gt;</a:t>
            </a:r>
          </a:p>
          <a:p>
            <a:pPr>
              <a:spcAft>
                <a:spcPts val="500"/>
              </a:spcAft>
            </a:pPr>
            <a:r>
              <a:rPr sz="1600">
                <a:solidFill>
                  <a:srgbClr val="003A5D"/>
                </a:solidFill>
              </a:rPr>
              <a:t>Not tested on a real Signal Hub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Kanban Overview &amp; Team Contributions</a:t>
            </a:r>
          </a:p>
        </p:txBody>
      </p:sp>
      <p:pic>
        <p:nvPicPr>
          <p:cNvPr id="3" name="Picture 2" descr="kanban_crop.png"/>
          <p:cNvPicPr>
            <a:picLocks noChangeAspect="1"/>
          </p:cNvPicPr>
          <p:nvPr/>
        </p:nvPicPr>
        <p:blipFill>
          <a:blip r:embed="rId3"/>
          <a:stretch>
            <a:fillRect/>
          </a:stretch>
        </p:blipFill>
        <p:spPr>
          <a:xfrm>
            <a:off x="658368" y="1691640"/>
            <a:ext cx="7589520" cy="4314042"/>
          </a:xfrm>
          <a:prstGeom prst="rect">
            <a:avLst/>
          </a:prstGeom>
          <a:ln w="12700">
            <a:solidFill>
              <a:srgbClr val="003A5D"/>
            </a:solidFill>
          </a:ln>
        </p:spPr>
      </p:pic>
      <p:sp>
        <p:nvSpPr>
          <p:cNvPr id="4" name="Rectangle 3"/>
          <p:cNvSpPr/>
          <p:nvPr/>
        </p:nvSpPr>
        <p:spPr>
          <a:xfrm>
            <a:off x="8412480" y="1691640"/>
            <a:ext cx="3108960" cy="4480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500" b="1">
                <a:solidFill>
                  <a:srgbClr val="003A5D"/>
                </a:solidFill>
              </a:rPr>
              <a:t>Sprint 5 issues</a:t>
            </a:r>
          </a:p>
          <a:p>
            <a:pPr>
              <a:spcAft>
                <a:spcPts val="500"/>
              </a:spcAft>
            </a:pPr>
            <a:r>
              <a:rPr sz="1300">
                <a:solidFill>
                  <a:srgbClr val="003A5D"/>
                </a:solidFill>
              </a:rPr>
              <a:t>Lucas: #44 to #46, #48 to #50</a:t>
            </a:r>
          </a:p>
          <a:p>
            <a:pPr>
              <a:spcAft>
                <a:spcPts val="500"/>
              </a:spcAft>
            </a:pPr>
            <a:r>
              <a:rPr sz="1300">
                <a:solidFill>
                  <a:srgbClr val="003A5D"/>
                </a:solidFill>
              </a:rPr>
              <a:t>Caleb: #52, #55</a:t>
            </a:r>
          </a:p>
          <a:p>
            <a:pPr>
              <a:spcAft>
                <a:spcPts val="500"/>
              </a:spcAft>
            </a:pPr>
            <a:r>
              <a:rPr sz="1300">
                <a:solidFill>
                  <a:srgbClr val="003A5D"/>
                </a:solidFill>
              </a:rPr>
              <a:t>Genevieve: #36, #53, #55</a:t>
            </a:r>
          </a:p>
          <a:p>
            <a:pPr>
              <a:spcAft>
                <a:spcPts val="500"/>
              </a:spcAft>
            </a:pPr>
            <a:r>
              <a:rPr sz="1300">
                <a:solidFill>
                  <a:srgbClr val="003A5D"/>
                </a:solidFill>
              </a:rPr>
              <a:t>Darron: &lt;placeholder&gt; #54, #55</a:t>
            </a:r>
          </a:p>
          <a:p>
            <a:pPr>
              <a:spcAft>
                <a:spcPts val="500"/>
              </a:spcAft>
            </a:pPr>
            <a:r>
              <a:rPr sz="1300">
                <a:solidFill>
                  <a:srgbClr val="003A5D"/>
                </a:solidFill>
              </a:rPr>
              <a:t>Every issue has an owner, milestone, priority and story point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of MoM with Clients</a:t>
            </a:r>
          </a:p>
        </p:txBody>
      </p:sp>
      <p:pic>
        <p:nvPicPr>
          <p:cNvPr id="3" name="Picture 2" descr="mom_page_crop.png"/>
          <p:cNvPicPr>
            <a:picLocks noChangeAspect="1"/>
          </p:cNvPicPr>
          <p:nvPr/>
        </p:nvPicPr>
        <p:blipFill>
          <a:blip r:embed="rId3"/>
          <a:stretch>
            <a:fillRect/>
          </a:stretch>
        </p:blipFill>
        <p:spPr>
          <a:xfrm>
            <a:off x="658368" y="1691640"/>
            <a:ext cx="5669280" cy="4170970"/>
          </a:xfrm>
          <a:prstGeom prst="rect">
            <a:avLst/>
          </a:prstGeom>
          <a:ln w="12700">
            <a:solidFill>
              <a:srgbClr val="003A5D"/>
            </a:solidFill>
          </a:ln>
        </p:spPr>
      </p:pic>
      <p:sp>
        <p:nvSpPr>
          <p:cNvPr id="4" name="Rectangle 3"/>
          <p:cNvSpPr/>
          <p:nvPr/>
        </p:nvSpPr>
        <p:spPr>
          <a:xfrm>
            <a:off x="6583680" y="169164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12, Go and C# comparison</a:t>
            </a:r>
          </a:p>
          <a:p>
            <a:pPr>
              <a:spcAft>
                <a:spcPts val="500"/>
              </a:spcAft>
            </a:pPr>
            <a:r>
              <a:rPr sz="1500">
                <a:solidFill>
                  <a:srgbClr val="003A5D"/>
                </a:solidFill>
              </a:rPr>
              <a:t>What Go makes hard: generics, callbacks, process ownership</a:t>
            </a:r>
          </a:p>
          <a:p>
            <a:pPr>
              <a:spcAft>
                <a:spcPts val="500"/>
              </a:spcAft>
            </a:pPr>
            <a:r>
              <a:rPr sz="1500">
                <a:solidFill>
                  <a:srgbClr val="003A5D"/>
                </a:solidFill>
              </a:rPr>
              <a:t>Bridge hardening and the demo app</a:t>
            </a:r>
          </a:p>
          <a:p>
            <a:pPr>
              <a:spcAft>
                <a:spcPts val="500"/>
              </a:spcAft>
            </a:pPr>
            <a:r>
              <a:rPr sz="1500">
                <a:solidFill>
                  <a:srgbClr val="003A5D"/>
                </a:solidFill>
              </a:rPr>
              <a:t>Open decisions and a real Signal Hub request</a:t>
            </a:r>
          </a:p>
        </p:txBody>
      </p:sp>
      <p:sp>
        <p:nvSpPr>
          <p:cNvPr id="5" name="Rectangle 4"/>
          <p:cNvSpPr/>
          <p:nvPr/>
        </p:nvSpPr>
        <p:spPr>
          <a:xfrm>
            <a:off x="6583680" y="402336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October 26, Sprint 5 review</a:t>
            </a:r>
          </a:p>
          <a:p>
            <a:pPr>
              <a:spcAft>
                <a:spcPts val="500"/>
              </a:spcAft>
            </a:pPr>
            <a:r>
              <a:rPr sz="1500">
                <a:solidFill>
                  <a:srgbClr val="003A5D"/>
                </a:solidFill>
              </a:rPr>
              <a:t>C# client still not available (#36)</a:t>
            </a:r>
          </a:p>
          <a:p>
            <a:pPr>
              <a:spcAft>
                <a:spcPts val="500"/>
              </a:spcAft>
            </a:pPr>
            <a:r>
              <a:rPr sz="1500">
                <a:solidFill>
                  <a:srgbClr val="003A5D"/>
                </a:solidFill>
              </a:rPr>
              <a:t>Bindings, tests and CI status</a:t>
            </a:r>
          </a:p>
          <a:p>
            <a:pPr>
              <a:spcAft>
                <a:spcPts val="500"/>
              </a:spcAft>
            </a:pPr>
            <a:r>
              <a:rPr sz="1500">
                <a:solidFill>
                  <a:srgbClr val="003A5D"/>
                </a:solidFill>
              </a:rPr>
              <a:t>Deployment needs and Sprint 6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of Report</a:t>
            </a:r>
          </a:p>
        </p:txBody>
      </p:sp>
      <p:pic>
        <p:nvPicPr>
          <p:cNvPr id="3" name="Picture 2" descr="report_page_crop.png"/>
          <p:cNvPicPr>
            <a:picLocks noChangeAspect="1"/>
          </p:cNvPicPr>
          <p:nvPr/>
        </p:nvPicPr>
        <p:blipFill>
          <a:blip r:embed="rId3"/>
          <a:stretch>
            <a:fillRect/>
          </a:stretch>
        </p:blipFill>
        <p:spPr>
          <a:xfrm>
            <a:off x="658368" y="1691640"/>
            <a:ext cx="4386562" cy="4480560"/>
          </a:xfrm>
          <a:prstGeom prst="rect">
            <a:avLst/>
          </a:prstGeom>
          <a:ln w="12700">
            <a:solidFill>
              <a:srgbClr val="003A5D"/>
            </a:solidFill>
          </a:ln>
        </p:spPr>
      </p:pic>
      <p:sp>
        <p:nvSpPr>
          <p:cNvPr id="4" name="Rectangle 3"/>
          <p:cNvSpPr/>
          <p:nvPr/>
        </p:nvSpPr>
        <p:spPr>
          <a:xfrm>
            <a:off x="6035040" y="1691640"/>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Sprint 5 report</a:t>
            </a:r>
          </a:p>
          <a:p>
            <a:pPr>
              <a:spcAft>
                <a:spcPts val="500"/>
              </a:spcAft>
            </a:pPr>
            <a:r>
              <a:rPr sz="1200">
                <a:solidFill>
                  <a:srgbClr val="003A5D"/>
                </a:solidFill>
              </a:rPr>
              <a:t>Course template sections and issue lists</a:t>
            </a:r>
          </a:p>
        </p:txBody>
      </p:sp>
      <p:sp>
        <p:nvSpPr>
          <p:cNvPr id="5" name="Rectangle 4"/>
          <p:cNvSpPr/>
          <p:nvPr/>
        </p:nvSpPr>
        <p:spPr>
          <a:xfrm>
            <a:off x="6035040" y="2596896"/>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docs/Sprint5</a:t>
            </a:r>
          </a:p>
          <a:p>
            <a:pPr>
              <a:spcAft>
                <a:spcPts val="500"/>
              </a:spcAft>
            </a:pPr>
            <a:r>
              <a:rPr sz="1200">
                <a:solidFill>
                  <a:srgbClr val="003A5D"/>
                </a:solidFill>
              </a:rPr>
              <a:t>User guide, compatibility matrix, deployment plan</a:t>
            </a:r>
          </a:p>
        </p:txBody>
      </p:sp>
      <p:sp>
        <p:nvSpPr>
          <p:cNvPr id="6" name="Rectangle 5"/>
          <p:cNvSpPr/>
          <p:nvPr/>
        </p:nvSpPr>
        <p:spPr>
          <a:xfrm>
            <a:off x="6035040" y="3502152"/>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code/pythonnet-spike</a:t>
            </a:r>
          </a:p>
          <a:p>
            <a:pPr>
              <a:spcAft>
                <a:spcPts val="500"/>
              </a:spcAft>
            </a:pPr>
            <a:r>
              <a:rPr sz="1200">
                <a:solidFill>
                  <a:srgbClr val="003A5D"/>
                </a:solidFill>
              </a:rPr>
              <a:t>Spike, tests, results</a:t>
            </a:r>
          </a:p>
        </p:txBody>
      </p:sp>
      <p:sp>
        <p:nvSpPr>
          <p:cNvPr id="7" name="Rectangle 6"/>
          <p:cNvSpPr/>
          <p:nvPr/>
        </p:nvSpPr>
        <p:spPr>
          <a:xfrm>
            <a:off x="6035040" y="4407408"/>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Final report</a:t>
            </a:r>
          </a:p>
          <a:p>
            <a:pPr>
              <a:spcAft>
                <a:spcPts val="500"/>
              </a:spcAft>
            </a:pPr>
            <a:r>
              <a:rPr sz="1200">
                <a:solidFill>
                  <a:srgbClr val="003A5D"/>
                </a:solidFill>
              </a:rPr>
              <a:t>New section V, test specifications and results</a:t>
            </a:r>
          </a:p>
        </p:txBody>
      </p:sp>
      <p:sp>
        <p:nvSpPr>
          <p:cNvPr id="8" name="Rectangle 7"/>
          <p:cNvSpPr/>
          <p:nvPr/>
        </p:nvSpPr>
        <p:spPr>
          <a:xfrm>
            <a:off x="6035040" y="5312664"/>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README</a:t>
            </a:r>
          </a:p>
          <a:p>
            <a:pPr>
              <a:spcAft>
                <a:spcPts val="500"/>
              </a:spcAft>
            </a:pPr>
            <a:r>
              <a:rPr sz="1200">
                <a:solidFill>
                  <a:srgbClr val="003A5D"/>
                </a:solidFill>
              </a:rPr>
              <a:t>Install steps checked on a fresh clone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Use of AI</a:t>
            </a:r>
          </a:p>
        </p:txBody>
      </p:sp>
      <p:sp>
        <p:nvSpPr>
          <p:cNvPr id="3" name="Rectangle 2"/>
          <p:cNvSpPr/>
          <p:nvPr/>
        </p:nvSpPr>
        <p:spPr>
          <a:xfrm>
            <a:off x="65836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How it was used</a:t>
            </a:r>
          </a:p>
          <a:p>
            <a:pPr>
              <a:spcAft>
                <a:spcPts val="500"/>
              </a:spcAft>
            </a:pPr>
            <a:r>
              <a:rPr sz="1600">
                <a:solidFill>
                  <a:srgbClr val="003A5D"/>
                </a:solidFill>
              </a:rPr>
              <a:t>Tool: Claude, through Claude Code</a:t>
            </a:r>
          </a:p>
          <a:p>
            <a:pPr>
              <a:spcAft>
                <a:spcPts val="500"/>
              </a:spcAft>
            </a:pPr>
            <a:r>
              <a:rPr sz="1600">
                <a:solidFill>
                  <a:srgbClr val="003A5D"/>
                </a:solidFill>
              </a:rPr>
              <a:t>Python.NET spike and its tests</a:t>
            </a:r>
          </a:p>
          <a:p>
            <a:pPr>
              <a:spcAft>
                <a:spcPts val="500"/>
              </a:spcAft>
            </a:pPr>
            <a:r>
              <a:rPr sz="1600">
                <a:solidFill>
                  <a:srgbClr val="003A5D"/>
                </a:solidFill>
              </a:rPr>
              <a:t>First drafts of the user guide, matrix, deployment plan, report and slides</a:t>
            </a:r>
          </a:p>
          <a:p>
            <a:pPr>
              <a:spcAft>
                <a:spcPts val="500"/>
              </a:spcAft>
            </a:pPr>
            <a:r>
              <a:rPr sz="1600">
                <a:solidFill>
                  <a:srgbClr val="003A5D"/>
                </a:solidFill>
              </a:rPr>
              <a:t>Rerunning tests and reading numbers out of logs</a:t>
            </a:r>
          </a:p>
          <a:p>
            <a:pPr>
              <a:spcAft>
                <a:spcPts val="500"/>
              </a:spcAft>
            </a:pPr>
            <a:r>
              <a:rPr sz="1600">
                <a:solidFill>
                  <a:srgbClr val="003A5D"/>
                </a:solidFill>
              </a:rPr>
              <a:t>Cleaning up meeting transcripts into MoMs</a:t>
            </a:r>
          </a:p>
        </p:txBody>
      </p:sp>
      <p:sp>
        <p:nvSpPr>
          <p:cNvPr id="4" name="Rectangle 3"/>
          <p:cNvSpPr/>
          <p:nvPr/>
        </p:nvSpPr>
        <p:spPr>
          <a:xfrm>
            <a:off x="619048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Limits and accountability</a:t>
            </a:r>
          </a:p>
          <a:p>
            <a:pPr>
              <a:spcAft>
                <a:spcPts val="500"/>
              </a:spcAft>
            </a:pPr>
            <a:r>
              <a:rPr sz="1600">
                <a:solidFill>
                  <a:srgbClr val="003A5D"/>
                </a:solidFill>
              </a:rPr>
              <a:t>The first spike run failed because a folder name hid the .NET namespace. Running it caught that.</a:t>
            </a:r>
          </a:p>
          <a:p>
            <a:pPr>
              <a:spcAft>
                <a:spcPts val="500"/>
              </a:spcAft>
            </a:pPr>
            <a:r>
              <a:rPr sz="1600">
                <a:solidFill>
                  <a:srgbClr val="003A5D"/>
                </a:solidFill>
              </a:rPr>
              <a:t>Every number in the report comes from a test log or CI run.</a:t>
            </a:r>
          </a:p>
          <a:p>
            <a:pPr>
              <a:spcAft>
                <a:spcPts val="500"/>
              </a:spcAft>
            </a:pPr>
            <a:r>
              <a:rPr sz="1600">
                <a:solidFill>
                  <a:srgbClr val="003A5D"/>
                </a:solidFill>
              </a:rPr>
              <a:t>MoMs are written from AI transcripts and checked by the team.</a:t>
            </a:r>
          </a:p>
          <a:p>
            <a:pPr>
              <a:spcAft>
                <a:spcPts val="500"/>
              </a:spcAft>
            </a:pPr>
            <a:r>
              <a:rPr sz="1600">
                <a:solidFill>
                  <a:srgbClr val="003A5D"/>
                </a:solidFill>
              </a:rPr>
              <a:t>SEL code stays in the private repo.</a:t>
            </a:r>
          </a:p>
          <a:p>
            <a:pPr>
              <a:spcAft>
                <a:spcPts val="500"/>
              </a:spcAft>
            </a:pPr>
            <a:r>
              <a:rPr sz="1600">
                <a:solidFill>
                  <a:srgbClr val="003A5D"/>
                </a:solidFill>
              </a:rPr>
              <a:t>The team reviewed everything and is responsible for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Achievements and Challenges</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Achievements</a:t>
            </a:r>
          </a:p>
          <a:p>
            <a:pPr>
              <a:spcAft>
                <a:spcPts val="500"/>
              </a:spcAft>
            </a:pPr>
            <a:r>
              <a:rPr sz="1600">
                <a:solidFill>
                  <a:srgbClr val="003A5D"/>
                </a:solidFill>
              </a:rPr>
              <a:t>Bridge recovers from crashes, with tests</a:t>
            </a:r>
          </a:p>
          <a:p>
            <a:pPr>
              <a:spcAft>
                <a:spcPts val="500"/>
              </a:spcAft>
            </a:pPr>
            <a:r>
              <a:rPr sz="1600">
                <a:solidFill>
                  <a:srgbClr val="003A5D"/>
                </a:solidFill>
              </a:rPr>
              <a:t>2,161 tests pass, up from 2,155</a:t>
            </a:r>
          </a:p>
          <a:p>
            <a:pPr>
              <a:spcAft>
                <a:spcPts val="500"/>
              </a:spcAft>
            </a:pPr>
            <a:r>
              <a:rPr sz="1600">
                <a:solidFill>
                  <a:srgbClr val="003A5D"/>
                </a:solidFill>
              </a:rPr>
              <a:t>Team CI pipeline green on the Sprint 5 branch</a:t>
            </a:r>
          </a:p>
          <a:p>
            <a:pPr>
              <a:spcAft>
                <a:spcPts val="500"/>
              </a:spcAft>
            </a:pPr>
            <a:r>
              <a:rPr sz="1600">
                <a:solidFill>
                  <a:srgbClr val="003A5D"/>
                </a:solidFill>
              </a:rPr>
              <a:t>First user guide and pub/sub example</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Challenges and fixes</a:t>
            </a:r>
          </a:p>
          <a:p>
            <a:pPr>
              <a:spcAft>
                <a:spcPts val="500"/>
              </a:spcAft>
            </a:pPr>
            <a:r>
              <a:rPr sz="1600">
                <a:solidFill>
                  <a:srgbClr val="003A5D"/>
                </a:solidFill>
              </a:rPr>
              <a:t>No C# client. Kept the bridge and ran a stand-in spike.</a:t>
            </a:r>
          </a:p>
          <a:p>
            <a:pPr>
              <a:spcAft>
                <a:spcPts val="500"/>
              </a:spcAft>
            </a:pPr>
            <a:r>
              <a:rPr sz="1600">
                <a:solidFill>
                  <a:srgbClr val="003A5D"/>
                </a:solidFill>
              </a:rPr>
              <a:t>No real Signal Hub. All tests use the fake hub.</a:t>
            </a:r>
          </a:p>
          <a:p>
            <a:pPr>
              <a:spcAft>
                <a:spcPts val="500"/>
              </a:spcAft>
            </a:pPr>
            <a:r>
              <a:rPr sz="1600">
                <a:solidFill>
                  <a:srgbClr val="003A5D"/>
                </a:solidFill>
              </a:rPr>
              <a:t>SEL code is private. Results are shared, code is not.</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Progress from Sprint 4</a:t>
            </a:r>
          </a:p>
          <a:p>
            <a:pPr>
              <a:spcAft>
                <a:spcPts val="500"/>
              </a:spcAft>
            </a:pPr>
            <a:r>
              <a:rPr sz="1600">
                <a:solidFill>
                  <a:srgbClr val="003A5D"/>
                </a:solidFill>
              </a:rPr>
              <a:t>Sprint 4 picked the bridge as the only safe Go transport</a:t>
            </a:r>
          </a:p>
          <a:p>
            <a:pPr>
              <a:spcAft>
                <a:spcPts val="500"/>
              </a:spcAft>
            </a:pPr>
            <a:r>
              <a:rPr sz="1600">
                <a:solidFill>
                  <a:srgbClr val="003A5D"/>
                </a:solidFill>
              </a:rPr>
              <a:t>Sprint 5 made it recover from crashes</a:t>
            </a:r>
          </a:p>
          <a:p>
            <a:pPr>
              <a:spcAft>
                <a:spcPts val="500"/>
              </a:spcAft>
            </a:pPr>
            <a:r>
              <a:rPr sz="1600">
                <a:solidFill>
                  <a:srgbClr val="003A5D"/>
                </a:solidFill>
              </a:rPr>
              <a:t>The C# question now has measured answers for everything except the client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Sprint Retrospective</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Sprint 6</a:t>
            </a:r>
          </a:p>
          <a:p>
            <a:pPr>
              <a:spcAft>
                <a:spcPts val="500"/>
              </a:spcAft>
            </a:pPr>
            <a:r>
              <a:rPr sz="1600">
                <a:solidFill>
                  <a:srgbClr val="003A5D"/>
                </a:solidFill>
              </a:rPr>
              <a:t>Get the C# client and finish #36</a:t>
            </a:r>
          </a:p>
          <a:p>
            <a:pPr>
              <a:spcAft>
                <a:spcPts val="500"/>
              </a:spcAft>
            </a:pPr>
            <a:r>
              <a:rPr sz="1600">
                <a:solidFill>
                  <a:srgbClr val="003A5D"/>
                </a:solidFill>
              </a:rPr>
              <a:t>Run the bridge on Windows</a:t>
            </a:r>
          </a:p>
          <a:p>
            <a:pPr>
              <a:spcAft>
                <a:spcPts val="500"/>
              </a:spcAft>
            </a:pPr>
            <a:r>
              <a:rPr sz="1600">
                <a:solidFill>
                  <a:srgbClr val="003A5D"/>
                </a:solidFill>
              </a:rPr>
              <a:t>Deploy to a Blueframe device or virtual instance</a:t>
            </a:r>
          </a:p>
          <a:p>
            <a:pPr>
              <a:spcAft>
                <a:spcPts val="500"/>
              </a:spcAft>
            </a:pPr>
            <a:r>
              <a:rPr sz="1600">
                <a:solidFill>
                  <a:srgbClr val="003A5D"/>
                </a:solidFill>
              </a:rPr>
              <a:t>Prototype suite in private CI</a:t>
            </a:r>
          </a:p>
          <a:p>
            <a:pPr>
              <a:spcAft>
                <a:spcPts val="500"/>
              </a:spcAft>
            </a:pPr>
            <a:r>
              <a:rPr sz="1600">
                <a:solidFill>
                  <a:srgbClr val="003A5D"/>
                </a:solidFill>
              </a:rPr>
              <a:t>Final docs and handoff</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Retrospective</a:t>
            </a:r>
          </a:p>
          <a:p>
            <a:pPr>
              <a:spcAft>
                <a:spcPts val="500"/>
              </a:spcAft>
            </a:pPr>
            <a:r>
              <a:rPr sz="1600">
                <a:solidFill>
                  <a:srgbClr val="003A5D"/>
                </a:solidFill>
              </a:rPr>
              <a:t>Went well: the fallback plan, tests before fixes</a:t>
            </a:r>
          </a:p>
          <a:p>
            <a:pPr>
              <a:spcAft>
                <a:spcPts val="500"/>
              </a:spcAft>
            </a:pPr>
            <a:r>
              <a:rPr sz="1600">
                <a:solidFill>
                  <a:srgbClr val="003A5D"/>
                </a:solidFill>
              </a:rPr>
              <a:t>Improve: ask for the client in writing with a date</a:t>
            </a:r>
          </a:p>
          <a:p>
            <a:pPr>
              <a:spcAft>
                <a:spcPts val="500"/>
              </a:spcAft>
            </a:pPr>
            <a:r>
              <a:rPr sz="1600">
                <a:solidFill>
                  <a:srgbClr val="003A5D"/>
                </a:solidFill>
              </a:rPr>
              <a:t>Improve: every member's work on the board, code pushed weekly</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 acted on</a:t>
            </a:r>
          </a:p>
          <a:p>
            <a:pPr>
              <a:spcAft>
                <a:spcPts val="500"/>
              </a:spcAft>
            </a:pPr>
            <a:r>
              <a:rPr sz="1600">
                <a:solidFill>
                  <a:srgbClr val="003A5D"/>
                </a:solidFill>
              </a:rPr>
              <a:t>No double maintenance: still wrapping, not porting</a:t>
            </a:r>
          </a:p>
          <a:p>
            <a:pPr>
              <a:spcAft>
                <a:spcPts val="500"/>
              </a:spcAft>
            </a:pPr>
            <a:r>
              <a:rPr sz="1600">
                <a:solidFill>
                  <a:srgbClr val="003A5D"/>
                </a:solidFill>
              </a:rPr>
              <a:t>No crashed Python sessions: bridge recovery</a:t>
            </a:r>
          </a:p>
          <a:p>
            <a:pPr>
              <a:spcAft>
                <a:spcPts val="500"/>
              </a:spcAft>
            </a:pPr>
            <a:r>
              <a:rPr sz="1600">
                <a:solidFill>
                  <a:srgbClr val="003A5D"/>
                </a:solidFill>
              </a:rPr>
              <a:t>C# move: spike done, client next</a:t>
            </a:r>
          </a:p>
          <a:p>
            <a:pPr>
              <a:spcAft>
                <a:spcPts val="500"/>
              </a:spcAft>
            </a:pPr>
            <a:r>
              <a:rPr sz="1600">
                <a:solidFill>
                  <a:srgbClr val="003A5D"/>
                </a:solidFill>
              </a:rPr>
              <a:t>Docs as a deliverable: user guide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Thank you to Joe Stanley and SEL, and to the course staff.</a:t>
            </a:r>
          </a:p>
        </p:txBody>
      </p:sp>
      <p:sp>
        <p:nvSpPr>
          <p:cNvPr id="3" name="Title 2"/>
          <p:cNvSpPr>
            <a:spLocks noGrp="1"/>
          </p:cNvSpPr>
          <p:nvPr>
            <p:ph type="title"/>
          </p:nvPr>
        </p:nvSpPr>
        <p:spPr/>
        <p:txBody>
          <a:bodyPr/>
          <a:lstStyle/>
          <a:p>
            <a:r>
              <a:t>The SDK works and recovers on the Go bridge, and the C# path is measured and ready for the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EL_2025">
  <a:themeElements>
    <a:clrScheme name="2025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SEL-202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0" tIns="0" rIns="0" bIns="0" rtlCol="0" anchor="ctr"/>
      <a:lstStyle>
        <a:defPPr algn="ctr">
          <a:defRPr sz="20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1"/>
          </a:solidFill>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45720" bIns="45720" rtlCol="0">
        <a:noAutofit/>
      </a:bodyPr>
      <a:lstStyle>
        <a:defPPr algn="l">
          <a:lnSpc>
            <a:spcPct val="110000"/>
          </a:lnSpc>
          <a:spcAft>
            <a:spcPts val="2000"/>
          </a:spcAft>
          <a:defRPr sz="2000"/>
        </a:defPPr>
      </a:lstStyle>
    </a:txDef>
  </a:objectDefaults>
  <a:extraClrSchemeLst/>
  <a:custClrLst>
    <a:custClr name="SEL Blue 100%, 0-58-93, 003A5D">
      <a:srgbClr val="003A5D"/>
    </a:custClr>
    <a:custClr name="SEL Blue 65%, 61-122-160, 3D7AA0">
      <a:srgbClr val="3D7AA0"/>
    </a:custClr>
    <a:custClr name="SEL Blue 20%, 195-209-221, C3D1DD">
      <a:srgbClr val="C3D1DD"/>
    </a:custClr>
    <a:custClr name="SEL Blue 15%, 222-230-239, DEE6EF">
      <a:srgbClr val="DEE6EF"/>
    </a:custClr>
    <a:custClr name="SEL Blue 10%, 233-237-242, E9EDF2">
      <a:srgbClr val="E9EDF2"/>
    </a:custClr>
    <a:custClr name="SEL Blue 5%, 237-241-246, EDF1F6">
      <a:srgbClr val="EDF1F6"/>
    </a:custClr>
    <a:custClr name="SEL Blue 3%, 242-245-249, F2F5F9">
      <a:srgbClr val="F2F5F9"/>
    </a:custClr>
    <a:custClr name="White, 255-255-255, FFFFFF">
      <a:srgbClr val="FFFFFF"/>
    </a:custClr>
    <a:custClr name="SEL Blue 110%, 0-34-64, 002240">
      <a:srgbClr val="002240"/>
    </a:custClr>
    <a:custClr name="Black, 0-0-0, 000000">
      <a:srgbClr val="000000"/>
    </a:custClr>
    <a:custClr name="Accent Red, 225-30-65, E11E41">
      <a:srgbClr val="E11E41"/>
    </a:custClr>
    <a:custClr name="Red 15%, 252-220-226, FCDCE2">
      <a:srgbClr val="FCDCE2"/>
    </a:custClr>
    <a:custClr name="Red 10%, 253-230-234, FDE6EA">
      <a:srgbClr val="FDE6EA"/>
    </a:custClr>
    <a:custClr name="Red 5%, 254-244-245, FEF4F5">
      <a:srgbClr val="FEF4F5"/>
    </a:custClr>
    <a:custClr name="Red 3%, 253-246-247, FDF6F7">
      <a:srgbClr val="FDF6F7"/>
    </a:custClr>
    <a:custClr name="Accent Orange, 252-91-62, FC5B3E">
      <a:srgbClr val="FC5B3E"/>
    </a:custClr>
    <a:custClr name="Orange 15%, 253-228-224, FDE4E0">
      <a:srgbClr val="FDE4E0"/>
    </a:custClr>
    <a:custClr name="Orange 10%, 254-236-234, FEECEA">
      <a:srgbClr val="FEECEA"/>
    </a:custClr>
    <a:custClr name="Orange 5%, 254-245-252, FEF5F2">
      <a:srgbClr val="FEF5F2"/>
    </a:custClr>
    <a:custClr name="Orange 3%, 255-249-247, FFF9F7">
      <a:srgbClr val="FFF9F7"/>
    </a:custClr>
    <a:custClr name="Accent Blue, 26-63-216, 1A3FD8">
      <a:srgbClr val="1A3FD8"/>
    </a:custClr>
    <a:custClr name="Blue 15%, 222-225-242, DEE1F2">
      <a:srgbClr val="DEE1F2"/>
    </a:custClr>
    <a:custClr name="Blue 10%, 233-237-247, E9EDF7">
      <a:srgbClr val="E9EDF7"/>
    </a:custClr>
    <a:custClr name="Blue 5%, 240-242-251, F0F2FB">
      <a:srgbClr val="F0F2FB"/>
    </a:custClr>
    <a:custClr name="Blue 3%, 246-247-254, F6F7FE">
      <a:srgbClr val="F6F7FE"/>
    </a:custClr>
    <a:custClr name="Accent Green, 64-203-108, 40CB6C">
      <a:srgbClr val="40CB6C"/>
    </a:custClr>
    <a:custClr name="Green 15%, 221-246-227, DDF6E3">
      <a:srgbClr val="DDF6E3"/>
    </a:custClr>
    <a:custClr name="Green 10%, 233-249-236, E9F9EC">
      <a:srgbClr val="E9F9EC"/>
    </a:custClr>
    <a:custClr name="Green 5%, 244-251-246, F4FBF6">
      <a:srgbClr val="F4FBF6"/>
    </a:custClr>
    <a:custClr name="Green 3%, 248-253-250, F8FDFA">
      <a:srgbClr val="F8FDFA"/>
    </a:custClr>
    <a:custClr name="Accent Cyan, 0-255-226, 00FFE2">
      <a:srgbClr val="00FFE2"/>
    </a:custClr>
    <a:custClr name="Cyan 15%, 217-255-251, D9FFFB">
      <a:srgbClr val="D9FFFB"/>
    </a:custClr>
    <a:custClr name="Cyan 10%, 228-254-251, E4FEFB">
      <a:srgbClr val="E4FEFB"/>
    </a:custClr>
    <a:custClr name="Cyan 5%, 241-254-252, F1FEFC">
      <a:srgbClr val="F1FEFC"/>
    </a:custClr>
    <a:custClr name="Cyan 3%, 247-255-254, F7FFFE">
      <a:srgbClr val="F7FFFE"/>
    </a:custClr>
    <a:custClr name="Dark Green, 39-134-69, 278645">
      <a:srgbClr val="278645"/>
    </a:custClr>
    <a:custClr name="Dark Purple, 136-78-136, 884E88">
      <a:srgbClr val="884E88"/>
    </a:custClr>
    <a:custClr name="Light Purple, 240-140-238, F08CEE">
      <a:srgbClr val="F08CEE"/>
    </a:custClr>
    <a:custClr name="Brown, 85-52-29, 55341D">
      <a:srgbClr val="55341D"/>
    </a:custClr>
    <a:custClr name="Yellow, 255-247-119, FFF777">
      <a:srgbClr val="FFF777"/>
    </a:custClr>
    <a:custClr name="SEL Blue 100%, 0-58-93, 003A5D">
      <a:srgbClr val="003A5D"/>
    </a:custClr>
    <a:custClr name="SEL Blue 85%, 56-89-120, 385978">
      <a:srgbClr val="385978"/>
    </a:custClr>
    <a:custClr name="SEL Blue 60%, 97-122-149, 617A95">
      <a:srgbClr val="617A95"/>
    </a:custClr>
    <a:custClr name="SEL Blue 45%, 137-157-178, 899DB2">
      <a:srgbClr val="899DB2"/>
    </a:custClr>
    <a:custClr name="SEL Blue 30%, 179-193-208, B3C1D0">
      <a:srgbClr val="B3C1D0"/>
    </a:custClr>
    <a:custClr name="SEL Blue 15%, 222-230-239, DEE6EF">
      <a:srgbClr val="DEE6EF"/>
    </a:custClr>
    <a:custClr name="SEL Blue 100%, 0-58-93, 003A5D">
      <a:srgbClr val="003A5D"/>
    </a:custClr>
    <a:custClr name="SEL Blue 75%, 77-105-134, 4D6986">
      <a:srgbClr val="4D6986"/>
    </a:custClr>
    <a:custClr name="SEL Blue 50%, 137-156-178, 899CB2">
      <a:srgbClr val="899CB2"/>
    </a:custClr>
    <a:custClr name="SEL Blue 25%, 200-211-223, C8D3DF">
      <a:srgbClr val="C8D3DF"/>
    </a:custClr>
  </a:custClrLst>
  <a:extLst>
    <a:ext uri="{05A4C25C-085E-4340-85A3-A5531E510DB2}">
      <thm15:themeFamily xmlns:thm15="http://schemas.microsoft.com/office/thememl/2012/main" name="Presentation3" id="{FF9D1E53-59B4-4D7F-9F2A-1248458386ED}" vid="{EA11DE6B-698C-4F03-B151-C4D9DF75528B}"/>
    </a:ext>
  </a:extLst>
</a:theme>
</file>

<file path=ppt/theme/theme2.xml><?xml version="1.0" encoding="utf-8"?>
<a:theme xmlns:a="http://schemas.openxmlformats.org/drawingml/2006/main" name="Office Theme">
  <a:themeElements>
    <a:clrScheme name="SEL_2023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SEL Note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1324</Words>
  <Application>Microsoft Office PowerPoint</Application>
  <PresentationFormat>Widescreen</PresentationFormat>
  <Paragraphs>244</Paragraphs>
  <Slides>31</Slides>
  <Notes>31</Notes>
  <HiddenSlides>28</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Wingdings</vt:lpstr>
      <vt:lpstr>Times New Roman</vt:lpstr>
      <vt:lpstr>SEL_2025</vt:lpstr>
      <vt:lpstr>PowerPoint Presentation</vt:lpstr>
      <vt:lpstr>PowerPoint Presentation</vt:lpstr>
      <vt:lpstr>PowerPoint Presentation</vt:lpstr>
      <vt:lpstr>The following hidden slides include example slide layouts and guidance for working in this PowerPoint template</vt:lpstr>
      <vt:lpstr>Different title slide layouts have more space for additional presenter names</vt:lpstr>
      <vt:lpstr>If the presentation has a subtitle, choose a title and subtitle layout</vt:lpstr>
      <vt:lpstr>Use complete sentences in slide titles (40 pt)</vt:lpstr>
      <vt:lpstr>Customize slide designs</vt:lpstr>
      <vt:lpstr>Section header layouts, like this one, have a color block or photo on the top half of the slide and a title below</vt:lpstr>
      <vt:lpstr>Pull quotes may be placed on top of large photos to have more impact in the presentation.”</vt:lpstr>
      <vt:lpstr>Consider multiple-topic layout options</vt:lpstr>
      <vt:lpstr>Overlay photo on a right side color block</vt:lpstr>
      <vt:lpstr>Use blue tint for contrast with screenshots</vt:lpstr>
      <vt:lpstr>Use SEL theme colors for consistency</vt:lpstr>
      <vt:lpstr>Use accent colors for callout lines</vt:lpstr>
      <vt:lpstr>Center figures within the available space</vt:lpstr>
      <vt:lpstr>Keep figure lines at 2.25 pt weight or above</vt:lpstr>
      <vt:lpstr>Keep SEL device icons aligned and consistently sized with each other</vt:lpstr>
      <vt:lpstr>SEL pictograms are also available</vt:lpstr>
      <vt:lpstr>Add labels to SEL pictograms for context</vt:lpstr>
      <vt:lpstr>Apply SEL branded table formatting</vt:lpstr>
      <vt:lpstr>Minimize table cell sizing for simplicity</vt:lpstr>
      <vt:lpstr>for large tables, try the layout called Subtitle only</vt:lpstr>
      <vt:lpstr>Simplify data charts</vt:lpstr>
      <vt:lpstr>Express main  point of chart in slide title</vt:lpstr>
      <vt:lpstr>Simplify message by featuring one main point on each slide</vt:lpstr>
      <vt:lpstr>Toggle guides (ALT+F9) on desktop app</vt:lpstr>
      <vt:lpstr>About this presentation (slide for sales kits)</vt:lpstr>
      <vt:lpstr>Add a final slide using layout options like this one, Questions, or 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Chelsea Rash</dc:creator>
  <cp:lastModifiedBy>Chelsea Rash</cp:lastModifiedBy>
  <cp:revision>1</cp:revision>
  <dcterms:created xsi:type="dcterms:W3CDTF">2025-12-19T17:27:42Z</dcterms:created>
  <dcterms:modified xsi:type="dcterms:W3CDTF">2025-12-19T17:28:42Z</dcterms:modified>
</cp:coreProperties>
</file>