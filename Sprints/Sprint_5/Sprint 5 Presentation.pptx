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7772400" cy="100584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jRK5TYM2XTwfcaCF2vVPZhYSJuW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F2C1849-529E-49B2-A7FE-7664E0F771F1}">
  <a:tblStyle styleId="{AF2C1849-529E-49B2-A7FE-7664E0F771F1}"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7E9"/>
          </a:solidFill>
        </a:fill>
      </a:tcStyle>
    </a:wholeTbl>
    <a:band1H>
      <a:tcTxStyle/>
      <a:tcStyle>
        <a:fill>
          <a:solidFill>
            <a:srgbClr val="CACDD1"/>
          </a:solidFill>
        </a:fill>
      </a:tcStyle>
    </a:band1H>
    <a:band2H>
      <a:tcTxStyle/>
    </a:band2H>
    <a:band1V>
      <a:tcTxStyle/>
      <a:tcStyle>
        <a:fill>
          <a:solidFill>
            <a:srgbClr val="CACDD1"/>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customschemas.google.com/relationships/presentationmetadata" Target="metadata"/><Relationship Id="rId23" Type="http://schemas.openxmlformats.org/officeDocument/2006/relationships/slide" Target="slides/slide18.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nvSpPr>
        <p:spPr>
          <a:xfrm>
            <a:off x="1219200" y="5029200"/>
            <a:ext cx="5334000" cy="14465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FDE4E0"/>
                </a:solidFill>
                <a:latin typeface="Arial"/>
                <a:ea typeface="Arial"/>
                <a:cs typeface="Arial"/>
                <a:sym typeface="Arial"/>
              </a:rPr>
              <a:t>Presenter Notes</a:t>
            </a:r>
            <a:br>
              <a:rPr b="1" i="0" lang="en-US" sz="4400" u="none" cap="none" strike="noStrike">
                <a:solidFill>
                  <a:srgbClr val="FDE4E0"/>
                </a:solidFill>
                <a:latin typeface="Arial"/>
                <a:ea typeface="Arial"/>
                <a:cs typeface="Arial"/>
                <a:sym typeface="Arial"/>
              </a:rPr>
            </a:br>
            <a:r>
              <a:rPr b="1" i="0" lang="en-US" sz="4400" u="none" cap="none" strike="noStrike">
                <a:solidFill>
                  <a:srgbClr val="FDE4E0"/>
                </a:solidFill>
                <a:latin typeface="Arial"/>
                <a:ea typeface="Arial"/>
                <a:cs typeface="Arial"/>
                <a:sym typeface="Arial"/>
              </a:rPr>
              <a:t>SEL Confidential</a:t>
            </a:r>
            <a:endParaRPr/>
          </a:p>
        </p:txBody>
      </p:sp>
      <p:sp>
        <p:nvSpPr>
          <p:cNvPr id="4" name="Google Shape;4;n"/>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100" u="none" cap="none" strike="noStrike">
                <a:solidFill>
                  <a:srgbClr val="000000"/>
                </a:solidFill>
                <a:latin typeface="Times New Roman"/>
                <a:ea typeface="Times New Roman"/>
                <a:cs typeface="Times New Roman"/>
                <a:sym typeface="Times New Roman"/>
              </a:defRPr>
            </a:lvl1pPr>
            <a:lvl2pPr indent="-298450" lvl="1" marL="914400" marR="0" rtl="0" algn="l">
              <a:spcBef>
                <a:spcPts val="0"/>
              </a:spcBef>
              <a:spcAft>
                <a:spcPts val="0"/>
              </a:spcAft>
              <a:buClr>
                <a:srgbClr val="000000"/>
              </a:buClr>
              <a:buSzPts val="1100"/>
              <a:buFont typeface="Arial"/>
              <a:buChar char="•"/>
              <a:defRPr b="0" i="0" sz="1100" u="none" cap="none" strike="noStrike">
                <a:solidFill>
                  <a:srgbClr val="000000"/>
                </a:solidFill>
                <a:latin typeface="Times New Roman"/>
                <a:ea typeface="Times New Roman"/>
                <a:cs typeface="Times New Roman"/>
                <a:sym typeface="Times New Roman"/>
              </a:defRPr>
            </a:lvl2pPr>
            <a:lvl3pPr indent="-298450" lvl="2" marL="13716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3pPr>
            <a:lvl4pPr indent="-298450" lvl="3" marL="18288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4pPr>
            <a:lvl5pPr indent="-298450" lvl="4" marL="22860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5pPr>
            <a:lvl6pPr indent="-298450" lvl="5" marL="27432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6pPr>
            <a:lvl7pPr indent="-298450" lvl="6" marL="32004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7pPr>
            <a:lvl8pPr indent="-298450" lvl="7" marL="36576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8pPr>
            <a:lvl9pPr indent="-298450" lvl="8" marL="41148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9pPr>
          </a:lstStyle>
          <a:p/>
        </p:txBody>
      </p:sp>
      <p:sp>
        <p:nvSpPr>
          <p:cNvPr id="5" name="Google Shape;5;n"/>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000000"/>
                </a:solidFill>
                <a:latin typeface="Times New Roman"/>
                <a:ea typeface="Times New Roman"/>
                <a:cs typeface="Times New Roman"/>
                <a:sym typeface="Times New Roman"/>
              </a:rPr>
              <a:t>‹#›</a:t>
            </a:fld>
            <a:endParaRPr b="0" i="0" sz="1000" u="none" cap="none" strike="noStrike">
              <a:solidFill>
                <a:srgbClr val="000000"/>
              </a:solidFill>
              <a:latin typeface="Times New Roman"/>
              <a:ea typeface="Times New Roman"/>
              <a:cs typeface="Times New Roman"/>
              <a:sym typeface="Times New Roman"/>
            </a:endParaRPr>
          </a:p>
        </p:txBody>
      </p:sp>
      <p:sp>
        <p:nvSpPr>
          <p:cNvPr id="6" name="Google Shape;6;n"/>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extLst>
    <p:ext uri="{620B2872-D7B9-4A21-9093-7833F8D536E1}">
      <p15:sldGuideLst>
        <p15:guide id="1" pos="514">
          <p15:clr>
            <a:srgbClr val="F26B43"/>
          </p15:clr>
        </p15:guide>
        <p15:guide id="2" pos="4380">
          <p15:clr>
            <a:srgbClr val="F26B43"/>
          </p15:clr>
        </p15:guide>
        <p15:guide id="3" pos="2448">
          <p15:clr>
            <a:srgbClr val="A4A3A4"/>
          </p15:clr>
        </p15:guide>
        <p15:guide id="4" orient="horz" pos="514">
          <p15:clr>
            <a:srgbClr val="F26B43"/>
          </p15:clr>
        </p15:guide>
        <p15:guide id="5" orient="horz" pos="2688">
          <p15:clr>
            <a:srgbClr val="F26B43"/>
          </p15:clr>
        </p15:guide>
        <p15:guide id="6" orient="horz" pos="2880">
          <p15:clr>
            <a:srgbClr val="A4A3A4"/>
          </p15:clr>
        </p15:guide>
        <p15:guide id="7" pos="648">
          <p15:clr>
            <a:srgbClr val="A4A3A4"/>
          </p15:clr>
        </p15:guide>
        <p15:guide id="8" pos="4248">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Say the project name and the course, and that this is the Sprint 5 walkthrough. Each section is presented by a different person.</a:t>
            </a:r>
            <a:endParaRPr/>
          </a:p>
        </p:txBody>
      </p:sp>
      <p:sp>
        <p:nvSpPr>
          <p:cNvPr id="320" name="Google Shape;320;p1: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21" name="Google Shape;321;p1: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Give the project in one line, then introduce each person and their Sprint 5 role. End with the Sprint 5 goal.</a:t>
            </a:r>
            <a:endParaRPr/>
          </a:p>
        </p:txBody>
      </p:sp>
      <p:sp>
        <p:nvSpPr>
          <p:cNvPr id="329" name="Google Shape;329;p2: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30" name="Google Shape;330;p2: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Go through the four deliverables from the Sprint 4 to 6 plan. The reason behind them is Joe's rule against double maintenance, so the SDK wraps a client instead of porting it. Long term, engineers should be able to script Signal Hub from Python with numpy.</a:t>
            </a:r>
            <a:endParaRPr/>
          </a:p>
        </p:txBody>
      </p:sp>
      <p:sp>
        <p:nvSpPr>
          <p:cNvPr id="341" name="Google Shape;341;p3: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42" name="Google Shape;342;p3: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4: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30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Each member names their own issues. Caleb shows the team CI run (#52). Genevieve covers the C# evaluation status and the user guide review (#36, #53). Darron covers the compatibility roadmap (#54). Lucas demos the bridge, the pub/sub example and the Python.NET results on the next slides.</a:t>
            </a:r>
            <a:endParaRPr/>
          </a:p>
        </p:txBody>
      </p:sp>
      <p:sp>
        <p:nvSpPr>
          <p:cNvPr id="353" name="Google Shape;353;p4: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54" name="Google Shape;354;p4: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5: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 minute.</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In Sprint 4 a dead bridge raised an error and every open object was lost. Now, with auto_restart=True, the SDK starts a new bridge and picks up where it left off. This is backed by 17 hardening tests and 13 name and cancel tests, and all of them passed in the October 30 run.</a:t>
            </a:r>
            <a:endParaRPr/>
          </a:p>
        </p:txBody>
      </p:sp>
      <p:sp>
        <p:nvSpPr>
          <p:cNvPr id="360" name="Google Shape;360;p5: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61" name="Google Shape;361;p5: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6: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For the live demo, start build/testhub, then run docs/Sprint5/examples/pubsub_example.py with the hub port. Then open the demo app with PYTHONPATH=python python3 demo/server.py at http://127.0.0.1:8765. Add a publisher and a subscriber, send a batch, and press Kill bridge to show the recovery. If it is not live, show the captured output.</a:t>
            </a:r>
            <a:endParaRPr/>
          </a:p>
        </p:txBody>
      </p:sp>
      <p:sp>
        <p:nvSpPr>
          <p:cNvPr id="376" name="Google Shape;376;p6: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77" name="Google Shape;377;p6: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7: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Genevieve Kochel presents this slide, about 1 minute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The C# client was not on our machines, so Lucas measured Python.NET with a stand-in C# class that has no SEL code in it. Generics and callbacks were most of the Go glue work, and here they need no glue at all. The catch is that a fatal .NET error still kills Python, the same as ctypes, which is why the Go bridge stays as the fallback. The numbers are from local runs on October 30.</a:t>
            </a:r>
            <a:endParaRPr/>
          </a:p>
        </p:txBody>
      </p:sp>
      <p:sp>
        <p:nvSpPr>
          <p:cNvPr id="385" name="Google Shape;385;p7: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86" name="Google Shape;386;p7: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8: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1 minute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Blueframe runs signed, containerized apps on SEL-3350, 3355 and 3360 computers. Walk through the four steps. Steps 1 and 2 are done on developer machines and in CI. Steps 3 and 4 need SEL's signing process and a device or a virtual Blueframe instance, which the team does not have yet. That is the first Sprint 6 request to Joe.</a:t>
            </a:r>
            <a:endParaRPr/>
          </a:p>
        </p:txBody>
      </p:sp>
      <p:sp>
        <p:nvSpPr>
          <p:cNvPr id="398" name="Google Shape;398;p8: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99" name="Google Shape;399;p8: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9: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Show the team CI pipeline run on the Sprint 5 branch, run 41146542375, where 13 of 13 jobs passed. It runs on every push and pull request. Then show the compatibility matrix in docs/Sprint5.</a:t>
            </a:r>
            <a:endParaRPr/>
          </a:p>
        </p:txBody>
      </p:sp>
      <p:sp>
        <p:nvSpPr>
          <p:cNvPr id="409" name="Google Shape;409;p9: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10" name="Google Shape;410;p9: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0: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Genevieve Kochel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The integration and system tests run the SDK against the fake Signal Hub, which speaks the same wire protocol as SEL's hub. On September 28 Joe said crashing an engineer's Python session is not acceptable, and the bridge recovery is the answer to that. October feedback is in the MoMs.</a:t>
            </a:r>
            <a:endParaRPr/>
          </a:p>
        </p:txBody>
      </p:sp>
      <p:sp>
        <p:nvSpPr>
          <p:cNvPr id="417" name="Google Shape;417;p10: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18" name="Google Shape;418;p10: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1: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Darron Li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Show the board. Done has #44 to #46, #48 to #50 and #52 to #54. Ready has #36 and #55. Each member names their issues.</a:t>
            </a:r>
            <a:endParaRPr/>
          </a:p>
        </p:txBody>
      </p:sp>
      <p:sp>
        <p:nvSpPr>
          <p:cNvPr id="426" name="Google Shape;426;p11: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27" name="Google Shape;427;p11: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12: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Darron Li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Open Sprints/Sprint_5/MoM on GitHub. The files follow the Sprint 4 format. October 12 was the Go and C# comparison, and October 26 was the Sprint 5 review.</a:t>
            </a:r>
            <a:endParaRPr/>
          </a:p>
        </p:txBody>
      </p:sp>
      <p:sp>
        <p:nvSpPr>
          <p:cNvPr id="434" name="Google Shape;434;p12: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35" name="Google Shape;435;p12: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13: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 minute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Scroll through Sprints/Sprint_5/Sprint_Report.md on GitHub and point out the issue lists and the retrospective. Then show the new section V in the final report, the docs/Sprint5 folder and the README.</a:t>
            </a:r>
            <a:endParaRPr/>
          </a:p>
        </p:txBody>
      </p:sp>
      <p:sp>
        <p:nvSpPr>
          <p:cNvPr id="443" name="Google Shape;443;p13: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44" name="Google Shape;444;p13: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14: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1 minute 30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Say that Claude was used for the Python.NET test code, doc drafts, the report and the slides, and to pull numbers out of logs. Give the example of an AI mistake that running the code caught. Every number comes from a log or a CI run, SEL code never went to a public tool, and the team owns every deliverable.</a:t>
            </a:r>
            <a:endParaRPr/>
          </a:p>
        </p:txBody>
      </p:sp>
      <p:sp>
        <p:nvSpPr>
          <p:cNvPr id="455" name="Google Shape;455;p14: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56" name="Google Shape;456;p14: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5: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Genevieve Kochel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Go through the achievements, then each challenge and what was done about it. Close with how Sprint 5 built on Sprint 4.</a:t>
            </a:r>
            <a:endParaRPr/>
          </a:p>
        </p:txBody>
      </p:sp>
      <p:sp>
        <p:nvSpPr>
          <p:cNvPr id="463" name="Google Shape;463;p15: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64" name="Google Shape;464;p15: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16: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Darron Li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Start with the Sprint 6 plan, then what went well and what to change. End with what was done because of Joe's feedback.</a:t>
            </a:r>
            <a:endParaRPr/>
          </a:p>
        </p:txBody>
      </p:sp>
      <p:sp>
        <p:nvSpPr>
          <p:cNvPr id="472" name="Google Shape;472;p16: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73" name="Google Shape;473;p16: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7: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30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Recap the working SDK on the bridge with crash recovery, the team CI pipeline, the measured C# results and the first docs. Sprint 6 is the C# client and deployment. Thank Joe, SEL and the course staff, and invite questions.</a:t>
            </a:r>
            <a:endParaRPr/>
          </a:p>
        </p:txBody>
      </p:sp>
      <p:sp>
        <p:nvSpPr>
          <p:cNvPr id="481" name="Google Shape;481;p17: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82" name="Google Shape;482;p17: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18:notes"/>
          <p:cNvSpPr txBox="1"/>
          <p:nvPr>
            <p:ph idx="1" type="body"/>
          </p:nvPr>
        </p:nvSpPr>
        <p:spPr>
          <a:xfrm>
            <a:off x="1035756" y="4572001"/>
            <a:ext cx="5700888" cy="5113019"/>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 name="Google Shape;488;p18: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A)">
  <p:cSld name="Title Slide (Multiple A)">
    <p:spTree>
      <p:nvGrpSpPr>
        <p:cNvPr id="13" name="Shape 13"/>
        <p:cNvGrpSpPr/>
        <p:nvPr/>
      </p:nvGrpSpPr>
      <p:grpSpPr>
        <a:xfrm>
          <a:off x="0" y="0"/>
          <a:ext cx="0" cy="0"/>
          <a:chOff x="0" y="0"/>
          <a:chExt cx="0" cy="0"/>
        </a:xfrm>
      </p:grpSpPr>
      <p:sp>
        <p:nvSpPr>
          <p:cNvPr id="14" name="Google Shape;14;p20"/>
          <p:cNvSpPr/>
          <p:nvPr/>
        </p:nvSpPr>
        <p:spPr>
          <a:xfrm>
            <a:off x="0" y="-1"/>
            <a:ext cx="12192000" cy="44751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5" name="Google Shape;15;p20"/>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6" name="Google Shape;16;p20"/>
          <p:cNvSpPr txBox="1"/>
          <p:nvPr>
            <p:ph idx="2" type="body"/>
          </p:nvPr>
        </p:nvSpPr>
        <p:spPr>
          <a:xfrm>
            <a:off x="660400" y="4986261"/>
            <a:ext cx="5114132"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17" name="Google Shape;17;p20"/>
          <p:cNvSpPr txBox="1"/>
          <p:nvPr>
            <p:ph idx="3" type="body"/>
          </p:nvPr>
        </p:nvSpPr>
        <p:spPr>
          <a:xfrm>
            <a:off x="6256733" y="4986261"/>
            <a:ext cx="5271691"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a:lvl1pPr>
            <a:lvl2pPr indent="-228600" lvl="1" marL="914400" algn="l">
              <a:lnSpc>
                <a:spcPct val="100000"/>
              </a:lnSpc>
              <a:spcBef>
                <a:spcPts val="20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18" name="Google Shape;18;p20"/>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pic>
        <p:nvPicPr>
          <p:cNvPr id="19" name="Google Shape;19;p20"/>
          <p:cNvPicPr preferRelativeResize="0"/>
          <p:nvPr/>
        </p:nvPicPr>
        <p:blipFill rotWithShape="1">
          <a:blip r:embed="rId2">
            <a:alphaModFix/>
          </a:blip>
          <a:srcRect b="0" l="0" r="0" t="0"/>
          <a:stretch/>
        </p:blipFill>
        <p:spPr>
          <a:xfrm>
            <a:off x="660400" y="3253694"/>
            <a:ext cx="902286" cy="518205"/>
          </a:xfrm>
          <a:prstGeom prst="rect">
            <a:avLst/>
          </a:prstGeom>
          <a:noFill/>
          <a:ln>
            <a:noFill/>
          </a:ln>
        </p:spPr>
      </p:pic>
      <p:sp>
        <p:nvSpPr>
          <p:cNvPr id="20" name="Google Shape;20;p20"/>
          <p:cNvSpPr txBox="1"/>
          <p:nvPr>
            <p:ph type="title"/>
          </p:nvPr>
        </p:nvSpPr>
        <p:spPr>
          <a:xfrm>
            <a:off x="660400" y="647700"/>
            <a:ext cx="10871200" cy="222613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21" name="Shape 21"/>
        <p:cNvGrpSpPr/>
        <p:nvPr/>
      </p:nvGrpSpPr>
      <p:grpSpPr>
        <a:xfrm>
          <a:off x="0" y="0"/>
          <a:ext cx="0" cy="0"/>
          <a:chOff x="0" y="0"/>
          <a:chExt cx="0" cy="0"/>
        </a:xfrm>
      </p:grpSpPr>
      <p:sp>
        <p:nvSpPr>
          <p:cNvPr id="22" name="Google Shape;22;p2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Thought">
  <p:cSld name="Final Thought">
    <p:spTree>
      <p:nvGrpSpPr>
        <p:cNvPr id="23" name="Shape 23"/>
        <p:cNvGrpSpPr/>
        <p:nvPr/>
      </p:nvGrpSpPr>
      <p:grpSpPr>
        <a:xfrm>
          <a:off x="0" y="0"/>
          <a:ext cx="0" cy="0"/>
          <a:chOff x="0" y="0"/>
          <a:chExt cx="0" cy="0"/>
        </a:xfrm>
      </p:grpSpPr>
      <p:sp>
        <p:nvSpPr>
          <p:cNvPr id="24" name="Google Shape;24;p22"/>
          <p:cNvSpPr/>
          <p:nvPr/>
        </p:nvSpPr>
        <p:spPr>
          <a:xfrm>
            <a:off x="0" y="-1"/>
            <a:ext cx="12192000" cy="447516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5" name="Google Shape;25;p22"/>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12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6" name="Google Shape;26;p22"/>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Thank You">
    <p:spTree>
      <p:nvGrpSpPr>
        <p:cNvPr id="27" name="Shape 27"/>
        <p:cNvGrpSpPr/>
        <p:nvPr/>
      </p:nvGrpSpPr>
      <p:grpSpPr>
        <a:xfrm>
          <a:off x="0" y="0"/>
          <a:ext cx="0" cy="0"/>
          <a:chOff x="0" y="0"/>
          <a:chExt cx="0" cy="0"/>
        </a:xfrm>
      </p:grpSpPr>
      <p:sp>
        <p:nvSpPr>
          <p:cNvPr id="28" name="Google Shape;28;p23"/>
          <p:cNvSpPr/>
          <p:nvPr/>
        </p:nvSpPr>
        <p:spPr>
          <a:xfrm>
            <a:off x="6096000" y="0"/>
            <a:ext cx="6096000"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 name="Google Shape;29;p23"/>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dk1"/>
                </a:solidFill>
                <a:latin typeface="Arial"/>
                <a:ea typeface="Arial"/>
                <a:cs typeface="Arial"/>
                <a:sym typeface="Arial"/>
              </a:rPr>
              <a:t>Thank you</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chemeClr val="lt1"/>
        </a:solidFill>
      </p:bgPr>
    </p:bg>
    <p:spTree>
      <p:nvGrpSpPr>
        <p:cNvPr id="30" name="Shape 30"/>
        <p:cNvGrpSpPr/>
        <p:nvPr/>
      </p:nvGrpSpPr>
      <p:grpSpPr>
        <a:xfrm>
          <a:off x="0" y="0"/>
          <a:ext cx="0" cy="0"/>
          <a:chOff x="0" y="0"/>
          <a:chExt cx="0" cy="0"/>
        </a:xfrm>
      </p:grpSpPr>
      <p:sp>
        <p:nvSpPr>
          <p:cNvPr id="31" name="Google Shape;31;p24"/>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32" name="Google Shape;32;p24"/>
          <p:cNvSpPr txBox="1"/>
          <p:nvPr>
            <p:ph idx="1" type="subTitle"/>
          </p:nvPr>
        </p:nvSpPr>
        <p:spPr>
          <a:xfrm>
            <a:off x="660399" y="5661816"/>
            <a:ext cx="10868025" cy="548484"/>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100"/>
              <a:buNone/>
              <a:defRPr b="0" sz="2800">
                <a:solidFill>
                  <a:schemeClr val="dk1"/>
                </a:solidFill>
              </a:defRPr>
            </a:lvl1pPr>
            <a:lvl2pPr lvl="1" algn="l">
              <a:lnSpc>
                <a:spcPct val="100000"/>
              </a:lnSpc>
              <a:spcBef>
                <a:spcPts val="0"/>
              </a:spcBef>
              <a:spcAft>
                <a:spcPts val="0"/>
              </a:spcAft>
              <a:buSzPts val="1800"/>
              <a:buNone/>
              <a:defRPr sz="2000">
                <a:solidFill>
                  <a:schemeClr val="dk1"/>
                </a:solidFill>
              </a:defRPr>
            </a:lvl2pPr>
            <a:lvl3pPr lvl="2" algn="l">
              <a:lnSpc>
                <a:spcPct val="100000"/>
              </a:lnSpc>
              <a:spcBef>
                <a:spcPts val="0"/>
              </a:spcBef>
              <a:spcAft>
                <a:spcPts val="0"/>
              </a:spcAft>
              <a:buSzPts val="1800"/>
              <a:buNone/>
              <a:defRPr sz="2000">
                <a:solidFill>
                  <a:schemeClr val="dk1"/>
                </a:solidFill>
              </a:defRPr>
            </a:lvl3pPr>
            <a:lvl4pPr lvl="3" algn="l">
              <a:lnSpc>
                <a:spcPct val="100000"/>
              </a:lnSpc>
              <a:spcBef>
                <a:spcPts val="0"/>
              </a:spcBef>
              <a:spcAft>
                <a:spcPts val="0"/>
              </a:spcAft>
              <a:buSzPts val="1800"/>
              <a:buNone/>
              <a:defRPr sz="2000">
                <a:solidFill>
                  <a:schemeClr val="dk1"/>
                </a:solidFill>
              </a:defRPr>
            </a:lvl4pPr>
            <a:lvl5pPr lvl="4" algn="l">
              <a:lnSpc>
                <a:spcPct val="100000"/>
              </a:lnSpc>
              <a:spcBef>
                <a:spcPts val="0"/>
              </a:spcBef>
              <a:spcAft>
                <a:spcPts val="0"/>
              </a:spcAft>
              <a:buSzPts val="1800"/>
              <a:buNone/>
              <a:defRPr sz="2000">
                <a:solidFill>
                  <a:schemeClr val="dk1"/>
                </a:solidFill>
              </a:defRPr>
            </a:lvl5pPr>
            <a:lvl6pPr lvl="5" algn="l">
              <a:lnSpc>
                <a:spcPct val="100000"/>
              </a:lnSpc>
              <a:spcBef>
                <a:spcPts val="0"/>
              </a:spcBef>
              <a:spcAft>
                <a:spcPts val="0"/>
              </a:spcAft>
              <a:buSzPts val="1800"/>
              <a:buNone/>
              <a:defRPr sz="2000">
                <a:solidFill>
                  <a:schemeClr val="dk1"/>
                </a:solidFill>
              </a:defRPr>
            </a:lvl6pPr>
            <a:lvl7pPr lvl="6" algn="l">
              <a:lnSpc>
                <a:spcPct val="100000"/>
              </a:lnSpc>
              <a:spcBef>
                <a:spcPts val="0"/>
              </a:spcBef>
              <a:spcAft>
                <a:spcPts val="0"/>
              </a:spcAft>
              <a:buSzPts val="1800"/>
              <a:buNone/>
              <a:defRPr sz="2000">
                <a:solidFill>
                  <a:schemeClr val="dk1"/>
                </a:solidFill>
              </a:defRPr>
            </a:lvl7pPr>
            <a:lvl8pPr lvl="7" algn="l">
              <a:lnSpc>
                <a:spcPct val="100000"/>
              </a:lnSpc>
              <a:spcBef>
                <a:spcPts val="0"/>
              </a:spcBef>
              <a:spcAft>
                <a:spcPts val="0"/>
              </a:spcAft>
              <a:buSzPts val="1800"/>
              <a:buNone/>
              <a:defRPr sz="2000">
                <a:solidFill>
                  <a:schemeClr val="dk1"/>
                </a:solidFill>
              </a:defRPr>
            </a:lvl8pPr>
            <a:lvl9pPr lvl="8" algn="l">
              <a:lnSpc>
                <a:spcPct val="100000"/>
              </a:lnSpc>
              <a:spcBef>
                <a:spcPts val="0"/>
              </a:spcBef>
              <a:spcAft>
                <a:spcPts val="0"/>
              </a:spcAft>
              <a:buSzPts val="1800"/>
              <a:buNone/>
              <a:defRPr sz="2000">
                <a:solidFill>
                  <a:schemeClr val="dk1"/>
                </a:solidFill>
              </a:defRPr>
            </a:lvl9pPr>
          </a:lstStyle>
          <a:p/>
        </p:txBody>
      </p:sp>
      <p:sp>
        <p:nvSpPr>
          <p:cNvPr id="33" name="Google Shape;33;p24"/>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34" name="Google Shape;34;p24"/>
          <p:cNvSpPr txBox="1"/>
          <p:nvPr>
            <p:ph type="ctrTitle"/>
          </p:nvPr>
        </p:nvSpPr>
        <p:spPr>
          <a:xfrm>
            <a:off x="660399" y="647700"/>
            <a:ext cx="10868025" cy="291279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b="1"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bg>
      <p:bgPr>
        <a:solidFill>
          <a:schemeClr val="lt1"/>
        </a:solidFill>
      </p:bgPr>
    </p:bg>
    <p:spTree>
      <p:nvGrpSpPr>
        <p:cNvPr id="35" name="Shape 35"/>
        <p:cNvGrpSpPr/>
        <p:nvPr/>
      </p:nvGrpSpPr>
      <p:grpSpPr>
        <a:xfrm>
          <a:off x="0" y="0"/>
          <a:ext cx="0" cy="0"/>
          <a:chOff x="0" y="0"/>
          <a:chExt cx="0" cy="0"/>
        </a:xfrm>
      </p:grpSpPr>
      <p:sp>
        <p:nvSpPr>
          <p:cNvPr id="36" name="Google Shape;36;p25"/>
          <p:cNvSpPr/>
          <p:nvPr>
            <p:ph idx="2" type="pic"/>
          </p:nvPr>
        </p:nvSpPr>
        <p:spPr>
          <a:xfrm>
            <a:off x="7305675" y="0"/>
            <a:ext cx="4886325" cy="6858000"/>
          </a:xfrm>
          <a:prstGeom prst="rect">
            <a:avLst/>
          </a:prstGeom>
          <a:solidFill>
            <a:srgbClr val="C3D1DD"/>
          </a:solidFill>
          <a:ln>
            <a:noFill/>
          </a:ln>
        </p:spPr>
      </p:sp>
      <p:sp>
        <p:nvSpPr>
          <p:cNvPr id="37" name="Google Shape;37;p25"/>
          <p:cNvSpPr txBox="1"/>
          <p:nvPr>
            <p:ph idx="1" type="body"/>
          </p:nvPr>
        </p:nvSpPr>
        <p:spPr>
          <a:xfrm>
            <a:off x="660402" y="1602223"/>
            <a:ext cx="60372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Font typeface="Noto Sans Symbols"/>
              <a:buChar char="▪"/>
              <a:defRPr b="0" sz="2800">
                <a:solidFill>
                  <a:schemeClr val="dk1"/>
                </a:solidFill>
              </a:defRPr>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65760" lvl="7" marL="3657600" algn="l">
              <a:lnSpc>
                <a:spcPct val="110000"/>
              </a:lnSpc>
              <a:spcBef>
                <a:spcPts val="2000"/>
              </a:spcBef>
              <a:spcAft>
                <a:spcPts val="0"/>
              </a:spcAft>
              <a:buSzPts val="2160"/>
              <a:buFont typeface="Arial"/>
              <a:buChar char="–"/>
              <a:defRPr sz="2400"/>
            </a:lvl8pPr>
            <a:lvl9pPr indent="-365760" lvl="8" marL="4114800" algn="l">
              <a:lnSpc>
                <a:spcPct val="110000"/>
              </a:lnSpc>
              <a:spcBef>
                <a:spcPts val="1800"/>
              </a:spcBef>
              <a:spcAft>
                <a:spcPts val="1800"/>
              </a:spcAft>
              <a:buSzPts val="2160"/>
              <a:buFont typeface="Arial"/>
              <a:buChar char="–"/>
              <a:defRPr sz="2400"/>
            </a:lvl9pPr>
          </a:lstStyle>
          <a:p/>
        </p:txBody>
      </p:sp>
      <p:sp>
        <p:nvSpPr>
          <p:cNvPr id="38" name="Google Shape;38;p25"/>
          <p:cNvSpPr txBox="1"/>
          <p:nvPr>
            <p:ph type="title"/>
          </p:nvPr>
        </p:nvSpPr>
        <p:spPr>
          <a:xfrm>
            <a:off x="660401" y="582627"/>
            <a:ext cx="603726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Title">
  <p:cSld name="Picture and Title">
    <p:spTree>
      <p:nvGrpSpPr>
        <p:cNvPr id="39" name="Shape 39"/>
        <p:cNvGrpSpPr/>
        <p:nvPr/>
      </p:nvGrpSpPr>
      <p:grpSpPr>
        <a:xfrm>
          <a:off x="0" y="0"/>
          <a:ext cx="0" cy="0"/>
          <a:chOff x="0" y="0"/>
          <a:chExt cx="0" cy="0"/>
        </a:xfrm>
      </p:grpSpPr>
      <p:sp>
        <p:nvSpPr>
          <p:cNvPr id="40" name="Google Shape;40;p26"/>
          <p:cNvSpPr/>
          <p:nvPr>
            <p:ph idx="2" type="pic"/>
          </p:nvPr>
        </p:nvSpPr>
        <p:spPr>
          <a:xfrm>
            <a:off x="7305675" y="0"/>
            <a:ext cx="4886325" cy="6858000"/>
          </a:xfrm>
          <a:prstGeom prst="rect">
            <a:avLst/>
          </a:prstGeom>
          <a:solidFill>
            <a:srgbClr val="C3D1DD"/>
          </a:solidFill>
          <a:ln>
            <a:noFill/>
          </a:ln>
        </p:spPr>
      </p:sp>
      <p:sp>
        <p:nvSpPr>
          <p:cNvPr id="41" name="Google Shape;41;p26"/>
          <p:cNvSpPr txBox="1"/>
          <p:nvPr>
            <p:ph type="title"/>
          </p:nvPr>
        </p:nvSpPr>
        <p:spPr>
          <a:xfrm>
            <a:off x="660401" y="582627"/>
            <a:ext cx="603726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solidFill>
          <a:schemeClr val="lt1"/>
        </a:solidFill>
      </p:bgPr>
    </p:bg>
    <p:spTree>
      <p:nvGrpSpPr>
        <p:cNvPr id="42" name="Shape 42"/>
        <p:cNvGrpSpPr/>
        <p:nvPr/>
      </p:nvGrpSpPr>
      <p:grpSpPr>
        <a:xfrm>
          <a:off x="0" y="0"/>
          <a:ext cx="0" cy="0"/>
          <a:chOff x="0" y="0"/>
          <a:chExt cx="0" cy="0"/>
        </a:xfrm>
      </p:grpSpPr>
      <p:sp>
        <p:nvSpPr>
          <p:cNvPr id="43" name="Google Shape;43;p27"/>
          <p:cNvSpPr txBox="1"/>
          <p:nvPr>
            <p:ph idx="1" type="body"/>
          </p:nvPr>
        </p:nvSpPr>
        <p:spPr>
          <a:xfrm>
            <a:off x="660401" y="1602223"/>
            <a:ext cx="10868023"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solidFill>
                  <a:schemeClr val="dk1"/>
                </a:solidFill>
              </a:defRPr>
            </a:lvl1pPr>
            <a:lvl2pPr indent="-365760" lvl="1" marL="914400" algn="l">
              <a:lnSpc>
                <a:spcPct val="110000"/>
              </a:lnSpc>
              <a:spcBef>
                <a:spcPts val="2000"/>
              </a:spcBef>
              <a:spcAft>
                <a:spcPts val="0"/>
              </a:spcAft>
              <a:buSzPts val="2160"/>
              <a:buChar char="–"/>
              <a:defRPr/>
            </a:lvl2pPr>
            <a:lvl3pPr indent="-365760" lvl="2" marL="1371600" algn="l">
              <a:lnSpc>
                <a:spcPct val="110000"/>
              </a:lnSpc>
              <a:spcBef>
                <a:spcPts val="2000"/>
              </a:spcBef>
              <a:spcAft>
                <a:spcPts val="0"/>
              </a:spcAft>
              <a:buSzPts val="2160"/>
              <a:buChar char="–"/>
              <a:defRPr/>
            </a:lvl3pPr>
            <a:lvl4pPr indent="-365760" lvl="3" marL="1828800" algn="l">
              <a:lnSpc>
                <a:spcPct val="110000"/>
              </a:lnSpc>
              <a:spcBef>
                <a:spcPts val="2000"/>
              </a:spcBef>
              <a:spcAft>
                <a:spcPts val="0"/>
              </a:spcAft>
              <a:buSzPts val="216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44" name="Google Shape;44;p2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45" name="Shape 45"/>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Right)">
  <p:cSld name="Title and Content (Blue Right)">
    <p:spTree>
      <p:nvGrpSpPr>
        <p:cNvPr id="46" name="Shape 46"/>
        <p:cNvGrpSpPr/>
        <p:nvPr/>
      </p:nvGrpSpPr>
      <p:grpSpPr>
        <a:xfrm>
          <a:off x="0" y="0"/>
          <a:ext cx="0" cy="0"/>
          <a:chOff x="0" y="0"/>
          <a:chExt cx="0" cy="0"/>
        </a:xfrm>
      </p:grpSpPr>
      <p:sp>
        <p:nvSpPr>
          <p:cNvPr id="47" name="Google Shape;47;p29"/>
          <p:cNvSpPr/>
          <p:nvPr/>
        </p:nvSpPr>
        <p:spPr>
          <a:xfrm>
            <a:off x="7900988" y="0"/>
            <a:ext cx="4291012"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48" name="Google Shape;48;p29"/>
          <p:cNvSpPr txBox="1"/>
          <p:nvPr>
            <p:ph idx="1" type="body"/>
          </p:nvPr>
        </p:nvSpPr>
        <p:spPr>
          <a:xfrm>
            <a:off x="660402" y="1602223"/>
            <a:ext cx="6645273"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49" name="Google Shape;49;p29"/>
          <p:cNvSpPr txBox="1"/>
          <p:nvPr>
            <p:ph type="title"/>
          </p:nvPr>
        </p:nvSpPr>
        <p:spPr>
          <a:xfrm>
            <a:off x="660402" y="582627"/>
            <a:ext cx="664527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hoto Overlay)">
  <p:cSld name="Title and Content (Photo Overlay)">
    <p:spTree>
      <p:nvGrpSpPr>
        <p:cNvPr id="50" name="Shape 50"/>
        <p:cNvGrpSpPr/>
        <p:nvPr/>
      </p:nvGrpSpPr>
      <p:grpSpPr>
        <a:xfrm>
          <a:off x="0" y="0"/>
          <a:ext cx="0" cy="0"/>
          <a:chOff x="0" y="0"/>
          <a:chExt cx="0" cy="0"/>
        </a:xfrm>
      </p:grpSpPr>
      <p:sp>
        <p:nvSpPr>
          <p:cNvPr id="51" name="Google Shape;51;p30"/>
          <p:cNvSpPr/>
          <p:nvPr/>
        </p:nvSpPr>
        <p:spPr>
          <a:xfrm>
            <a:off x="6096000" y="0"/>
            <a:ext cx="6096000"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30"/>
          <p:cNvSpPr/>
          <p:nvPr>
            <p:ph idx="2" type="pic"/>
          </p:nvPr>
        </p:nvSpPr>
        <p:spPr>
          <a:xfrm>
            <a:off x="4891088" y="647700"/>
            <a:ext cx="7300911" cy="5562600"/>
          </a:xfrm>
          <a:prstGeom prst="rect">
            <a:avLst/>
          </a:prstGeom>
          <a:solidFill>
            <a:srgbClr val="C3D1DD"/>
          </a:solidFill>
          <a:ln>
            <a:noFill/>
          </a:ln>
        </p:spPr>
      </p:sp>
      <p:sp>
        <p:nvSpPr>
          <p:cNvPr id="53" name="Google Shape;53;p30"/>
          <p:cNvSpPr txBox="1"/>
          <p:nvPr>
            <p:ph idx="1" type="body"/>
          </p:nvPr>
        </p:nvSpPr>
        <p:spPr>
          <a:xfrm>
            <a:off x="660403" y="1602223"/>
            <a:ext cx="3627436"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54" name="Google Shape;54;p30"/>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Content">
  <p:cSld name="Subtitle and Content">
    <p:spTree>
      <p:nvGrpSpPr>
        <p:cNvPr id="55" name="Shape 55"/>
        <p:cNvGrpSpPr/>
        <p:nvPr/>
      </p:nvGrpSpPr>
      <p:grpSpPr>
        <a:xfrm>
          <a:off x="0" y="0"/>
          <a:ext cx="0" cy="0"/>
          <a:chOff x="0" y="0"/>
          <a:chExt cx="0" cy="0"/>
        </a:xfrm>
      </p:grpSpPr>
      <p:sp>
        <p:nvSpPr>
          <p:cNvPr id="56" name="Google Shape;56;p31"/>
          <p:cNvSpPr txBox="1"/>
          <p:nvPr>
            <p:ph idx="1" type="body"/>
          </p:nvPr>
        </p:nvSpPr>
        <p:spPr>
          <a:xfrm>
            <a:off x="660401" y="2285324"/>
            <a:ext cx="10845799"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65760" lvl="7" marL="3657600" algn="l">
              <a:lnSpc>
                <a:spcPct val="110000"/>
              </a:lnSpc>
              <a:spcBef>
                <a:spcPts val="2000"/>
              </a:spcBef>
              <a:spcAft>
                <a:spcPts val="0"/>
              </a:spcAft>
              <a:buSzPts val="2160"/>
              <a:buChar char="–"/>
              <a:defRPr/>
            </a:lvl8pPr>
            <a:lvl9pPr indent="-331470" lvl="8" marL="4114800" algn="l">
              <a:lnSpc>
                <a:spcPct val="110000"/>
              </a:lnSpc>
              <a:spcBef>
                <a:spcPts val="2000"/>
              </a:spcBef>
              <a:spcAft>
                <a:spcPts val="2000"/>
              </a:spcAft>
              <a:buSzPts val="1620"/>
              <a:buChar char="–"/>
              <a:defRPr/>
            </a:lvl9pPr>
          </a:lstStyle>
          <a:p/>
        </p:txBody>
      </p:sp>
      <p:sp>
        <p:nvSpPr>
          <p:cNvPr id="57" name="Google Shape;57;p3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31"/>
          <p:cNvSpPr txBox="1"/>
          <p:nvPr>
            <p:ph idx="2"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Font typeface="Arial"/>
              <a:buNone/>
              <a:defRPr b="1" sz="2400" cap="none"/>
            </a:lvl1pPr>
            <a:lvl2pPr indent="-228600" lvl="1" marL="914400" algn="l">
              <a:lnSpc>
                <a:spcPct val="100000"/>
              </a:lnSpc>
              <a:spcBef>
                <a:spcPts val="0"/>
              </a:spcBef>
              <a:spcAft>
                <a:spcPts val="0"/>
              </a:spcAft>
              <a:buSzPts val="1800"/>
              <a:buFont typeface="Arial"/>
              <a:buNone/>
              <a:defRPr b="1" sz="2000"/>
            </a:lvl2pPr>
            <a:lvl3pPr indent="-228600" lvl="2" marL="1371600" algn="l">
              <a:lnSpc>
                <a:spcPct val="100000"/>
              </a:lnSpc>
              <a:spcBef>
                <a:spcPts val="0"/>
              </a:spcBef>
              <a:spcAft>
                <a:spcPts val="0"/>
              </a:spcAft>
              <a:buSzPts val="1800"/>
              <a:buFont typeface="Arial"/>
              <a:buNone/>
              <a:defRPr b="1" sz="2000"/>
            </a:lvl3pPr>
            <a:lvl4pPr indent="-228600" lvl="3" marL="1828800" algn="l">
              <a:lnSpc>
                <a:spcPct val="100000"/>
              </a:lnSpc>
              <a:spcBef>
                <a:spcPts val="0"/>
              </a:spcBef>
              <a:spcAft>
                <a:spcPts val="0"/>
              </a:spcAft>
              <a:buSzPts val="1800"/>
              <a:buFont typeface="Arial"/>
              <a:buNone/>
              <a:defRPr b="1" sz="2000"/>
            </a:lvl4pPr>
            <a:lvl5pPr indent="-228600" lvl="4" marL="2286000" algn="l">
              <a:lnSpc>
                <a:spcPct val="100000"/>
              </a:lnSpc>
              <a:spcBef>
                <a:spcPts val="0"/>
              </a:spcBef>
              <a:spcAft>
                <a:spcPts val="0"/>
              </a:spcAft>
              <a:buSzPts val="1800"/>
              <a:buFont typeface="Arial"/>
              <a:buNone/>
              <a:defRPr b="1" sz="2000"/>
            </a:lvl5pPr>
            <a:lvl6pPr indent="-228600" lvl="5" marL="2743200" algn="l">
              <a:lnSpc>
                <a:spcPct val="100000"/>
              </a:lnSpc>
              <a:spcBef>
                <a:spcPts val="0"/>
              </a:spcBef>
              <a:spcAft>
                <a:spcPts val="0"/>
              </a:spcAft>
              <a:buSzPts val="1800"/>
              <a:buFont typeface="Arial"/>
              <a:buNone/>
              <a:defRPr b="1" sz="2000"/>
            </a:lvl6pPr>
            <a:lvl7pPr indent="-228600" lvl="6" marL="3200400" algn="l">
              <a:lnSpc>
                <a:spcPct val="100000"/>
              </a:lnSpc>
              <a:spcBef>
                <a:spcPts val="0"/>
              </a:spcBef>
              <a:spcAft>
                <a:spcPts val="0"/>
              </a:spcAft>
              <a:buSzPts val="1800"/>
              <a:buFont typeface="Arial"/>
              <a:buNone/>
              <a:defRPr b="1" sz="2000"/>
            </a:lvl7pPr>
            <a:lvl8pPr indent="-228600" lvl="7" marL="3657600" algn="l">
              <a:lnSpc>
                <a:spcPct val="100000"/>
              </a:lnSpc>
              <a:spcBef>
                <a:spcPts val="0"/>
              </a:spcBef>
              <a:spcAft>
                <a:spcPts val="0"/>
              </a:spcAft>
              <a:buSzPts val="1800"/>
              <a:buFont typeface="Arial"/>
              <a:buNone/>
              <a:defRPr b="1" sz="2000"/>
            </a:lvl8pPr>
            <a:lvl9pPr indent="-228600" lvl="8" marL="4114800" algn="l">
              <a:lnSpc>
                <a:spcPct val="100000"/>
              </a:lnSpc>
              <a:spcBef>
                <a:spcPts val="0"/>
              </a:spcBef>
              <a:spcAft>
                <a:spcPts val="0"/>
              </a:spcAft>
              <a:buSzPts val="1800"/>
              <a:buFont typeface="Arial"/>
              <a:buNone/>
              <a:defRPr b="1" sz="20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Title">
  <p:cSld name="Subtitle and Title">
    <p:spTree>
      <p:nvGrpSpPr>
        <p:cNvPr id="59" name="Shape 59"/>
        <p:cNvGrpSpPr/>
        <p:nvPr/>
      </p:nvGrpSpPr>
      <p:grpSpPr>
        <a:xfrm>
          <a:off x="0" y="0"/>
          <a:ext cx="0" cy="0"/>
          <a:chOff x="0" y="0"/>
          <a:chExt cx="0" cy="0"/>
        </a:xfrm>
      </p:grpSpPr>
      <p:sp>
        <p:nvSpPr>
          <p:cNvPr id="60" name="Google Shape;60;p3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32"/>
          <p:cNvSpPr txBox="1"/>
          <p:nvPr>
            <p:ph idx="1"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1800"/>
              <a:buNone/>
              <a:defRPr b="1" sz="2000" cap="none"/>
            </a:lvl2pPr>
            <a:lvl3pPr indent="-228600" lvl="2" marL="1371600" algn="l">
              <a:lnSpc>
                <a:spcPct val="100000"/>
              </a:lnSpc>
              <a:spcBef>
                <a:spcPts val="0"/>
              </a:spcBef>
              <a:spcAft>
                <a:spcPts val="0"/>
              </a:spcAft>
              <a:buSzPts val="1800"/>
              <a:buNone/>
              <a:defRPr b="1" sz="2000" cap="none"/>
            </a:lvl3pPr>
            <a:lvl4pPr indent="-228600" lvl="3" marL="1828800" algn="l">
              <a:lnSpc>
                <a:spcPct val="100000"/>
              </a:lnSpc>
              <a:spcBef>
                <a:spcPts val="0"/>
              </a:spcBef>
              <a:spcAft>
                <a:spcPts val="0"/>
              </a:spcAft>
              <a:buSzPts val="1800"/>
              <a:buNone/>
              <a:defRPr b="1" sz="2000" cap="none"/>
            </a:lvl4pPr>
            <a:lvl5pPr indent="-228600" lvl="4" marL="2286000" algn="l">
              <a:lnSpc>
                <a:spcPct val="100000"/>
              </a:lnSpc>
              <a:spcBef>
                <a:spcPts val="0"/>
              </a:spcBef>
              <a:spcAft>
                <a:spcPts val="0"/>
              </a:spcAft>
              <a:buSzPts val="1800"/>
              <a:buNone/>
              <a:defRPr b="1" sz="2000" cap="none"/>
            </a:lvl5pPr>
            <a:lvl6pPr indent="-228600" lvl="5" marL="2743200" algn="l">
              <a:lnSpc>
                <a:spcPct val="100000"/>
              </a:lnSpc>
              <a:spcBef>
                <a:spcPts val="0"/>
              </a:spcBef>
              <a:spcAft>
                <a:spcPts val="0"/>
              </a:spcAft>
              <a:buSzPts val="1800"/>
              <a:buNone/>
              <a:defRPr b="1" sz="2000" cap="none"/>
            </a:lvl6pPr>
            <a:lvl7pPr indent="-228600" lvl="6" marL="3200400" algn="l">
              <a:lnSpc>
                <a:spcPct val="100000"/>
              </a:lnSpc>
              <a:spcBef>
                <a:spcPts val="0"/>
              </a:spcBef>
              <a:spcAft>
                <a:spcPts val="0"/>
              </a:spcAft>
              <a:buSzPts val="1800"/>
              <a:buNone/>
              <a:defRPr b="1" sz="2000" cap="none"/>
            </a:lvl7pPr>
            <a:lvl8pPr indent="-228600" lvl="7" marL="3657600" algn="l">
              <a:lnSpc>
                <a:spcPct val="100000"/>
              </a:lnSpc>
              <a:spcBef>
                <a:spcPts val="0"/>
              </a:spcBef>
              <a:spcAft>
                <a:spcPts val="0"/>
              </a:spcAft>
              <a:buSzPts val="1800"/>
              <a:buNone/>
              <a:defRPr b="1" sz="2000" cap="none"/>
            </a:lvl8pPr>
            <a:lvl9pPr indent="-228600" lvl="8" marL="4114800" algn="l">
              <a:lnSpc>
                <a:spcPct val="100000"/>
              </a:lnSpc>
              <a:spcBef>
                <a:spcPts val="0"/>
              </a:spcBef>
              <a:spcAft>
                <a:spcPts val="0"/>
              </a:spcAft>
              <a:buSzPts val="1800"/>
              <a:buNone/>
              <a:defRPr b="1" sz="2000" cap="none"/>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Only">
  <p:cSld name="Subtitle Only">
    <p:spTree>
      <p:nvGrpSpPr>
        <p:cNvPr id="62" name="Shape 62"/>
        <p:cNvGrpSpPr/>
        <p:nvPr/>
      </p:nvGrpSpPr>
      <p:grpSpPr>
        <a:xfrm>
          <a:off x="0" y="0"/>
          <a:ext cx="0" cy="0"/>
          <a:chOff x="0" y="0"/>
          <a:chExt cx="0" cy="0"/>
        </a:xfrm>
      </p:grpSpPr>
      <p:sp>
        <p:nvSpPr>
          <p:cNvPr id="63" name="Google Shape;63;p33"/>
          <p:cNvSpPr txBox="1"/>
          <p:nvPr>
            <p:ph type="title"/>
          </p:nvPr>
        </p:nvSpPr>
        <p:spPr>
          <a:xfrm>
            <a:off x="660399" y="575871"/>
            <a:ext cx="10868025" cy="767154"/>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2400"/>
              <a:buFont typeface="Arial"/>
              <a:buNone/>
              <a:defRPr sz="2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Picture (Right)">
  <p:cSld name="Subtitle and Picture (Right)">
    <p:spTree>
      <p:nvGrpSpPr>
        <p:cNvPr id="64" name="Shape 64"/>
        <p:cNvGrpSpPr/>
        <p:nvPr/>
      </p:nvGrpSpPr>
      <p:grpSpPr>
        <a:xfrm>
          <a:off x="0" y="0"/>
          <a:ext cx="0" cy="0"/>
          <a:chOff x="0" y="0"/>
          <a:chExt cx="0" cy="0"/>
        </a:xfrm>
      </p:grpSpPr>
      <p:sp>
        <p:nvSpPr>
          <p:cNvPr id="65" name="Google Shape;65;p34"/>
          <p:cNvSpPr/>
          <p:nvPr>
            <p:ph idx="2" type="pic"/>
          </p:nvPr>
        </p:nvSpPr>
        <p:spPr>
          <a:xfrm>
            <a:off x="4891088" y="647700"/>
            <a:ext cx="7300912" cy="5562600"/>
          </a:xfrm>
          <a:prstGeom prst="rect">
            <a:avLst/>
          </a:prstGeom>
          <a:solidFill>
            <a:srgbClr val="C3D1DD"/>
          </a:solidFill>
          <a:ln>
            <a:noFill/>
          </a:ln>
        </p:spPr>
      </p:sp>
      <p:sp>
        <p:nvSpPr>
          <p:cNvPr id="66" name="Google Shape;66;p34"/>
          <p:cNvSpPr txBox="1"/>
          <p:nvPr>
            <p:ph idx="1" type="body"/>
          </p:nvPr>
        </p:nvSpPr>
        <p:spPr>
          <a:xfrm>
            <a:off x="660402" y="2285324"/>
            <a:ext cx="3627436"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67" name="Google Shape;67;p34"/>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34"/>
          <p:cNvSpPr txBox="1"/>
          <p:nvPr>
            <p:ph idx="3" type="body"/>
          </p:nvPr>
        </p:nvSpPr>
        <p:spPr>
          <a:xfrm>
            <a:off x="660401" y="1616631"/>
            <a:ext cx="3627437" cy="583162"/>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1800"/>
              <a:buNone/>
              <a:defRPr b="1" sz="2400" cap="none"/>
            </a:lvl1pPr>
            <a:lvl2pPr indent="-228600" lvl="1" marL="914400" algn="l">
              <a:lnSpc>
                <a:spcPct val="110000"/>
              </a:lnSpc>
              <a:spcBef>
                <a:spcPts val="2000"/>
              </a:spcBef>
              <a:spcAft>
                <a:spcPts val="0"/>
              </a:spcAft>
              <a:buSzPts val="1800"/>
              <a:buNone/>
              <a:defRPr b="1" sz="2000"/>
            </a:lvl2pPr>
            <a:lvl3pPr indent="-228600" lvl="2" marL="1371600" algn="l">
              <a:lnSpc>
                <a:spcPct val="110000"/>
              </a:lnSpc>
              <a:spcBef>
                <a:spcPts val="2000"/>
              </a:spcBef>
              <a:spcAft>
                <a:spcPts val="0"/>
              </a:spcAft>
              <a:buSzPts val="1800"/>
              <a:buNone/>
              <a:defRPr b="1" sz="2000"/>
            </a:lvl3pPr>
            <a:lvl4pPr indent="-228600" lvl="3" marL="1828800" algn="l">
              <a:lnSpc>
                <a:spcPct val="110000"/>
              </a:lnSpc>
              <a:spcBef>
                <a:spcPts val="2000"/>
              </a:spcBef>
              <a:spcAft>
                <a:spcPts val="0"/>
              </a:spcAft>
              <a:buSzPts val="1800"/>
              <a:buNone/>
              <a:defRPr b="1" sz="2000"/>
            </a:lvl4pPr>
            <a:lvl5pPr indent="-228600" lvl="4" marL="2286000" algn="l">
              <a:lnSpc>
                <a:spcPct val="110000"/>
              </a:lnSpc>
              <a:spcBef>
                <a:spcPts val="2000"/>
              </a:spcBef>
              <a:spcAft>
                <a:spcPts val="0"/>
              </a:spcAft>
              <a:buSzPts val="1800"/>
              <a:buNone/>
              <a:defRPr b="1" sz="2000"/>
            </a:lvl5pPr>
            <a:lvl6pPr indent="-228600" lvl="5" marL="2743200" algn="l">
              <a:lnSpc>
                <a:spcPct val="110000"/>
              </a:lnSpc>
              <a:spcBef>
                <a:spcPts val="2000"/>
              </a:spcBef>
              <a:spcAft>
                <a:spcPts val="0"/>
              </a:spcAft>
              <a:buSzPts val="1800"/>
              <a:buNone/>
              <a:defRPr b="1" sz="2000"/>
            </a:lvl6pPr>
            <a:lvl7pPr indent="-228600" lvl="6" marL="3200400" algn="l">
              <a:lnSpc>
                <a:spcPct val="110000"/>
              </a:lnSpc>
              <a:spcBef>
                <a:spcPts val="2000"/>
              </a:spcBef>
              <a:spcAft>
                <a:spcPts val="0"/>
              </a:spcAft>
              <a:buSzPts val="1800"/>
              <a:buNone/>
              <a:defRPr b="1" sz="2000"/>
            </a:lvl7pPr>
            <a:lvl8pPr indent="-228600" lvl="7" marL="3657600" algn="l">
              <a:lnSpc>
                <a:spcPct val="110000"/>
              </a:lnSpc>
              <a:spcBef>
                <a:spcPts val="2000"/>
              </a:spcBef>
              <a:spcAft>
                <a:spcPts val="0"/>
              </a:spcAft>
              <a:buSzPts val="1800"/>
              <a:buNone/>
              <a:defRPr b="1" sz="2000"/>
            </a:lvl8pPr>
            <a:lvl9pPr indent="-228600" lvl="8" marL="4114800" algn="l">
              <a:lnSpc>
                <a:spcPct val="110000"/>
              </a:lnSpc>
              <a:spcBef>
                <a:spcPts val="2000"/>
              </a:spcBef>
              <a:spcAft>
                <a:spcPts val="2000"/>
              </a:spcAft>
              <a:buSzPts val="1800"/>
              <a:buNone/>
              <a:defRPr b="1" sz="20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ontent">
  <p:cSld name="Picture and Content">
    <p:spTree>
      <p:nvGrpSpPr>
        <p:cNvPr id="69" name="Shape 69"/>
        <p:cNvGrpSpPr/>
        <p:nvPr/>
      </p:nvGrpSpPr>
      <p:grpSpPr>
        <a:xfrm>
          <a:off x="0" y="0"/>
          <a:ext cx="0" cy="0"/>
          <a:chOff x="0" y="0"/>
          <a:chExt cx="0" cy="0"/>
        </a:xfrm>
      </p:grpSpPr>
      <p:sp>
        <p:nvSpPr>
          <p:cNvPr id="70" name="Google Shape;70;p35"/>
          <p:cNvSpPr/>
          <p:nvPr>
            <p:ph idx="2" type="pic"/>
          </p:nvPr>
        </p:nvSpPr>
        <p:spPr>
          <a:xfrm>
            <a:off x="0" y="0"/>
            <a:ext cx="12192000" cy="6210300"/>
          </a:xfrm>
          <a:prstGeom prst="rect">
            <a:avLst/>
          </a:prstGeom>
          <a:solidFill>
            <a:srgbClr val="C3D1DD"/>
          </a:solidFill>
          <a:ln>
            <a:noFill/>
          </a:ln>
        </p:spPr>
      </p:sp>
      <p:sp>
        <p:nvSpPr>
          <p:cNvPr id="71" name="Google Shape;71;p35"/>
          <p:cNvSpPr txBox="1"/>
          <p:nvPr>
            <p:ph type="title"/>
          </p:nvPr>
        </p:nvSpPr>
        <p:spPr>
          <a:xfrm>
            <a:off x="660400" y="3788085"/>
            <a:ext cx="8453438" cy="183588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lt1"/>
              </a:buClr>
              <a:buSzPts val="4000"/>
              <a:buFont typeface="Arial"/>
              <a:buNone/>
              <a:defRPr b="0" sz="4000">
                <a:solidFill>
                  <a:schemeClr val="lt1"/>
                </a:solidFill>
              </a:defRPr>
            </a:lvl1pPr>
            <a:lvl2pPr lvl="1">
              <a:spcBef>
                <a:spcPts val="33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aption Above">
  <p:cSld name="Picture and Caption Above">
    <p:spTree>
      <p:nvGrpSpPr>
        <p:cNvPr id="72" name="Shape 72"/>
        <p:cNvGrpSpPr/>
        <p:nvPr/>
      </p:nvGrpSpPr>
      <p:grpSpPr>
        <a:xfrm>
          <a:off x="0" y="0"/>
          <a:ext cx="0" cy="0"/>
          <a:chOff x="0" y="0"/>
          <a:chExt cx="0" cy="0"/>
        </a:xfrm>
      </p:grpSpPr>
      <p:sp>
        <p:nvSpPr>
          <p:cNvPr id="73" name="Google Shape;73;p36"/>
          <p:cNvSpPr/>
          <p:nvPr>
            <p:ph idx="2" type="pic"/>
          </p:nvPr>
        </p:nvSpPr>
        <p:spPr>
          <a:xfrm>
            <a:off x="0" y="1690688"/>
            <a:ext cx="12192000" cy="5167312"/>
          </a:xfrm>
          <a:prstGeom prst="rect">
            <a:avLst/>
          </a:prstGeom>
          <a:solidFill>
            <a:srgbClr val="C3D1DD"/>
          </a:solidFill>
          <a:ln>
            <a:noFill/>
          </a:ln>
        </p:spPr>
      </p:sp>
      <p:sp>
        <p:nvSpPr>
          <p:cNvPr id="74" name="Google Shape;74;p36"/>
          <p:cNvSpPr txBox="1"/>
          <p:nvPr>
            <p:ph type="title"/>
          </p:nvPr>
        </p:nvSpPr>
        <p:spPr>
          <a:xfrm>
            <a:off x="660400" y="550258"/>
            <a:ext cx="10868024" cy="954861"/>
          </a:xfrm>
          <a:prstGeom prst="rect">
            <a:avLst/>
          </a:prstGeom>
          <a:noFill/>
          <a:ln>
            <a:noFill/>
          </a:ln>
        </p:spPr>
        <p:txBody>
          <a:bodyPr anchorCtr="0" anchor="t" bIns="0" lIns="0" spcFirstLastPara="1" rIns="0" wrap="square" tIns="0">
            <a:noAutofit/>
          </a:bodyPr>
          <a:lstStyle>
            <a:lvl1pPr lvl="0" algn="l">
              <a:lnSpc>
                <a:spcPct val="110000"/>
              </a:lnSpc>
              <a:spcBef>
                <a:spcPts val="0"/>
              </a:spcBef>
              <a:spcAft>
                <a:spcPts val="0"/>
              </a:spcAft>
              <a:buClr>
                <a:schemeClr val="accent1"/>
              </a:buClr>
              <a:buSzPts val="2800"/>
              <a:buFont typeface="Arial"/>
              <a:buNone/>
              <a:defRPr b="0" sz="2800">
                <a:latin typeface="Arial"/>
                <a:ea typeface="Arial"/>
                <a:cs typeface="Arial"/>
                <a:sym typeface="Arial"/>
              </a:defRPr>
            </a:lvl1pPr>
            <a:lvl2pPr lvl="1">
              <a:spcBef>
                <a:spcPts val="2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p:cSld name="Picture">
    <p:spTree>
      <p:nvGrpSpPr>
        <p:cNvPr id="75" name="Shape 75"/>
        <p:cNvGrpSpPr/>
        <p:nvPr/>
      </p:nvGrpSpPr>
      <p:grpSpPr>
        <a:xfrm>
          <a:off x="0" y="0"/>
          <a:ext cx="0" cy="0"/>
          <a:chOff x="0" y="0"/>
          <a:chExt cx="0" cy="0"/>
        </a:xfrm>
      </p:grpSpPr>
      <p:sp>
        <p:nvSpPr>
          <p:cNvPr id="76" name="Google Shape;76;p37"/>
          <p:cNvSpPr/>
          <p:nvPr>
            <p:ph idx="2" type="pic"/>
          </p:nvPr>
        </p:nvSpPr>
        <p:spPr>
          <a:xfrm>
            <a:off x="0" y="0"/>
            <a:ext cx="12192000" cy="6858000"/>
          </a:xfrm>
          <a:prstGeom prst="rect">
            <a:avLst/>
          </a:prstGeom>
          <a:solidFill>
            <a:srgbClr val="C3D1DD"/>
          </a:solid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bg>
      <p:bgPr>
        <a:solidFill>
          <a:schemeClr val="lt1"/>
        </a:solidFill>
      </p:bgPr>
    </p:bg>
    <p:spTree>
      <p:nvGrpSpPr>
        <p:cNvPr id="77" name="Shape 77"/>
        <p:cNvGrpSpPr/>
        <p:nvPr/>
      </p:nvGrpSpPr>
      <p:grpSpPr>
        <a:xfrm>
          <a:off x="0" y="0"/>
          <a:ext cx="0" cy="0"/>
          <a:chOff x="0" y="0"/>
          <a:chExt cx="0" cy="0"/>
        </a:xfrm>
      </p:grpSpPr>
      <p:sp>
        <p:nvSpPr>
          <p:cNvPr id="78" name="Google Shape;78;p38"/>
          <p:cNvSpPr/>
          <p:nvPr/>
        </p:nvSpPr>
        <p:spPr>
          <a:xfrm>
            <a:off x="6096000" y="0"/>
            <a:ext cx="6096000" cy="68580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79" name="Google Shape;79;p38"/>
          <p:cNvSpPr txBox="1"/>
          <p:nvPr>
            <p:ph idx="1" type="body"/>
          </p:nvPr>
        </p:nvSpPr>
        <p:spPr>
          <a:xfrm>
            <a:off x="0" y="0"/>
            <a:ext cx="7305675" cy="3429000"/>
          </a:xfrm>
          <a:prstGeom prst="rect">
            <a:avLst/>
          </a:prstGeom>
          <a:solidFill>
            <a:srgbClr val="C3D1DD"/>
          </a:solidFill>
          <a:ln>
            <a:noFill/>
          </a:ln>
        </p:spPr>
        <p:txBody>
          <a:bodyPr anchorCtr="0" anchor="t" bIns="0" lIns="0" spcFirstLastPara="1" rIns="0" wrap="square" tIns="585200">
            <a:noAutofit/>
          </a:bodyPr>
          <a:lstStyle>
            <a:lvl1pPr indent="-361950" lvl="0" marL="457200" algn="ctr">
              <a:lnSpc>
                <a:spcPct val="110000"/>
              </a:lnSpc>
              <a:spcBef>
                <a:spcPts val="0"/>
              </a:spcBef>
              <a:spcAft>
                <a:spcPts val="0"/>
              </a:spcAft>
              <a:buSzPts val="2100"/>
              <a:buFont typeface="Arial"/>
              <a:buChar char=" "/>
              <a:defRPr sz="2800"/>
            </a:lvl1pPr>
            <a:lvl2pPr indent="-388620" lvl="1" marL="914400" algn="l">
              <a:lnSpc>
                <a:spcPct val="110000"/>
              </a:lnSpc>
              <a:spcBef>
                <a:spcPts val="2000"/>
              </a:spcBef>
              <a:spcAft>
                <a:spcPts val="0"/>
              </a:spcAft>
              <a:buSzPts val="2520"/>
              <a:buChar char="–"/>
              <a:defRPr sz="2800"/>
            </a:lvl2pPr>
            <a:lvl3pPr indent="-365760" lvl="2" marL="1371600" algn="l">
              <a:lnSpc>
                <a:spcPct val="110000"/>
              </a:lnSpc>
              <a:spcBef>
                <a:spcPts val="2000"/>
              </a:spcBef>
              <a:spcAft>
                <a:spcPts val="0"/>
              </a:spcAft>
              <a:buSzPts val="2160"/>
              <a:buChar char="–"/>
              <a:defRPr sz="2400"/>
            </a:lvl3pPr>
            <a:lvl4pPr indent="-365760" lvl="3" marL="1828800" algn="l">
              <a:lnSpc>
                <a:spcPct val="110000"/>
              </a:lnSpc>
              <a:spcBef>
                <a:spcPts val="2000"/>
              </a:spcBef>
              <a:spcAft>
                <a:spcPts val="0"/>
              </a:spcAft>
              <a:buSzPts val="2160"/>
              <a:buChar char="–"/>
              <a:defRPr sz="2400"/>
            </a:lvl4pPr>
            <a:lvl5pPr indent="-365760" lvl="4" marL="2286000" algn="l">
              <a:lnSpc>
                <a:spcPct val="110000"/>
              </a:lnSpc>
              <a:spcBef>
                <a:spcPts val="2000"/>
              </a:spcBef>
              <a:spcAft>
                <a:spcPts val="0"/>
              </a:spcAft>
              <a:buSzPts val="2160"/>
              <a:buChar char="–"/>
              <a:defRPr sz="2400"/>
            </a:lvl5pPr>
            <a:lvl6pPr indent="-342900" lvl="5" marL="2743200" algn="l">
              <a:lnSpc>
                <a:spcPct val="110000"/>
              </a:lnSpc>
              <a:spcBef>
                <a:spcPts val="2000"/>
              </a:spcBef>
              <a:spcAft>
                <a:spcPts val="0"/>
              </a:spcAft>
              <a:buSzPts val="1800"/>
              <a:buChar char="–"/>
              <a:defRPr sz="2000"/>
            </a:lvl6pPr>
            <a:lvl7pPr indent="-342900" lvl="6" marL="3200400" algn="l">
              <a:lnSpc>
                <a:spcPct val="110000"/>
              </a:lnSpc>
              <a:spcBef>
                <a:spcPts val="2000"/>
              </a:spcBef>
              <a:spcAft>
                <a:spcPts val="0"/>
              </a:spcAft>
              <a:buSzPts val="1800"/>
              <a:buChar char="–"/>
              <a:defRPr sz="2000"/>
            </a:lvl7pPr>
            <a:lvl8pPr indent="-342900" lvl="7" marL="3657600" algn="l">
              <a:lnSpc>
                <a:spcPct val="110000"/>
              </a:lnSpc>
              <a:spcBef>
                <a:spcPts val="2000"/>
              </a:spcBef>
              <a:spcAft>
                <a:spcPts val="0"/>
              </a:spcAft>
              <a:buSzPts val="1800"/>
              <a:buChar char="–"/>
              <a:defRPr sz="2000"/>
            </a:lvl8pPr>
            <a:lvl9pPr indent="-342900" lvl="8" marL="4114800" algn="l">
              <a:lnSpc>
                <a:spcPct val="110000"/>
              </a:lnSpc>
              <a:spcBef>
                <a:spcPts val="2000"/>
              </a:spcBef>
              <a:spcAft>
                <a:spcPts val="2000"/>
              </a:spcAft>
              <a:buSzPts val="1800"/>
              <a:buChar char="–"/>
              <a:defRPr sz="2000"/>
            </a:lvl9pPr>
          </a:lstStyle>
          <a:p/>
        </p:txBody>
      </p:sp>
      <p:sp>
        <p:nvSpPr>
          <p:cNvPr id="80" name="Google Shape;80;p38"/>
          <p:cNvSpPr txBox="1"/>
          <p:nvPr>
            <p:ph idx="2" type="body"/>
          </p:nvPr>
        </p:nvSpPr>
        <p:spPr>
          <a:xfrm>
            <a:off x="660400" y="4773990"/>
            <a:ext cx="5161903" cy="1436310"/>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Clr>
                <a:schemeClr val="dk1"/>
              </a:buClr>
              <a:buSzPts val="2100"/>
              <a:buFont typeface="Noto Sans Symbols"/>
              <a:buNone/>
              <a:defRPr b="0" sz="2800">
                <a:solidFill>
                  <a:schemeClr val="dk1"/>
                </a:solidFill>
              </a:defRPr>
            </a:lvl1pPr>
            <a:lvl2pPr indent="-228600" lvl="1" marL="914400" algn="l">
              <a:lnSpc>
                <a:spcPct val="110000"/>
              </a:lnSpc>
              <a:spcBef>
                <a:spcPts val="2000"/>
              </a:spcBef>
              <a:spcAft>
                <a:spcPts val="0"/>
              </a:spcAft>
              <a:buSzPts val="2160"/>
              <a:buFont typeface="Arial"/>
              <a:buNone/>
              <a:defRPr sz="2400"/>
            </a:lvl2pPr>
            <a:lvl3pPr indent="-228600" lvl="2" marL="1371600" algn="l">
              <a:lnSpc>
                <a:spcPct val="110000"/>
              </a:lnSpc>
              <a:spcBef>
                <a:spcPts val="1800"/>
              </a:spcBef>
              <a:spcAft>
                <a:spcPts val="0"/>
              </a:spcAft>
              <a:buSzPts val="2160"/>
              <a:buFont typeface="Arial"/>
              <a:buNone/>
              <a:defRPr sz="2400"/>
            </a:lvl3pPr>
            <a:lvl4pPr indent="-228600" lvl="3" marL="1828800" algn="l">
              <a:lnSpc>
                <a:spcPct val="110000"/>
              </a:lnSpc>
              <a:spcBef>
                <a:spcPts val="1800"/>
              </a:spcBef>
              <a:spcAft>
                <a:spcPts val="0"/>
              </a:spcAft>
              <a:buSzPts val="2160"/>
              <a:buFont typeface="Arial"/>
              <a:buNone/>
              <a:defRPr sz="2400"/>
            </a:lvl4pPr>
            <a:lvl5pPr indent="-228600" lvl="4" marL="2286000" algn="l">
              <a:lnSpc>
                <a:spcPct val="110000"/>
              </a:lnSpc>
              <a:spcBef>
                <a:spcPts val="1800"/>
              </a:spcBef>
              <a:spcAft>
                <a:spcPts val="0"/>
              </a:spcAft>
              <a:buSzPts val="2160"/>
              <a:buFont typeface="Arial"/>
              <a:buNone/>
              <a:defRPr sz="2400"/>
            </a:lvl5pPr>
            <a:lvl6pPr indent="-228600" lvl="5" marL="2743200" algn="l">
              <a:lnSpc>
                <a:spcPct val="110000"/>
              </a:lnSpc>
              <a:spcBef>
                <a:spcPts val="1800"/>
              </a:spcBef>
              <a:spcAft>
                <a:spcPts val="0"/>
              </a:spcAft>
              <a:buSzPts val="2160"/>
              <a:buFont typeface="Arial"/>
              <a:buNone/>
              <a:defRPr sz="2400"/>
            </a:lvl6pPr>
            <a:lvl7pPr indent="-228600" lvl="6" marL="3200400" algn="l">
              <a:lnSpc>
                <a:spcPct val="110000"/>
              </a:lnSpc>
              <a:spcBef>
                <a:spcPts val="1800"/>
              </a:spcBef>
              <a:spcAft>
                <a:spcPts val="0"/>
              </a:spcAft>
              <a:buSzPts val="2160"/>
              <a:buFont typeface="Arial"/>
              <a:buNone/>
              <a:defRPr sz="2400"/>
            </a:lvl7pPr>
            <a:lvl8pPr indent="-228600" lvl="7" marL="3657600" algn="l">
              <a:lnSpc>
                <a:spcPct val="110000"/>
              </a:lnSpc>
              <a:spcBef>
                <a:spcPts val="1800"/>
              </a:spcBef>
              <a:spcAft>
                <a:spcPts val="0"/>
              </a:spcAft>
              <a:buSzPts val="2160"/>
              <a:buFont typeface="Arial"/>
              <a:buNone/>
              <a:defRPr sz="2400"/>
            </a:lvl8pPr>
            <a:lvl9pPr indent="-228600" lvl="8" marL="4114800" algn="l">
              <a:lnSpc>
                <a:spcPct val="110000"/>
              </a:lnSpc>
              <a:spcBef>
                <a:spcPts val="1800"/>
              </a:spcBef>
              <a:spcAft>
                <a:spcPts val="1800"/>
              </a:spcAft>
              <a:buSzPts val="2160"/>
              <a:buFont typeface="Arial"/>
              <a:buNone/>
              <a:defRPr sz="2400"/>
            </a:lvl9pPr>
          </a:lstStyle>
          <a:p/>
        </p:txBody>
      </p:sp>
      <p:sp>
        <p:nvSpPr>
          <p:cNvPr id="81" name="Google Shape;81;p38"/>
          <p:cNvSpPr txBox="1"/>
          <p:nvPr>
            <p:ph type="title"/>
          </p:nvPr>
        </p:nvSpPr>
        <p:spPr>
          <a:xfrm>
            <a:off x="660400" y="3771899"/>
            <a:ext cx="5161902" cy="703263"/>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p:cSld name="___">
    <p:bg>
      <p:bgPr>
        <a:solidFill>
          <a:schemeClr val="dk2"/>
        </a:solidFill>
      </p:bgPr>
    </p:bg>
    <p:spTree>
      <p:nvGrpSpPr>
        <p:cNvPr id="82" name="Shape 82"/>
        <p:cNvGrpSpPr/>
        <p:nvPr/>
      </p:nvGrpSpPr>
      <p:grpSpPr>
        <a:xfrm>
          <a:off x="0" y="0"/>
          <a:ext cx="0" cy="0"/>
          <a:chOff x="0" y="0"/>
          <a:chExt cx="0" cy="0"/>
        </a:xfrm>
      </p:grpSpPr>
      <p:sp>
        <p:nvSpPr>
          <p:cNvPr id="83" name="Google Shape;83;p39"/>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TITLE SLIDE AND SECTION LAYOUTS</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mall Date Code">
  <p:cSld name="Small Date Code">
    <p:spTree>
      <p:nvGrpSpPr>
        <p:cNvPr id="84" name="Shape 84"/>
        <p:cNvGrpSpPr/>
        <p:nvPr/>
      </p:nvGrpSpPr>
      <p:grpSpPr>
        <a:xfrm>
          <a:off x="0" y="0"/>
          <a:ext cx="0" cy="0"/>
          <a:chOff x="0" y="0"/>
          <a:chExt cx="0" cy="0"/>
        </a:xfrm>
      </p:grpSpPr>
      <p:sp>
        <p:nvSpPr>
          <p:cNvPr id="85" name="Google Shape;85;p40"/>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86" name="Google Shape;86;p40"/>
          <p:cNvSpPr txBox="1"/>
          <p:nvPr>
            <p:ph idx="1" type="body"/>
          </p:nvPr>
        </p:nvSpPr>
        <p:spPr>
          <a:xfrm>
            <a:off x="660401" y="6185174"/>
            <a:ext cx="1816100"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87" name="Google Shape;87;p40"/>
          <p:cNvSpPr txBox="1"/>
          <p:nvPr>
            <p:ph type="title"/>
          </p:nvPr>
        </p:nvSpPr>
        <p:spPr>
          <a:xfrm>
            <a:off x="660399" y="647700"/>
            <a:ext cx="10868025" cy="291279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40"/>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89" name="Google Shape;89;p40"/>
          <p:cNvSpPr txBox="1"/>
          <p:nvPr>
            <p:ph idx="2" type="body"/>
          </p:nvPr>
        </p:nvSpPr>
        <p:spPr>
          <a:xfrm>
            <a:off x="660399" y="5661816"/>
            <a:ext cx="10868025" cy="54848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B)">
  <p:cSld name="Title Slide (Multiple B)">
    <p:bg>
      <p:bgPr>
        <a:solidFill>
          <a:schemeClr val="lt1"/>
        </a:solidFill>
      </p:bgPr>
    </p:bg>
    <p:spTree>
      <p:nvGrpSpPr>
        <p:cNvPr id="90" name="Shape 90"/>
        <p:cNvGrpSpPr/>
        <p:nvPr/>
      </p:nvGrpSpPr>
      <p:grpSpPr>
        <a:xfrm>
          <a:off x="0" y="0"/>
          <a:ext cx="0" cy="0"/>
          <a:chOff x="0" y="0"/>
          <a:chExt cx="0" cy="0"/>
        </a:xfrm>
      </p:grpSpPr>
      <p:sp>
        <p:nvSpPr>
          <p:cNvPr id="91" name="Google Shape;91;p41"/>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92" name="Google Shape;92;p41"/>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93" name="Google Shape;93;p41"/>
          <p:cNvSpPr txBox="1"/>
          <p:nvPr>
            <p:ph idx="2" type="body"/>
          </p:nvPr>
        </p:nvSpPr>
        <p:spPr>
          <a:xfrm>
            <a:off x="6096000" y="4029834"/>
            <a:ext cx="5435600"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94" name="Google Shape;94;p41"/>
          <p:cNvSpPr txBox="1"/>
          <p:nvPr>
            <p:ph idx="3" type="body"/>
          </p:nvPr>
        </p:nvSpPr>
        <p:spPr>
          <a:xfrm>
            <a:off x="660400" y="4029834"/>
            <a:ext cx="5114132"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95" name="Google Shape;95;p41"/>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96" name="Google Shape;96;p41"/>
          <p:cNvSpPr txBox="1"/>
          <p:nvPr>
            <p:ph type="title"/>
          </p:nvPr>
        </p:nvSpPr>
        <p:spPr>
          <a:xfrm>
            <a:off x="660400" y="647700"/>
            <a:ext cx="10871200" cy="119295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C)">
  <p:cSld name="Title Slide (Multiple C)">
    <p:spTree>
      <p:nvGrpSpPr>
        <p:cNvPr id="97" name="Shape 97"/>
        <p:cNvGrpSpPr/>
        <p:nvPr/>
      </p:nvGrpSpPr>
      <p:grpSpPr>
        <a:xfrm>
          <a:off x="0" y="0"/>
          <a:ext cx="0" cy="0"/>
          <a:chOff x="0" y="0"/>
          <a:chExt cx="0" cy="0"/>
        </a:xfrm>
      </p:grpSpPr>
      <p:sp>
        <p:nvSpPr>
          <p:cNvPr id="98" name="Google Shape;98;p42"/>
          <p:cNvSpPr/>
          <p:nvPr/>
        </p:nvSpPr>
        <p:spPr>
          <a:xfrm>
            <a:off x="0" y="0"/>
            <a:ext cx="12192000" cy="27352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99" name="Google Shape;99;p42"/>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00" name="Google Shape;100;p42"/>
          <p:cNvSpPr txBox="1"/>
          <p:nvPr>
            <p:ph idx="2" type="body"/>
          </p:nvPr>
        </p:nvSpPr>
        <p:spPr>
          <a:xfrm>
            <a:off x="6096000" y="3336096"/>
            <a:ext cx="5435600" cy="287420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01" name="Google Shape;101;p42"/>
          <p:cNvSpPr txBox="1"/>
          <p:nvPr>
            <p:ph idx="3" type="body"/>
          </p:nvPr>
        </p:nvSpPr>
        <p:spPr>
          <a:xfrm>
            <a:off x="660400" y="3336096"/>
            <a:ext cx="5114132" cy="287420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02" name="Google Shape;102;p42"/>
          <p:cNvSpPr txBox="1"/>
          <p:nvPr>
            <p:ph type="title"/>
          </p:nvPr>
        </p:nvSpPr>
        <p:spPr>
          <a:xfrm>
            <a:off x="660400" y="647700"/>
            <a:ext cx="10868024" cy="55025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3" name="Google Shape;103;p42"/>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p:cSld name="Title and Subtitle">
    <p:spTree>
      <p:nvGrpSpPr>
        <p:cNvPr id="104" name="Shape 104"/>
        <p:cNvGrpSpPr/>
        <p:nvPr/>
      </p:nvGrpSpPr>
      <p:grpSpPr>
        <a:xfrm>
          <a:off x="0" y="0"/>
          <a:ext cx="0" cy="0"/>
          <a:chOff x="0" y="0"/>
          <a:chExt cx="0" cy="0"/>
        </a:xfrm>
      </p:grpSpPr>
      <p:sp>
        <p:nvSpPr>
          <p:cNvPr id="105" name="Google Shape;105;p43"/>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06" name="Google Shape;106;p43"/>
          <p:cNvSpPr txBox="1"/>
          <p:nvPr>
            <p:ph idx="1" type="body"/>
          </p:nvPr>
        </p:nvSpPr>
        <p:spPr>
          <a:xfrm>
            <a:off x="660399" y="5661816"/>
            <a:ext cx="10868025" cy="54848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Font typeface="Arial"/>
              <a:buNone/>
              <a:defRPr sz="2800"/>
            </a:lvl1pPr>
            <a:lvl2pPr indent="-228600" lvl="1" marL="914400" algn="l">
              <a:lnSpc>
                <a:spcPct val="100000"/>
              </a:lnSpc>
              <a:spcBef>
                <a:spcPts val="0"/>
              </a:spcBef>
              <a:spcAft>
                <a:spcPts val="0"/>
              </a:spcAft>
              <a:buSzPts val="1800"/>
              <a:buFont typeface="Arial"/>
              <a:buNone/>
              <a:defRPr sz="2000"/>
            </a:lvl2pPr>
            <a:lvl3pPr indent="-228600" lvl="2" marL="1371600" algn="l">
              <a:lnSpc>
                <a:spcPct val="100000"/>
              </a:lnSpc>
              <a:spcBef>
                <a:spcPts val="0"/>
              </a:spcBef>
              <a:spcAft>
                <a:spcPts val="0"/>
              </a:spcAft>
              <a:buSzPts val="1800"/>
              <a:buFont typeface="Arial"/>
              <a:buNone/>
              <a:defRPr sz="2000"/>
            </a:lvl3pPr>
            <a:lvl4pPr indent="-228600" lvl="3" marL="1828800" algn="l">
              <a:lnSpc>
                <a:spcPct val="100000"/>
              </a:lnSpc>
              <a:spcBef>
                <a:spcPts val="0"/>
              </a:spcBef>
              <a:spcAft>
                <a:spcPts val="0"/>
              </a:spcAft>
              <a:buSzPts val="1800"/>
              <a:buFont typeface="Arial"/>
              <a:buNone/>
              <a:defRPr sz="2000"/>
            </a:lvl4pPr>
            <a:lvl5pPr indent="-228600" lvl="4" marL="2286000" algn="l">
              <a:lnSpc>
                <a:spcPct val="100000"/>
              </a:lnSpc>
              <a:spcBef>
                <a:spcPts val="0"/>
              </a:spcBef>
              <a:spcAft>
                <a:spcPts val="0"/>
              </a:spcAft>
              <a:buSzPts val="1800"/>
              <a:buFont typeface="Arial"/>
              <a:buNone/>
              <a:defRPr sz="2000"/>
            </a:lvl5pPr>
            <a:lvl6pPr indent="-228600" lvl="5" marL="2743200" algn="l">
              <a:lnSpc>
                <a:spcPct val="100000"/>
              </a:lnSpc>
              <a:spcBef>
                <a:spcPts val="0"/>
              </a:spcBef>
              <a:spcAft>
                <a:spcPts val="0"/>
              </a:spcAft>
              <a:buSzPts val="1800"/>
              <a:buFont typeface="Arial"/>
              <a:buNone/>
              <a:defRPr sz="2000"/>
            </a:lvl6pPr>
            <a:lvl7pPr indent="-228600" lvl="6" marL="3200400" algn="l">
              <a:lnSpc>
                <a:spcPct val="100000"/>
              </a:lnSpc>
              <a:spcBef>
                <a:spcPts val="0"/>
              </a:spcBef>
              <a:spcAft>
                <a:spcPts val="0"/>
              </a:spcAft>
              <a:buSzPts val="1800"/>
              <a:buFont typeface="Arial"/>
              <a:buNone/>
              <a:defRPr sz="2000"/>
            </a:lvl7pPr>
            <a:lvl8pPr indent="-228600" lvl="7" marL="3657600" algn="l">
              <a:lnSpc>
                <a:spcPct val="100000"/>
              </a:lnSpc>
              <a:spcBef>
                <a:spcPts val="0"/>
              </a:spcBef>
              <a:spcAft>
                <a:spcPts val="0"/>
              </a:spcAft>
              <a:buSzPts val="1800"/>
              <a:buFont typeface="Arial"/>
              <a:buNone/>
              <a:defRPr sz="2000"/>
            </a:lvl8pPr>
            <a:lvl9pPr indent="-228600" lvl="8" marL="4114800" algn="l">
              <a:lnSpc>
                <a:spcPct val="100000"/>
              </a:lnSpc>
              <a:spcBef>
                <a:spcPts val="0"/>
              </a:spcBef>
              <a:spcAft>
                <a:spcPts val="0"/>
              </a:spcAft>
              <a:buSzPts val="1800"/>
              <a:buFont typeface="Arial"/>
              <a:buNone/>
              <a:defRPr sz="2000"/>
            </a:lvl9pPr>
          </a:lstStyle>
          <a:p/>
        </p:txBody>
      </p:sp>
      <p:sp>
        <p:nvSpPr>
          <p:cNvPr id="107" name="Google Shape;107;p43"/>
          <p:cNvSpPr txBox="1"/>
          <p:nvPr>
            <p:ph idx="2" type="body"/>
          </p:nvPr>
        </p:nvSpPr>
        <p:spPr>
          <a:xfrm>
            <a:off x="660399" y="3138087"/>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Font typeface="Arial"/>
              <a:buNone/>
              <a:defRPr sz="2400" cap="none">
                <a:solidFill>
                  <a:schemeClr val="lt1"/>
                </a:solidFill>
              </a:defRPr>
            </a:lvl1pPr>
            <a:lvl2pPr indent="-228600" lvl="1" marL="914400" algn="l">
              <a:lnSpc>
                <a:spcPct val="100000"/>
              </a:lnSpc>
              <a:spcBef>
                <a:spcPts val="0"/>
              </a:spcBef>
              <a:spcAft>
                <a:spcPts val="0"/>
              </a:spcAft>
              <a:buSzPts val="1980"/>
              <a:buFont typeface="Arial"/>
              <a:buNone/>
              <a:defRPr sz="2200">
                <a:solidFill>
                  <a:schemeClr val="lt1"/>
                </a:solidFill>
              </a:defRPr>
            </a:lvl2pPr>
            <a:lvl3pPr indent="-228600" lvl="2" marL="1371600" algn="l">
              <a:lnSpc>
                <a:spcPct val="100000"/>
              </a:lnSpc>
              <a:spcBef>
                <a:spcPts val="0"/>
              </a:spcBef>
              <a:spcAft>
                <a:spcPts val="0"/>
              </a:spcAft>
              <a:buSzPts val="1980"/>
              <a:buFont typeface="Arial"/>
              <a:buNone/>
              <a:defRPr sz="2200">
                <a:solidFill>
                  <a:schemeClr val="lt1"/>
                </a:solidFill>
              </a:defRPr>
            </a:lvl3pPr>
            <a:lvl4pPr indent="-228600" lvl="3" marL="1828800" algn="l">
              <a:lnSpc>
                <a:spcPct val="100000"/>
              </a:lnSpc>
              <a:spcBef>
                <a:spcPts val="0"/>
              </a:spcBef>
              <a:spcAft>
                <a:spcPts val="0"/>
              </a:spcAft>
              <a:buSzPts val="1980"/>
              <a:buFont typeface="Arial"/>
              <a:buNone/>
              <a:defRPr sz="2200">
                <a:solidFill>
                  <a:schemeClr val="lt1"/>
                </a:solidFill>
              </a:defRPr>
            </a:lvl4pPr>
            <a:lvl5pPr indent="-228600" lvl="4" marL="2286000" algn="l">
              <a:lnSpc>
                <a:spcPct val="100000"/>
              </a:lnSpc>
              <a:spcBef>
                <a:spcPts val="0"/>
              </a:spcBef>
              <a:spcAft>
                <a:spcPts val="0"/>
              </a:spcAft>
              <a:buSzPts val="1980"/>
              <a:buFont typeface="Arial"/>
              <a:buNone/>
              <a:defRPr sz="2200">
                <a:solidFill>
                  <a:schemeClr val="lt1"/>
                </a:solidFill>
              </a:defRPr>
            </a:lvl5pPr>
            <a:lvl6pPr indent="-228600" lvl="5" marL="2743200" algn="l">
              <a:lnSpc>
                <a:spcPct val="100000"/>
              </a:lnSpc>
              <a:spcBef>
                <a:spcPts val="0"/>
              </a:spcBef>
              <a:spcAft>
                <a:spcPts val="0"/>
              </a:spcAft>
              <a:buSzPts val="1980"/>
              <a:buFont typeface="Arial"/>
              <a:buNone/>
              <a:defRPr sz="2200">
                <a:solidFill>
                  <a:schemeClr val="lt1"/>
                </a:solidFill>
              </a:defRPr>
            </a:lvl6pPr>
            <a:lvl7pPr indent="-228600" lvl="6" marL="3200400" algn="l">
              <a:lnSpc>
                <a:spcPct val="100000"/>
              </a:lnSpc>
              <a:spcBef>
                <a:spcPts val="0"/>
              </a:spcBef>
              <a:spcAft>
                <a:spcPts val="0"/>
              </a:spcAft>
              <a:buSzPts val="1980"/>
              <a:buFont typeface="Arial"/>
              <a:buNone/>
              <a:defRPr sz="2200">
                <a:solidFill>
                  <a:schemeClr val="lt1"/>
                </a:solidFill>
              </a:defRPr>
            </a:lvl7pPr>
            <a:lvl8pPr indent="-228600" lvl="7" marL="3657600" algn="l">
              <a:lnSpc>
                <a:spcPct val="100000"/>
              </a:lnSpc>
              <a:spcBef>
                <a:spcPts val="0"/>
              </a:spcBef>
              <a:spcAft>
                <a:spcPts val="0"/>
              </a:spcAft>
              <a:buSzPts val="1980"/>
              <a:buFont typeface="Arial"/>
              <a:buNone/>
              <a:defRPr sz="2200">
                <a:solidFill>
                  <a:schemeClr val="lt1"/>
                </a:solidFill>
              </a:defRPr>
            </a:lvl8pPr>
            <a:lvl9pPr indent="-228600" lvl="8" marL="4114800" algn="l">
              <a:lnSpc>
                <a:spcPct val="100000"/>
              </a:lnSpc>
              <a:spcBef>
                <a:spcPts val="0"/>
              </a:spcBef>
              <a:spcAft>
                <a:spcPts val="0"/>
              </a:spcAft>
              <a:buSzPts val="1980"/>
              <a:buFont typeface="Arial"/>
              <a:buNone/>
              <a:defRPr sz="2200">
                <a:solidFill>
                  <a:schemeClr val="lt1"/>
                </a:solidFill>
              </a:defRPr>
            </a:lvl9pPr>
          </a:lstStyle>
          <a:p/>
        </p:txBody>
      </p:sp>
      <p:sp>
        <p:nvSpPr>
          <p:cNvPr id="108" name="Google Shape;108;p43"/>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109" name="Google Shape;109;p43"/>
          <p:cNvSpPr txBox="1"/>
          <p:nvPr>
            <p:ph type="title"/>
          </p:nvPr>
        </p:nvSpPr>
        <p:spPr>
          <a:xfrm>
            <a:off x="660400" y="647700"/>
            <a:ext cx="10868024" cy="233748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Multiple A)">
  <p:cSld name="Title and Subtitle (Multiple A)">
    <p:spTree>
      <p:nvGrpSpPr>
        <p:cNvPr id="110" name="Shape 110"/>
        <p:cNvGrpSpPr/>
        <p:nvPr/>
      </p:nvGrpSpPr>
      <p:grpSpPr>
        <a:xfrm>
          <a:off x="0" y="0"/>
          <a:ext cx="0" cy="0"/>
          <a:chOff x="0" y="0"/>
          <a:chExt cx="0" cy="0"/>
        </a:xfrm>
      </p:grpSpPr>
      <p:sp>
        <p:nvSpPr>
          <p:cNvPr id="111" name="Google Shape;111;p44"/>
          <p:cNvSpPr/>
          <p:nvPr/>
        </p:nvSpPr>
        <p:spPr>
          <a:xfrm>
            <a:off x="0" y="-1"/>
            <a:ext cx="12192000" cy="44751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12" name="Google Shape;112;p44"/>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13" name="Google Shape;113;p44"/>
          <p:cNvSpPr txBox="1"/>
          <p:nvPr>
            <p:ph idx="2" type="body"/>
          </p:nvPr>
        </p:nvSpPr>
        <p:spPr>
          <a:xfrm>
            <a:off x="6256732" y="4986261"/>
            <a:ext cx="5271691"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14" name="Google Shape;114;p44"/>
          <p:cNvSpPr txBox="1"/>
          <p:nvPr>
            <p:ph idx="3" type="body"/>
          </p:nvPr>
        </p:nvSpPr>
        <p:spPr>
          <a:xfrm>
            <a:off x="660400" y="4986261"/>
            <a:ext cx="5114132"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15" name="Google Shape;115;p44"/>
          <p:cNvSpPr txBox="1"/>
          <p:nvPr>
            <p:ph idx="4" type="body"/>
          </p:nvPr>
        </p:nvSpPr>
        <p:spPr>
          <a:xfrm>
            <a:off x="660399" y="2565994"/>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None/>
              <a:defRPr sz="2400" cap="none">
                <a:solidFill>
                  <a:schemeClr val="lt1"/>
                </a:solidFill>
              </a:defRPr>
            </a:lvl1pPr>
            <a:lvl2pPr indent="-228600" lvl="1" marL="914400" algn="l">
              <a:lnSpc>
                <a:spcPct val="100000"/>
              </a:lnSpc>
              <a:spcBef>
                <a:spcPts val="0"/>
              </a:spcBef>
              <a:spcAft>
                <a:spcPts val="0"/>
              </a:spcAft>
              <a:buSzPts val="1980"/>
              <a:buNone/>
              <a:defRPr sz="2200">
                <a:solidFill>
                  <a:schemeClr val="lt1"/>
                </a:solidFill>
              </a:defRPr>
            </a:lvl2pPr>
            <a:lvl3pPr indent="-228600" lvl="2" marL="1371600" algn="l">
              <a:lnSpc>
                <a:spcPct val="100000"/>
              </a:lnSpc>
              <a:spcBef>
                <a:spcPts val="0"/>
              </a:spcBef>
              <a:spcAft>
                <a:spcPts val="0"/>
              </a:spcAft>
              <a:buSzPts val="1980"/>
              <a:buNone/>
              <a:defRPr sz="2200">
                <a:solidFill>
                  <a:schemeClr val="lt1"/>
                </a:solidFill>
              </a:defRPr>
            </a:lvl3pPr>
            <a:lvl4pPr indent="-228600" lvl="3" marL="1828800" algn="l">
              <a:lnSpc>
                <a:spcPct val="100000"/>
              </a:lnSpc>
              <a:spcBef>
                <a:spcPts val="0"/>
              </a:spcBef>
              <a:spcAft>
                <a:spcPts val="0"/>
              </a:spcAft>
              <a:buSzPts val="1980"/>
              <a:buNone/>
              <a:defRPr sz="2200">
                <a:solidFill>
                  <a:schemeClr val="lt1"/>
                </a:solidFill>
              </a:defRPr>
            </a:lvl4pPr>
            <a:lvl5pPr indent="-228600" lvl="4" marL="2286000" algn="l">
              <a:lnSpc>
                <a:spcPct val="100000"/>
              </a:lnSpc>
              <a:spcBef>
                <a:spcPts val="0"/>
              </a:spcBef>
              <a:spcAft>
                <a:spcPts val="0"/>
              </a:spcAft>
              <a:buSzPts val="1980"/>
              <a:buNone/>
              <a:defRPr sz="2200">
                <a:solidFill>
                  <a:schemeClr val="lt1"/>
                </a:solidFill>
              </a:defRPr>
            </a:lvl5pPr>
            <a:lvl6pPr indent="-228600" lvl="5" marL="2743200" algn="l">
              <a:lnSpc>
                <a:spcPct val="100000"/>
              </a:lnSpc>
              <a:spcBef>
                <a:spcPts val="0"/>
              </a:spcBef>
              <a:spcAft>
                <a:spcPts val="0"/>
              </a:spcAft>
              <a:buSzPts val="1980"/>
              <a:buNone/>
              <a:defRPr sz="2200">
                <a:solidFill>
                  <a:schemeClr val="lt1"/>
                </a:solidFill>
              </a:defRPr>
            </a:lvl6pPr>
            <a:lvl7pPr indent="-228600" lvl="6" marL="3200400" algn="l">
              <a:lnSpc>
                <a:spcPct val="100000"/>
              </a:lnSpc>
              <a:spcBef>
                <a:spcPts val="0"/>
              </a:spcBef>
              <a:spcAft>
                <a:spcPts val="0"/>
              </a:spcAft>
              <a:buSzPts val="1980"/>
              <a:buNone/>
              <a:defRPr sz="2200">
                <a:solidFill>
                  <a:schemeClr val="lt1"/>
                </a:solidFill>
              </a:defRPr>
            </a:lvl7pPr>
            <a:lvl8pPr indent="-228600" lvl="7" marL="3657600" algn="l">
              <a:lnSpc>
                <a:spcPct val="100000"/>
              </a:lnSpc>
              <a:spcBef>
                <a:spcPts val="0"/>
              </a:spcBef>
              <a:spcAft>
                <a:spcPts val="0"/>
              </a:spcAft>
              <a:buSzPts val="1980"/>
              <a:buNone/>
              <a:defRPr sz="2200">
                <a:solidFill>
                  <a:schemeClr val="lt1"/>
                </a:solidFill>
              </a:defRPr>
            </a:lvl8pPr>
            <a:lvl9pPr indent="-228600" lvl="8" marL="4114800" algn="l">
              <a:lnSpc>
                <a:spcPct val="100000"/>
              </a:lnSpc>
              <a:spcBef>
                <a:spcPts val="0"/>
              </a:spcBef>
              <a:spcAft>
                <a:spcPts val="0"/>
              </a:spcAft>
              <a:buSzPts val="1980"/>
              <a:buNone/>
              <a:defRPr sz="2200">
                <a:solidFill>
                  <a:schemeClr val="lt1"/>
                </a:solidFill>
              </a:defRPr>
            </a:lvl9pPr>
          </a:lstStyle>
          <a:p/>
        </p:txBody>
      </p:sp>
      <p:sp>
        <p:nvSpPr>
          <p:cNvPr id="116" name="Google Shape;116;p44"/>
          <p:cNvSpPr txBox="1"/>
          <p:nvPr>
            <p:ph type="title"/>
          </p:nvPr>
        </p:nvSpPr>
        <p:spPr>
          <a:xfrm>
            <a:off x="660401" y="647699"/>
            <a:ext cx="10868023" cy="1765393"/>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44"/>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Multiple B)">
  <p:cSld name="Title and Subtitle (Multiple B)">
    <p:spTree>
      <p:nvGrpSpPr>
        <p:cNvPr id="118" name="Shape 118"/>
        <p:cNvGrpSpPr/>
        <p:nvPr/>
      </p:nvGrpSpPr>
      <p:grpSpPr>
        <a:xfrm>
          <a:off x="0" y="0"/>
          <a:ext cx="0" cy="0"/>
          <a:chOff x="0" y="0"/>
          <a:chExt cx="0" cy="0"/>
        </a:xfrm>
      </p:grpSpPr>
      <p:sp>
        <p:nvSpPr>
          <p:cNvPr id="119" name="Google Shape;119;p45"/>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20" name="Google Shape;120;p45"/>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21" name="Google Shape;121;p45"/>
          <p:cNvSpPr txBox="1"/>
          <p:nvPr>
            <p:ph idx="2" type="body"/>
          </p:nvPr>
        </p:nvSpPr>
        <p:spPr>
          <a:xfrm>
            <a:off x="6096000" y="4029834"/>
            <a:ext cx="5435600"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22" name="Google Shape;122;p45"/>
          <p:cNvSpPr txBox="1"/>
          <p:nvPr>
            <p:ph idx="3" type="body"/>
          </p:nvPr>
        </p:nvSpPr>
        <p:spPr>
          <a:xfrm>
            <a:off x="660400" y="4029834"/>
            <a:ext cx="5114132"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23" name="Google Shape;123;p45"/>
          <p:cNvSpPr txBox="1"/>
          <p:nvPr>
            <p:ph idx="4" type="body"/>
          </p:nvPr>
        </p:nvSpPr>
        <p:spPr>
          <a:xfrm>
            <a:off x="660399" y="1425017"/>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None/>
              <a:defRPr sz="2400" cap="none">
                <a:solidFill>
                  <a:schemeClr val="lt1"/>
                </a:solidFill>
              </a:defRPr>
            </a:lvl1pPr>
            <a:lvl2pPr indent="-228600" lvl="1" marL="914400" algn="l">
              <a:lnSpc>
                <a:spcPct val="100000"/>
              </a:lnSpc>
              <a:spcBef>
                <a:spcPts val="0"/>
              </a:spcBef>
              <a:spcAft>
                <a:spcPts val="0"/>
              </a:spcAft>
              <a:buSzPts val="2160"/>
              <a:buNone/>
              <a:defRPr sz="2400"/>
            </a:lvl2pPr>
            <a:lvl3pPr indent="-228600" lvl="2" marL="1371600" algn="l">
              <a:lnSpc>
                <a:spcPct val="100000"/>
              </a:lnSpc>
              <a:spcBef>
                <a:spcPts val="0"/>
              </a:spcBef>
              <a:spcAft>
                <a:spcPts val="0"/>
              </a:spcAft>
              <a:buSzPts val="2160"/>
              <a:buNone/>
              <a:defRPr sz="2400"/>
            </a:lvl3pPr>
            <a:lvl4pPr indent="-228600" lvl="3" marL="1828800" algn="l">
              <a:lnSpc>
                <a:spcPct val="100000"/>
              </a:lnSpc>
              <a:spcBef>
                <a:spcPts val="0"/>
              </a:spcBef>
              <a:spcAft>
                <a:spcPts val="0"/>
              </a:spcAft>
              <a:buSzPts val="2160"/>
              <a:buNone/>
              <a:defRPr sz="2400"/>
            </a:lvl4pPr>
            <a:lvl5pPr indent="-228600" lvl="4" marL="2286000" algn="l">
              <a:lnSpc>
                <a:spcPct val="100000"/>
              </a:lnSpc>
              <a:spcBef>
                <a:spcPts val="0"/>
              </a:spcBef>
              <a:spcAft>
                <a:spcPts val="0"/>
              </a:spcAft>
              <a:buSzPts val="2160"/>
              <a:buNone/>
              <a:defRPr sz="2400"/>
            </a:lvl5pPr>
            <a:lvl6pPr indent="-228600" lvl="5" marL="2743200" algn="l">
              <a:lnSpc>
                <a:spcPct val="100000"/>
              </a:lnSpc>
              <a:spcBef>
                <a:spcPts val="0"/>
              </a:spcBef>
              <a:spcAft>
                <a:spcPts val="0"/>
              </a:spcAft>
              <a:buSzPts val="2160"/>
              <a:buNone/>
              <a:defRPr sz="2400"/>
            </a:lvl6pPr>
            <a:lvl7pPr indent="-228600" lvl="6" marL="3200400" algn="l">
              <a:lnSpc>
                <a:spcPct val="100000"/>
              </a:lnSpc>
              <a:spcBef>
                <a:spcPts val="0"/>
              </a:spcBef>
              <a:spcAft>
                <a:spcPts val="0"/>
              </a:spcAft>
              <a:buSzPts val="2160"/>
              <a:buNone/>
              <a:defRPr sz="2400"/>
            </a:lvl7pPr>
            <a:lvl8pPr indent="-228600" lvl="7" marL="3657600" algn="l">
              <a:lnSpc>
                <a:spcPct val="100000"/>
              </a:lnSpc>
              <a:spcBef>
                <a:spcPts val="0"/>
              </a:spcBef>
              <a:spcAft>
                <a:spcPts val="0"/>
              </a:spcAft>
              <a:buSzPts val="2160"/>
              <a:buNone/>
              <a:defRPr sz="2400"/>
            </a:lvl8pPr>
            <a:lvl9pPr indent="-228600" lvl="8" marL="4114800" algn="l">
              <a:lnSpc>
                <a:spcPct val="100000"/>
              </a:lnSpc>
              <a:spcBef>
                <a:spcPts val="0"/>
              </a:spcBef>
              <a:spcAft>
                <a:spcPts val="0"/>
              </a:spcAft>
              <a:buSzPts val="2160"/>
              <a:buNone/>
              <a:defRPr sz="2400"/>
            </a:lvl9pPr>
          </a:lstStyle>
          <a:p/>
        </p:txBody>
      </p:sp>
      <p:sp>
        <p:nvSpPr>
          <p:cNvPr id="124" name="Google Shape;124;p45"/>
          <p:cNvSpPr txBox="1"/>
          <p:nvPr>
            <p:ph type="title"/>
          </p:nvPr>
        </p:nvSpPr>
        <p:spPr>
          <a:xfrm>
            <a:off x="660401" y="647700"/>
            <a:ext cx="10868023" cy="624415"/>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5" name="Google Shape;125;p45"/>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26" name="Shape 126"/>
        <p:cNvGrpSpPr/>
        <p:nvPr/>
      </p:nvGrpSpPr>
      <p:grpSpPr>
        <a:xfrm>
          <a:off x="0" y="0"/>
          <a:ext cx="0" cy="0"/>
          <a:chOff x="0" y="0"/>
          <a:chExt cx="0" cy="0"/>
        </a:xfrm>
      </p:grpSpPr>
      <p:sp>
        <p:nvSpPr>
          <p:cNvPr id="127" name="Google Shape;127;p46"/>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28" name="Google Shape;128;p46"/>
          <p:cNvSpPr txBox="1"/>
          <p:nvPr>
            <p:ph idx="1" type="body"/>
          </p:nvPr>
        </p:nvSpPr>
        <p:spPr>
          <a:xfrm>
            <a:off x="660399" y="4048396"/>
            <a:ext cx="10868025" cy="216190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b="0" sz="2800">
                <a:solidFill>
                  <a:schemeClr val="dk1"/>
                </a:solidFill>
              </a:defRPr>
            </a:lvl1pPr>
            <a:lvl2pPr indent="-228600" lvl="1" marL="914400" algn="l">
              <a:lnSpc>
                <a:spcPct val="110000"/>
              </a:lnSpc>
              <a:spcBef>
                <a:spcPts val="2000"/>
              </a:spcBef>
              <a:spcAft>
                <a:spcPts val="0"/>
              </a:spcAft>
              <a:buSzPts val="2160"/>
              <a:buNone/>
              <a:defRPr sz="2400">
                <a:solidFill>
                  <a:schemeClr val="dk1"/>
                </a:solidFill>
              </a:defRPr>
            </a:lvl2pPr>
            <a:lvl3pPr indent="-228600" lvl="2" marL="1371600" algn="l">
              <a:lnSpc>
                <a:spcPct val="110000"/>
              </a:lnSpc>
              <a:spcBef>
                <a:spcPts val="2000"/>
              </a:spcBef>
              <a:spcAft>
                <a:spcPts val="0"/>
              </a:spcAft>
              <a:buSzPts val="2160"/>
              <a:buNone/>
              <a:defRPr sz="2400">
                <a:solidFill>
                  <a:schemeClr val="dk1"/>
                </a:solidFill>
              </a:defRPr>
            </a:lvl3pPr>
            <a:lvl4pPr indent="-228600" lvl="3" marL="1828800" algn="l">
              <a:lnSpc>
                <a:spcPct val="110000"/>
              </a:lnSpc>
              <a:spcBef>
                <a:spcPts val="2000"/>
              </a:spcBef>
              <a:spcAft>
                <a:spcPts val="0"/>
              </a:spcAft>
              <a:buSzPts val="2160"/>
              <a:buNone/>
              <a:defRPr sz="2400">
                <a:solidFill>
                  <a:schemeClr val="dk1"/>
                </a:solidFill>
              </a:defRPr>
            </a:lvl4pPr>
            <a:lvl5pPr indent="-228600" lvl="4" marL="2286000" algn="l">
              <a:lnSpc>
                <a:spcPct val="110000"/>
              </a:lnSpc>
              <a:spcBef>
                <a:spcPts val="2000"/>
              </a:spcBef>
              <a:spcAft>
                <a:spcPts val="0"/>
              </a:spcAft>
              <a:buSzPts val="2160"/>
              <a:buNone/>
              <a:defRPr sz="2400">
                <a:solidFill>
                  <a:schemeClr val="dk1"/>
                </a:solidFill>
              </a:defRPr>
            </a:lvl5pPr>
            <a:lvl6pPr indent="-228600" lvl="5" marL="2743200" algn="l">
              <a:lnSpc>
                <a:spcPct val="110000"/>
              </a:lnSpc>
              <a:spcBef>
                <a:spcPts val="2000"/>
              </a:spcBef>
              <a:spcAft>
                <a:spcPts val="0"/>
              </a:spcAft>
              <a:buSzPts val="2160"/>
              <a:buNone/>
              <a:defRPr sz="2400">
                <a:solidFill>
                  <a:schemeClr val="dk1"/>
                </a:solidFill>
              </a:defRPr>
            </a:lvl6pPr>
            <a:lvl7pPr indent="-228600" lvl="6" marL="3200400" algn="l">
              <a:lnSpc>
                <a:spcPct val="110000"/>
              </a:lnSpc>
              <a:spcBef>
                <a:spcPts val="2000"/>
              </a:spcBef>
              <a:spcAft>
                <a:spcPts val="0"/>
              </a:spcAft>
              <a:buSzPts val="2160"/>
              <a:buNone/>
              <a:defRPr sz="2400">
                <a:solidFill>
                  <a:schemeClr val="dk1"/>
                </a:solidFill>
              </a:defRPr>
            </a:lvl7pPr>
            <a:lvl8pPr indent="-228600" lvl="7" marL="3657600" algn="l">
              <a:lnSpc>
                <a:spcPct val="110000"/>
              </a:lnSpc>
              <a:spcBef>
                <a:spcPts val="2000"/>
              </a:spcBef>
              <a:spcAft>
                <a:spcPts val="0"/>
              </a:spcAft>
              <a:buSzPts val="2160"/>
              <a:buNone/>
              <a:defRPr sz="2400">
                <a:solidFill>
                  <a:schemeClr val="dk1"/>
                </a:solidFill>
              </a:defRPr>
            </a:lvl8pPr>
            <a:lvl9pPr indent="-228600" lvl="8" marL="4114800" algn="l">
              <a:lnSpc>
                <a:spcPct val="110000"/>
              </a:lnSpc>
              <a:spcBef>
                <a:spcPts val="2000"/>
              </a:spcBef>
              <a:spcAft>
                <a:spcPts val="2000"/>
              </a:spcAft>
              <a:buSzPts val="2160"/>
              <a:buNone/>
              <a:defRPr sz="2400">
                <a:solidFill>
                  <a:schemeClr val="dk1"/>
                </a:solidFill>
              </a:defRPr>
            </a:lvl9pPr>
          </a:lstStyle>
          <a:p/>
        </p:txBody>
      </p:sp>
      <p:sp>
        <p:nvSpPr>
          <p:cNvPr id="129" name="Google Shape;129;p46"/>
          <p:cNvSpPr txBox="1"/>
          <p:nvPr>
            <p:ph type="title"/>
          </p:nvPr>
        </p:nvSpPr>
        <p:spPr>
          <a:xfrm>
            <a:off x="660399" y="647700"/>
            <a:ext cx="10868025" cy="222351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000"/>
              <a:buFont typeface="Arial"/>
              <a:buNone/>
              <a:defRPr sz="4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itle Only)">
  <p:cSld name="Section Header (Title Only)">
    <p:spTree>
      <p:nvGrpSpPr>
        <p:cNvPr id="130" name="Shape 130"/>
        <p:cNvGrpSpPr/>
        <p:nvPr/>
      </p:nvGrpSpPr>
      <p:grpSpPr>
        <a:xfrm>
          <a:off x="0" y="0"/>
          <a:ext cx="0" cy="0"/>
          <a:chOff x="0" y="0"/>
          <a:chExt cx="0" cy="0"/>
        </a:xfrm>
      </p:grpSpPr>
      <p:sp>
        <p:nvSpPr>
          <p:cNvPr id="131" name="Google Shape;131;p47"/>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2" name="Google Shape;132;p47"/>
          <p:cNvSpPr txBox="1"/>
          <p:nvPr>
            <p:ph type="title"/>
          </p:nvPr>
        </p:nvSpPr>
        <p:spPr>
          <a:xfrm>
            <a:off x="660399" y="4050438"/>
            <a:ext cx="10868025" cy="2159862"/>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icture)">
  <p:cSld name="Section Header (Picture)">
    <p:bg>
      <p:bgPr>
        <a:solidFill>
          <a:schemeClr val="lt1"/>
        </a:solidFill>
      </p:bgPr>
    </p:bg>
    <p:spTree>
      <p:nvGrpSpPr>
        <p:cNvPr id="133" name="Shape 133"/>
        <p:cNvGrpSpPr/>
        <p:nvPr/>
      </p:nvGrpSpPr>
      <p:grpSpPr>
        <a:xfrm>
          <a:off x="0" y="0"/>
          <a:ext cx="0" cy="0"/>
          <a:chOff x="0" y="0"/>
          <a:chExt cx="0" cy="0"/>
        </a:xfrm>
      </p:grpSpPr>
      <p:sp>
        <p:nvSpPr>
          <p:cNvPr id="134" name="Google Shape;134;p48"/>
          <p:cNvSpPr/>
          <p:nvPr>
            <p:ph idx="2" type="pic"/>
          </p:nvPr>
        </p:nvSpPr>
        <p:spPr>
          <a:xfrm>
            <a:off x="0" y="0"/>
            <a:ext cx="12192000" cy="3429000"/>
          </a:xfrm>
          <a:prstGeom prst="rect">
            <a:avLst/>
          </a:prstGeom>
          <a:solidFill>
            <a:srgbClr val="C3D1DD"/>
          </a:solidFill>
          <a:ln>
            <a:noFill/>
          </a:ln>
        </p:spPr>
      </p:sp>
      <p:sp>
        <p:nvSpPr>
          <p:cNvPr id="135" name="Google Shape;135;p48"/>
          <p:cNvSpPr txBox="1"/>
          <p:nvPr>
            <p:ph idx="1" type="body"/>
          </p:nvPr>
        </p:nvSpPr>
        <p:spPr>
          <a:xfrm>
            <a:off x="660400" y="4048396"/>
            <a:ext cx="10868025" cy="216190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solidFill>
                  <a:schemeClr val="dk1"/>
                </a:solidFill>
              </a:defRPr>
            </a:lvl1pPr>
            <a:lvl2pPr indent="-228600" lvl="1" marL="914400" algn="l">
              <a:lnSpc>
                <a:spcPct val="110000"/>
              </a:lnSpc>
              <a:spcBef>
                <a:spcPts val="2000"/>
              </a:spcBef>
              <a:spcAft>
                <a:spcPts val="0"/>
              </a:spcAft>
              <a:buSzPts val="2160"/>
              <a:buNone/>
              <a:defRPr sz="2400">
                <a:solidFill>
                  <a:schemeClr val="dk2"/>
                </a:solidFill>
              </a:defRPr>
            </a:lvl2pPr>
            <a:lvl3pPr indent="-228600" lvl="2" marL="1371600" algn="l">
              <a:lnSpc>
                <a:spcPct val="110000"/>
              </a:lnSpc>
              <a:spcBef>
                <a:spcPts val="2000"/>
              </a:spcBef>
              <a:spcAft>
                <a:spcPts val="0"/>
              </a:spcAft>
              <a:buSzPts val="2160"/>
              <a:buNone/>
              <a:defRPr sz="2400">
                <a:solidFill>
                  <a:schemeClr val="dk2"/>
                </a:solidFill>
              </a:defRPr>
            </a:lvl3pPr>
            <a:lvl4pPr indent="-228600" lvl="3" marL="1828800" algn="l">
              <a:lnSpc>
                <a:spcPct val="110000"/>
              </a:lnSpc>
              <a:spcBef>
                <a:spcPts val="2000"/>
              </a:spcBef>
              <a:spcAft>
                <a:spcPts val="0"/>
              </a:spcAft>
              <a:buSzPts val="2160"/>
              <a:buNone/>
              <a:defRPr sz="2400">
                <a:solidFill>
                  <a:schemeClr val="dk2"/>
                </a:solidFill>
              </a:defRPr>
            </a:lvl4pPr>
            <a:lvl5pPr indent="-228600" lvl="4" marL="2286000" algn="l">
              <a:lnSpc>
                <a:spcPct val="110000"/>
              </a:lnSpc>
              <a:spcBef>
                <a:spcPts val="2000"/>
              </a:spcBef>
              <a:spcAft>
                <a:spcPts val="0"/>
              </a:spcAft>
              <a:buSzPts val="2160"/>
              <a:buNone/>
              <a:defRPr sz="2400">
                <a:solidFill>
                  <a:schemeClr val="dk2"/>
                </a:solidFill>
              </a:defRPr>
            </a:lvl5pPr>
            <a:lvl6pPr indent="-228600" lvl="5" marL="2743200" algn="l">
              <a:lnSpc>
                <a:spcPct val="110000"/>
              </a:lnSpc>
              <a:spcBef>
                <a:spcPts val="2000"/>
              </a:spcBef>
              <a:spcAft>
                <a:spcPts val="0"/>
              </a:spcAft>
              <a:buSzPts val="2160"/>
              <a:buNone/>
              <a:defRPr sz="2400">
                <a:solidFill>
                  <a:schemeClr val="dk2"/>
                </a:solidFill>
              </a:defRPr>
            </a:lvl6pPr>
            <a:lvl7pPr indent="-228600" lvl="6" marL="3200400" algn="l">
              <a:lnSpc>
                <a:spcPct val="110000"/>
              </a:lnSpc>
              <a:spcBef>
                <a:spcPts val="2000"/>
              </a:spcBef>
              <a:spcAft>
                <a:spcPts val="0"/>
              </a:spcAft>
              <a:buSzPts val="2160"/>
              <a:buNone/>
              <a:defRPr sz="2400">
                <a:solidFill>
                  <a:schemeClr val="dk2"/>
                </a:solidFill>
              </a:defRPr>
            </a:lvl7pPr>
            <a:lvl8pPr indent="-228600" lvl="7" marL="3657600" algn="l">
              <a:lnSpc>
                <a:spcPct val="110000"/>
              </a:lnSpc>
              <a:spcBef>
                <a:spcPts val="2000"/>
              </a:spcBef>
              <a:spcAft>
                <a:spcPts val="0"/>
              </a:spcAft>
              <a:buSzPts val="2160"/>
              <a:buNone/>
              <a:defRPr sz="2400">
                <a:solidFill>
                  <a:schemeClr val="dk2"/>
                </a:solidFill>
              </a:defRPr>
            </a:lvl8pPr>
            <a:lvl9pPr indent="-228600" lvl="8" marL="4114800" algn="l">
              <a:lnSpc>
                <a:spcPct val="110000"/>
              </a:lnSpc>
              <a:spcBef>
                <a:spcPts val="2000"/>
              </a:spcBef>
              <a:spcAft>
                <a:spcPts val="2000"/>
              </a:spcAft>
              <a:buSzPts val="2160"/>
              <a:buNone/>
              <a:defRPr sz="2400">
                <a:solidFill>
                  <a:schemeClr val="dk2"/>
                </a:solidFill>
              </a:defRPr>
            </a:lvl9pPr>
          </a:lstStyle>
          <a:p/>
        </p:txBody>
      </p:sp>
      <p:sp>
        <p:nvSpPr>
          <p:cNvPr id="136" name="Google Shape;136;p48"/>
          <p:cNvSpPr txBox="1"/>
          <p:nvPr>
            <p:ph type="title"/>
          </p:nvPr>
        </p:nvSpPr>
        <p:spPr>
          <a:xfrm>
            <a:off x="660399" y="647700"/>
            <a:ext cx="10868025" cy="222351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0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icture and Title)">
  <p:cSld name="Section Header (Picture and Title)">
    <p:spTree>
      <p:nvGrpSpPr>
        <p:cNvPr id="137" name="Shape 137"/>
        <p:cNvGrpSpPr/>
        <p:nvPr/>
      </p:nvGrpSpPr>
      <p:grpSpPr>
        <a:xfrm>
          <a:off x="0" y="0"/>
          <a:ext cx="0" cy="0"/>
          <a:chOff x="0" y="0"/>
          <a:chExt cx="0" cy="0"/>
        </a:xfrm>
      </p:grpSpPr>
      <p:sp>
        <p:nvSpPr>
          <p:cNvPr id="138" name="Google Shape;138;p49"/>
          <p:cNvSpPr/>
          <p:nvPr>
            <p:ph idx="2" type="pic"/>
          </p:nvPr>
        </p:nvSpPr>
        <p:spPr>
          <a:xfrm>
            <a:off x="0" y="0"/>
            <a:ext cx="12192000" cy="3429000"/>
          </a:xfrm>
          <a:prstGeom prst="rect">
            <a:avLst/>
          </a:prstGeom>
          <a:solidFill>
            <a:srgbClr val="C3D1DD"/>
          </a:solidFill>
          <a:ln>
            <a:noFill/>
          </a:ln>
        </p:spPr>
      </p:sp>
      <p:sp>
        <p:nvSpPr>
          <p:cNvPr id="139" name="Google Shape;139;p49"/>
          <p:cNvSpPr txBox="1"/>
          <p:nvPr>
            <p:ph type="title"/>
          </p:nvPr>
        </p:nvSpPr>
        <p:spPr>
          <a:xfrm>
            <a:off x="660399" y="4050438"/>
            <a:ext cx="10868025" cy="2159862"/>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140" name="Shape 140"/>
        <p:cNvGrpSpPr/>
        <p:nvPr/>
      </p:nvGrpSpPr>
      <p:grpSpPr>
        <a:xfrm>
          <a:off x="0" y="0"/>
          <a:ext cx="0" cy="0"/>
          <a:chOff x="0" y="0"/>
          <a:chExt cx="0" cy="0"/>
        </a:xfrm>
      </p:grpSpPr>
      <p:sp>
        <p:nvSpPr>
          <p:cNvPr id="141" name="Google Shape;141;p50"/>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MULTIPLE</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TOPIC</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LAYOUTS</a:t>
            </a: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bg>
      <p:bgPr>
        <a:solidFill>
          <a:schemeClr val="lt1"/>
        </a:solidFill>
      </p:bgPr>
    </p:bg>
    <p:spTree>
      <p:nvGrpSpPr>
        <p:cNvPr id="142" name="Shape 142"/>
        <p:cNvGrpSpPr/>
        <p:nvPr/>
      </p:nvGrpSpPr>
      <p:grpSpPr>
        <a:xfrm>
          <a:off x="0" y="0"/>
          <a:ext cx="0" cy="0"/>
          <a:chOff x="0" y="0"/>
          <a:chExt cx="0" cy="0"/>
        </a:xfrm>
      </p:grpSpPr>
      <p:sp>
        <p:nvSpPr>
          <p:cNvPr id="143" name="Google Shape;143;p51"/>
          <p:cNvSpPr txBox="1"/>
          <p:nvPr>
            <p:ph idx="1" type="body"/>
          </p:nvPr>
        </p:nvSpPr>
        <p:spPr>
          <a:xfrm>
            <a:off x="6164063"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42900" lvl="6" marL="3200400" algn="l">
              <a:lnSpc>
                <a:spcPct val="110000"/>
              </a:lnSpc>
              <a:spcBef>
                <a:spcPts val="2000"/>
              </a:spcBef>
              <a:spcAft>
                <a:spcPts val="0"/>
              </a:spcAft>
              <a:buSzPts val="1800"/>
              <a:buFont typeface="Arial"/>
              <a:buChar char="–"/>
              <a:defRPr sz="20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44" name="Google Shape;144;p51"/>
          <p:cNvSpPr txBox="1"/>
          <p:nvPr>
            <p:ph idx="2" type="body"/>
          </p:nvPr>
        </p:nvSpPr>
        <p:spPr>
          <a:xfrm>
            <a:off x="660401"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42900" lvl="6" marL="3200400" algn="l">
              <a:lnSpc>
                <a:spcPct val="110000"/>
              </a:lnSpc>
              <a:spcBef>
                <a:spcPts val="2000"/>
              </a:spcBef>
              <a:spcAft>
                <a:spcPts val="0"/>
              </a:spcAft>
              <a:buSzPts val="1800"/>
              <a:buFont typeface="Arial"/>
              <a:buChar char="–"/>
              <a:defRPr sz="20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45" name="Google Shape;145;p5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6" name="Google Shape;146;p51"/>
          <p:cNvSpPr txBox="1"/>
          <p:nvPr>
            <p:ph idx="3" type="body"/>
          </p:nvPr>
        </p:nvSpPr>
        <p:spPr>
          <a:xfrm>
            <a:off x="6164062" y="1616631"/>
            <a:ext cx="536436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10000"/>
              </a:lnSpc>
              <a:spcBef>
                <a:spcPts val="0"/>
              </a:spcBef>
              <a:spcAft>
                <a:spcPts val="0"/>
              </a:spcAft>
              <a:buSzPts val="1800"/>
              <a:buNone/>
              <a:defRPr b="1" sz="2000"/>
            </a:lvl2pPr>
            <a:lvl3pPr indent="-228600" lvl="2" marL="1371600" algn="l">
              <a:lnSpc>
                <a:spcPct val="110000"/>
              </a:lnSpc>
              <a:spcBef>
                <a:spcPts val="2000"/>
              </a:spcBef>
              <a:spcAft>
                <a:spcPts val="0"/>
              </a:spcAft>
              <a:buSzPts val="1620"/>
              <a:buNone/>
              <a:defRPr b="1" sz="1800"/>
            </a:lvl3pPr>
            <a:lvl4pPr indent="-228600" lvl="3" marL="1828800" algn="l">
              <a:lnSpc>
                <a:spcPct val="110000"/>
              </a:lnSpc>
              <a:spcBef>
                <a:spcPts val="2000"/>
              </a:spcBef>
              <a:spcAft>
                <a:spcPts val="0"/>
              </a:spcAft>
              <a:buSzPts val="1440"/>
              <a:buNone/>
              <a:defRPr b="1" sz="1600"/>
            </a:lvl4pPr>
            <a:lvl5pPr indent="-228600" lvl="4" marL="2286000" algn="l">
              <a:lnSpc>
                <a:spcPct val="110000"/>
              </a:lnSpc>
              <a:spcBef>
                <a:spcPts val="2000"/>
              </a:spcBef>
              <a:spcAft>
                <a:spcPts val="0"/>
              </a:spcAft>
              <a:buSzPts val="1440"/>
              <a:buNone/>
              <a:defRPr b="1" sz="1600"/>
            </a:lvl5pPr>
            <a:lvl6pPr indent="-228600" lvl="5" marL="2743200" algn="l">
              <a:lnSpc>
                <a:spcPct val="110000"/>
              </a:lnSpc>
              <a:spcBef>
                <a:spcPts val="2000"/>
              </a:spcBef>
              <a:spcAft>
                <a:spcPts val="0"/>
              </a:spcAft>
              <a:buSzPts val="1440"/>
              <a:buNone/>
              <a:defRPr b="1" sz="1600"/>
            </a:lvl6pPr>
            <a:lvl7pPr indent="-228600" lvl="6" marL="3200400" algn="l">
              <a:lnSpc>
                <a:spcPct val="110000"/>
              </a:lnSpc>
              <a:spcBef>
                <a:spcPts val="2000"/>
              </a:spcBef>
              <a:spcAft>
                <a:spcPts val="0"/>
              </a:spcAft>
              <a:buSzPts val="1440"/>
              <a:buNone/>
              <a:defRPr b="1" sz="1600"/>
            </a:lvl7pPr>
            <a:lvl8pPr indent="-228600" lvl="7" marL="3657600" algn="l">
              <a:lnSpc>
                <a:spcPct val="110000"/>
              </a:lnSpc>
              <a:spcBef>
                <a:spcPts val="2000"/>
              </a:spcBef>
              <a:spcAft>
                <a:spcPts val="0"/>
              </a:spcAft>
              <a:buSzPts val="1440"/>
              <a:buNone/>
              <a:defRPr b="1" sz="1600"/>
            </a:lvl8pPr>
            <a:lvl9pPr indent="-228600" lvl="8" marL="4114800" algn="l">
              <a:lnSpc>
                <a:spcPct val="110000"/>
              </a:lnSpc>
              <a:spcBef>
                <a:spcPts val="2000"/>
              </a:spcBef>
              <a:spcAft>
                <a:spcPts val="2000"/>
              </a:spcAft>
              <a:buSzPts val="1440"/>
              <a:buNone/>
              <a:defRPr b="1" sz="1600"/>
            </a:lvl9pPr>
          </a:lstStyle>
          <a:p/>
        </p:txBody>
      </p:sp>
      <p:sp>
        <p:nvSpPr>
          <p:cNvPr id="147" name="Google Shape;147;p51"/>
          <p:cNvSpPr txBox="1"/>
          <p:nvPr>
            <p:ph idx="4" type="body"/>
          </p:nvPr>
        </p:nvSpPr>
        <p:spPr>
          <a:xfrm>
            <a:off x="660401" y="1616631"/>
            <a:ext cx="5364362"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10000"/>
              </a:lnSpc>
              <a:spcBef>
                <a:spcPts val="0"/>
              </a:spcBef>
              <a:spcAft>
                <a:spcPts val="0"/>
              </a:spcAft>
              <a:buSzPts val="1800"/>
              <a:buNone/>
              <a:defRPr b="1" sz="2000"/>
            </a:lvl2pPr>
            <a:lvl3pPr indent="-228600" lvl="2" marL="1371600" algn="l">
              <a:lnSpc>
                <a:spcPct val="110000"/>
              </a:lnSpc>
              <a:spcBef>
                <a:spcPts val="2000"/>
              </a:spcBef>
              <a:spcAft>
                <a:spcPts val="0"/>
              </a:spcAft>
              <a:buSzPts val="1620"/>
              <a:buNone/>
              <a:defRPr b="1" sz="1800"/>
            </a:lvl3pPr>
            <a:lvl4pPr indent="-228600" lvl="3" marL="1828800" algn="l">
              <a:lnSpc>
                <a:spcPct val="110000"/>
              </a:lnSpc>
              <a:spcBef>
                <a:spcPts val="2000"/>
              </a:spcBef>
              <a:spcAft>
                <a:spcPts val="0"/>
              </a:spcAft>
              <a:buSzPts val="1440"/>
              <a:buNone/>
              <a:defRPr b="1" sz="1600"/>
            </a:lvl4pPr>
            <a:lvl5pPr indent="-228600" lvl="4" marL="2286000" algn="l">
              <a:lnSpc>
                <a:spcPct val="110000"/>
              </a:lnSpc>
              <a:spcBef>
                <a:spcPts val="2000"/>
              </a:spcBef>
              <a:spcAft>
                <a:spcPts val="0"/>
              </a:spcAft>
              <a:buSzPts val="1440"/>
              <a:buNone/>
              <a:defRPr b="1" sz="1600"/>
            </a:lvl5pPr>
            <a:lvl6pPr indent="-228600" lvl="5" marL="2743200" algn="l">
              <a:lnSpc>
                <a:spcPct val="110000"/>
              </a:lnSpc>
              <a:spcBef>
                <a:spcPts val="2000"/>
              </a:spcBef>
              <a:spcAft>
                <a:spcPts val="0"/>
              </a:spcAft>
              <a:buSzPts val="1440"/>
              <a:buNone/>
              <a:defRPr b="1" sz="1600"/>
            </a:lvl6pPr>
            <a:lvl7pPr indent="-228600" lvl="6" marL="3200400" algn="l">
              <a:lnSpc>
                <a:spcPct val="110000"/>
              </a:lnSpc>
              <a:spcBef>
                <a:spcPts val="2000"/>
              </a:spcBef>
              <a:spcAft>
                <a:spcPts val="0"/>
              </a:spcAft>
              <a:buSzPts val="1440"/>
              <a:buNone/>
              <a:defRPr b="1" sz="1600"/>
            </a:lvl7pPr>
            <a:lvl8pPr indent="-228600" lvl="7" marL="3657600" algn="l">
              <a:lnSpc>
                <a:spcPct val="110000"/>
              </a:lnSpc>
              <a:spcBef>
                <a:spcPts val="2000"/>
              </a:spcBef>
              <a:spcAft>
                <a:spcPts val="0"/>
              </a:spcAft>
              <a:buSzPts val="1440"/>
              <a:buNone/>
              <a:defRPr b="1" sz="1600"/>
            </a:lvl8pPr>
            <a:lvl9pPr indent="-228600" lvl="8" marL="4114800" algn="l">
              <a:lnSpc>
                <a:spcPct val="110000"/>
              </a:lnSpc>
              <a:spcBef>
                <a:spcPts val="2000"/>
              </a:spcBef>
              <a:spcAft>
                <a:spcPts val="2000"/>
              </a:spcAft>
              <a:buSzPts val="1440"/>
              <a:buNone/>
              <a:defRPr b="1" sz="16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Single Subtitle)">
  <p:cSld name="Comparison (Single Subtitle)">
    <p:spTree>
      <p:nvGrpSpPr>
        <p:cNvPr id="148" name="Shape 148"/>
        <p:cNvGrpSpPr/>
        <p:nvPr/>
      </p:nvGrpSpPr>
      <p:grpSpPr>
        <a:xfrm>
          <a:off x="0" y="0"/>
          <a:ext cx="0" cy="0"/>
          <a:chOff x="0" y="0"/>
          <a:chExt cx="0" cy="0"/>
        </a:xfrm>
      </p:grpSpPr>
      <p:sp>
        <p:nvSpPr>
          <p:cNvPr id="149" name="Google Shape;149;p52"/>
          <p:cNvSpPr txBox="1"/>
          <p:nvPr>
            <p:ph idx="1" type="body"/>
          </p:nvPr>
        </p:nvSpPr>
        <p:spPr>
          <a:xfrm>
            <a:off x="6164063"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150" name="Google Shape;150;p52"/>
          <p:cNvSpPr txBox="1"/>
          <p:nvPr>
            <p:ph idx="2" type="body"/>
          </p:nvPr>
        </p:nvSpPr>
        <p:spPr>
          <a:xfrm>
            <a:off x="660401"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65760" lvl="6" marL="3200400" algn="l">
              <a:lnSpc>
                <a:spcPct val="110000"/>
              </a:lnSpc>
              <a:spcBef>
                <a:spcPts val="2000"/>
              </a:spcBef>
              <a:spcAft>
                <a:spcPts val="0"/>
              </a:spcAft>
              <a:buSzPts val="2160"/>
              <a:buChar char="–"/>
              <a:defRPr/>
            </a:lvl7pPr>
            <a:lvl8pPr indent="-365760" lvl="7" marL="3657600" algn="l">
              <a:lnSpc>
                <a:spcPct val="110000"/>
              </a:lnSpc>
              <a:spcBef>
                <a:spcPts val="2000"/>
              </a:spcBef>
              <a:spcAft>
                <a:spcPts val="0"/>
              </a:spcAft>
              <a:buSzPts val="2160"/>
              <a:buChar char="–"/>
              <a:defRPr/>
            </a:lvl8pPr>
            <a:lvl9pPr indent="-228600" lvl="8" marL="4114800" algn="l">
              <a:lnSpc>
                <a:spcPct val="110000"/>
              </a:lnSpc>
              <a:spcBef>
                <a:spcPts val="2000"/>
              </a:spcBef>
              <a:spcAft>
                <a:spcPts val="2000"/>
              </a:spcAft>
              <a:buSzPts val="2160"/>
              <a:buNone/>
              <a:defRPr/>
            </a:lvl9pPr>
          </a:lstStyle>
          <a:p/>
        </p:txBody>
      </p:sp>
      <p:sp>
        <p:nvSpPr>
          <p:cNvPr id="151" name="Google Shape;151;p52"/>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2" name="Google Shape;152;p52"/>
          <p:cNvSpPr txBox="1"/>
          <p:nvPr>
            <p:ph idx="3"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bg>
      <p:bgPr>
        <a:solidFill>
          <a:schemeClr val="lt1"/>
        </a:solidFill>
      </p:bgPr>
    </p:bg>
    <p:spTree>
      <p:nvGrpSpPr>
        <p:cNvPr id="153" name="Shape 153"/>
        <p:cNvGrpSpPr/>
        <p:nvPr/>
      </p:nvGrpSpPr>
      <p:grpSpPr>
        <a:xfrm>
          <a:off x="0" y="0"/>
          <a:ext cx="0" cy="0"/>
          <a:chOff x="0" y="0"/>
          <a:chExt cx="0" cy="0"/>
        </a:xfrm>
      </p:grpSpPr>
      <p:sp>
        <p:nvSpPr>
          <p:cNvPr id="154" name="Google Shape;154;p5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5" name="Google Shape;155;p53"/>
          <p:cNvSpPr txBox="1"/>
          <p:nvPr>
            <p:ph idx="1" type="body"/>
          </p:nvPr>
        </p:nvSpPr>
        <p:spPr>
          <a:xfrm>
            <a:off x="6164063" y="1602223"/>
            <a:ext cx="53643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56" name="Google Shape;156;p53"/>
          <p:cNvSpPr txBox="1"/>
          <p:nvPr>
            <p:ph idx="2" type="body"/>
          </p:nvPr>
        </p:nvSpPr>
        <p:spPr>
          <a:xfrm>
            <a:off x="660403" y="1602223"/>
            <a:ext cx="53643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Banners)">
  <p:cSld name="Two Content (Banners)">
    <p:spTree>
      <p:nvGrpSpPr>
        <p:cNvPr id="157" name="Shape 157"/>
        <p:cNvGrpSpPr/>
        <p:nvPr/>
      </p:nvGrpSpPr>
      <p:grpSpPr>
        <a:xfrm>
          <a:off x="0" y="0"/>
          <a:ext cx="0" cy="0"/>
          <a:chOff x="0" y="0"/>
          <a:chExt cx="0" cy="0"/>
        </a:xfrm>
      </p:grpSpPr>
      <p:sp>
        <p:nvSpPr>
          <p:cNvPr id="158" name="Google Shape;158;p54"/>
          <p:cNvSpPr/>
          <p:nvPr>
            <p:ph idx="2" type="pic"/>
          </p:nvPr>
        </p:nvSpPr>
        <p:spPr>
          <a:xfrm>
            <a:off x="4891088" y="3771902"/>
            <a:ext cx="7300911" cy="2438398"/>
          </a:xfrm>
          <a:prstGeom prst="rect">
            <a:avLst/>
          </a:prstGeom>
          <a:solidFill>
            <a:srgbClr val="C3D1DD"/>
          </a:solidFill>
          <a:ln>
            <a:noFill/>
          </a:ln>
        </p:spPr>
      </p:sp>
      <p:sp>
        <p:nvSpPr>
          <p:cNvPr id="159" name="Google Shape;159;p54"/>
          <p:cNvSpPr/>
          <p:nvPr>
            <p:ph idx="3" type="pic"/>
          </p:nvPr>
        </p:nvSpPr>
        <p:spPr>
          <a:xfrm>
            <a:off x="4891088" y="647700"/>
            <a:ext cx="7300912" cy="2438400"/>
          </a:xfrm>
          <a:prstGeom prst="rect">
            <a:avLst/>
          </a:prstGeom>
          <a:solidFill>
            <a:srgbClr val="C3D1DD"/>
          </a:solidFill>
          <a:ln>
            <a:noFill/>
          </a:ln>
        </p:spPr>
      </p:sp>
      <p:sp>
        <p:nvSpPr>
          <p:cNvPr id="160" name="Google Shape;160;p54"/>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1" name="Google Shape;161;p54"/>
          <p:cNvSpPr txBox="1"/>
          <p:nvPr>
            <p:ph idx="1" type="body"/>
          </p:nvPr>
        </p:nvSpPr>
        <p:spPr>
          <a:xfrm>
            <a:off x="660401" y="3673785"/>
            <a:ext cx="3627438" cy="253651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62" name="Google Shape;162;p54"/>
          <p:cNvSpPr txBox="1"/>
          <p:nvPr>
            <p:ph idx="4" type="body"/>
          </p:nvPr>
        </p:nvSpPr>
        <p:spPr>
          <a:xfrm>
            <a:off x="660403" y="1602223"/>
            <a:ext cx="3627436"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cSld name="Three Topics">
    <p:spTree>
      <p:nvGrpSpPr>
        <p:cNvPr id="163" name="Shape 163"/>
        <p:cNvGrpSpPr/>
        <p:nvPr/>
      </p:nvGrpSpPr>
      <p:grpSpPr>
        <a:xfrm>
          <a:off x="0" y="0"/>
          <a:ext cx="0" cy="0"/>
          <a:chOff x="0" y="0"/>
          <a:chExt cx="0" cy="0"/>
        </a:xfrm>
      </p:grpSpPr>
      <p:sp>
        <p:nvSpPr>
          <p:cNvPr id="164" name="Google Shape;164;p5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5" name="Google Shape;165;p55"/>
          <p:cNvSpPr txBox="1"/>
          <p:nvPr>
            <p:ph idx="1" type="body"/>
          </p:nvPr>
        </p:nvSpPr>
        <p:spPr>
          <a:xfrm>
            <a:off x="8301589"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66" name="Google Shape;166;p55"/>
          <p:cNvSpPr txBox="1"/>
          <p:nvPr>
            <p:ph idx="2" type="body"/>
          </p:nvPr>
        </p:nvSpPr>
        <p:spPr>
          <a:xfrm>
            <a:off x="4480478"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67" name="Google Shape;167;p55"/>
          <p:cNvSpPr txBox="1"/>
          <p:nvPr>
            <p:ph idx="3" type="body"/>
          </p:nvPr>
        </p:nvSpPr>
        <p:spPr>
          <a:xfrm>
            <a:off x="660403"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Font typeface="Arial"/>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228600" lvl="7" marL="3657600" algn="l">
              <a:lnSpc>
                <a:spcPct val="110000"/>
              </a:lnSpc>
              <a:spcBef>
                <a:spcPts val="2000"/>
              </a:spcBef>
              <a:spcAft>
                <a:spcPts val="0"/>
              </a:spcAft>
              <a:buSzPts val="1500"/>
              <a:buFont typeface="Noto Sans Symbols"/>
              <a:buNone/>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Subtitles)">
  <p:cSld name="Three Topics (Subtitles)">
    <p:spTree>
      <p:nvGrpSpPr>
        <p:cNvPr id="168" name="Shape 168"/>
        <p:cNvGrpSpPr/>
        <p:nvPr/>
      </p:nvGrpSpPr>
      <p:grpSpPr>
        <a:xfrm>
          <a:off x="0" y="0"/>
          <a:ext cx="0" cy="0"/>
          <a:chOff x="0" y="0"/>
          <a:chExt cx="0" cy="0"/>
        </a:xfrm>
      </p:grpSpPr>
      <p:sp>
        <p:nvSpPr>
          <p:cNvPr id="169" name="Google Shape;169;p56"/>
          <p:cNvSpPr txBox="1"/>
          <p:nvPr>
            <p:ph idx="1" type="body"/>
          </p:nvPr>
        </p:nvSpPr>
        <p:spPr>
          <a:xfrm>
            <a:off x="8301589"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0" name="Google Shape;170;p56"/>
          <p:cNvSpPr txBox="1"/>
          <p:nvPr>
            <p:ph idx="2" type="body"/>
          </p:nvPr>
        </p:nvSpPr>
        <p:spPr>
          <a:xfrm>
            <a:off x="4480478"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1" name="Google Shape;171;p56"/>
          <p:cNvSpPr txBox="1"/>
          <p:nvPr>
            <p:ph idx="3" type="body"/>
          </p:nvPr>
        </p:nvSpPr>
        <p:spPr>
          <a:xfrm>
            <a:off x="660403"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228600" lvl="5" marL="2743200" algn="l">
              <a:lnSpc>
                <a:spcPct val="110000"/>
              </a:lnSpc>
              <a:spcBef>
                <a:spcPts val="2000"/>
              </a:spcBef>
              <a:spcAft>
                <a:spcPts val="0"/>
              </a:spcAft>
              <a:buSzPts val="1800"/>
              <a:buFont typeface="Noto Sans Symbols"/>
              <a:buNone/>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2" name="Google Shape;172;p56"/>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3" name="Google Shape;173;p56"/>
          <p:cNvSpPr txBox="1"/>
          <p:nvPr>
            <p:ph idx="4" type="body"/>
          </p:nvPr>
        </p:nvSpPr>
        <p:spPr>
          <a:xfrm>
            <a:off x="8301589" y="1602224"/>
            <a:ext cx="3231045" cy="59757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
        <p:nvSpPr>
          <p:cNvPr id="174" name="Google Shape;174;p56"/>
          <p:cNvSpPr txBox="1"/>
          <p:nvPr>
            <p:ph idx="5" type="body"/>
          </p:nvPr>
        </p:nvSpPr>
        <p:spPr>
          <a:xfrm>
            <a:off x="4480478" y="1616632"/>
            <a:ext cx="3231045"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
        <p:nvSpPr>
          <p:cNvPr id="175" name="Google Shape;175;p56"/>
          <p:cNvSpPr txBox="1"/>
          <p:nvPr>
            <p:ph idx="6" type="body"/>
          </p:nvPr>
        </p:nvSpPr>
        <p:spPr>
          <a:xfrm>
            <a:off x="660401" y="1616631"/>
            <a:ext cx="3231045"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s)">
  <p:cSld name="Three Topics (Pictures)">
    <p:spTree>
      <p:nvGrpSpPr>
        <p:cNvPr id="176" name="Shape 176"/>
        <p:cNvGrpSpPr/>
        <p:nvPr/>
      </p:nvGrpSpPr>
      <p:grpSpPr>
        <a:xfrm>
          <a:off x="0" y="0"/>
          <a:ext cx="0" cy="0"/>
          <a:chOff x="0" y="0"/>
          <a:chExt cx="0" cy="0"/>
        </a:xfrm>
      </p:grpSpPr>
      <p:sp>
        <p:nvSpPr>
          <p:cNvPr id="177" name="Google Shape;177;p57"/>
          <p:cNvSpPr/>
          <p:nvPr>
            <p:ph idx="2" type="pic"/>
          </p:nvPr>
        </p:nvSpPr>
        <p:spPr>
          <a:xfrm>
            <a:off x="8301588" y="3771900"/>
            <a:ext cx="3231047" cy="2438399"/>
          </a:xfrm>
          <a:prstGeom prst="rect">
            <a:avLst/>
          </a:prstGeom>
          <a:noFill/>
          <a:ln>
            <a:noFill/>
          </a:ln>
        </p:spPr>
      </p:sp>
      <p:sp>
        <p:nvSpPr>
          <p:cNvPr id="178" name="Google Shape;178;p57"/>
          <p:cNvSpPr/>
          <p:nvPr>
            <p:ph idx="3" type="pic"/>
          </p:nvPr>
        </p:nvSpPr>
        <p:spPr>
          <a:xfrm>
            <a:off x="4480477" y="3771900"/>
            <a:ext cx="3231047" cy="2438399"/>
          </a:xfrm>
          <a:prstGeom prst="rect">
            <a:avLst/>
          </a:prstGeom>
          <a:noFill/>
          <a:ln>
            <a:noFill/>
          </a:ln>
        </p:spPr>
      </p:sp>
      <p:sp>
        <p:nvSpPr>
          <p:cNvPr id="179" name="Google Shape;179;p57"/>
          <p:cNvSpPr/>
          <p:nvPr>
            <p:ph idx="4" type="pic"/>
          </p:nvPr>
        </p:nvSpPr>
        <p:spPr>
          <a:xfrm>
            <a:off x="660400" y="3771900"/>
            <a:ext cx="3231047" cy="2438399"/>
          </a:xfrm>
          <a:prstGeom prst="rect">
            <a:avLst/>
          </a:prstGeom>
          <a:noFill/>
          <a:ln>
            <a:noFill/>
          </a:ln>
        </p:spPr>
      </p:sp>
      <p:sp>
        <p:nvSpPr>
          <p:cNvPr id="180" name="Google Shape;180;p5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57"/>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82" name="Google Shape;182;p57"/>
          <p:cNvSpPr txBox="1"/>
          <p:nvPr>
            <p:ph idx="5"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83" name="Google Shape;183;p57"/>
          <p:cNvSpPr txBox="1"/>
          <p:nvPr>
            <p:ph idx="6"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 Bleed)">
  <p:cSld name="Three Topics (Picture Bleed)">
    <p:spTree>
      <p:nvGrpSpPr>
        <p:cNvPr id="184" name="Shape 184"/>
        <p:cNvGrpSpPr/>
        <p:nvPr/>
      </p:nvGrpSpPr>
      <p:grpSpPr>
        <a:xfrm>
          <a:off x="0" y="0"/>
          <a:ext cx="0" cy="0"/>
          <a:chOff x="0" y="0"/>
          <a:chExt cx="0" cy="0"/>
        </a:xfrm>
      </p:grpSpPr>
      <p:sp>
        <p:nvSpPr>
          <p:cNvPr id="185" name="Google Shape;185;p58"/>
          <p:cNvSpPr/>
          <p:nvPr/>
        </p:nvSpPr>
        <p:spPr>
          <a:xfrm>
            <a:off x="11532235" y="6447934"/>
            <a:ext cx="310833" cy="1602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186" name="Google Shape;186;p58"/>
          <p:cNvSpPr/>
          <p:nvPr>
            <p:ph idx="2" type="pic"/>
          </p:nvPr>
        </p:nvSpPr>
        <p:spPr>
          <a:xfrm>
            <a:off x="8301589" y="3771900"/>
            <a:ext cx="3231046" cy="3086100"/>
          </a:xfrm>
          <a:prstGeom prst="rect">
            <a:avLst/>
          </a:prstGeom>
          <a:solidFill>
            <a:srgbClr val="C3D1DD"/>
          </a:solidFill>
          <a:ln>
            <a:noFill/>
          </a:ln>
        </p:spPr>
      </p:sp>
      <p:sp>
        <p:nvSpPr>
          <p:cNvPr id="187" name="Google Shape;187;p58"/>
          <p:cNvSpPr/>
          <p:nvPr>
            <p:ph idx="3" type="pic"/>
          </p:nvPr>
        </p:nvSpPr>
        <p:spPr>
          <a:xfrm>
            <a:off x="4480477" y="3771900"/>
            <a:ext cx="3231046" cy="3086100"/>
          </a:xfrm>
          <a:prstGeom prst="rect">
            <a:avLst/>
          </a:prstGeom>
          <a:solidFill>
            <a:srgbClr val="C3D1DD"/>
          </a:solidFill>
          <a:ln>
            <a:noFill/>
          </a:ln>
        </p:spPr>
      </p:sp>
      <p:sp>
        <p:nvSpPr>
          <p:cNvPr id="188" name="Google Shape;188;p58"/>
          <p:cNvSpPr/>
          <p:nvPr>
            <p:ph idx="4" type="pic"/>
          </p:nvPr>
        </p:nvSpPr>
        <p:spPr>
          <a:xfrm>
            <a:off x="660400" y="3771900"/>
            <a:ext cx="3231046" cy="3086100"/>
          </a:xfrm>
          <a:prstGeom prst="rect">
            <a:avLst/>
          </a:prstGeom>
          <a:solidFill>
            <a:srgbClr val="C3D1DD"/>
          </a:solidFill>
          <a:ln>
            <a:noFill/>
          </a:ln>
        </p:spPr>
      </p:sp>
      <p:sp>
        <p:nvSpPr>
          <p:cNvPr id="189" name="Google Shape;189;p58"/>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0" name="Google Shape;190;p58"/>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91" name="Google Shape;191;p58"/>
          <p:cNvSpPr txBox="1"/>
          <p:nvPr>
            <p:ph idx="5"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92" name="Google Shape;192;p58"/>
          <p:cNvSpPr txBox="1"/>
          <p:nvPr>
            <p:ph idx="6"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228600" lvl="8" marL="4114800" algn="l">
              <a:lnSpc>
                <a:spcPct val="110000"/>
              </a:lnSpc>
              <a:spcBef>
                <a:spcPts val="2000"/>
              </a:spcBef>
              <a:spcAft>
                <a:spcPts val="2000"/>
              </a:spcAft>
              <a:buSzPts val="1800"/>
              <a:buFont typeface="Noto Sans Symbols"/>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Banner)">
  <p:cSld name="Three Topics (Banner)">
    <p:spTree>
      <p:nvGrpSpPr>
        <p:cNvPr id="193" name="Shape 193"/>
        <p:cNvGrpSpPr/>
        <p:nvPr/>
      </p:nvGrpSpPr>
      <p:grpSpPr>
        <a:xfrm>
          <a:off x="0" y="0"/>
          <a:ext cx="0" cy="0"/>
          <a:chOff x="0" y="0"/>
          <a:chExt cx="0" cy="0"/>
        </a:xfrm>
      </p:grpSpPr>
      <p:sp>
        <p:nvSpPr>
          <p:cNvPr id="194" name="Google Shape;194;p59"/>
          <p:cNvSpPr/>
          <p:nvPr>
            <p:ph idx="2" type="pic"/>
          </p:nvPr>
        </p:nvSpPr>
        <p:spPr>
          <a:xfrm>
            <a:off x="0" y="3771900"/>
            <a:ext cx="12192000" cy="3086100"/>
          </a:xfrm>
          <a:prstGeom prst="rect">
            <a:avLst/>
          </a:prstGeom>
          <a:solidFill>
            <a:srgbClr val="C3D1DD"/>
          </a:solidFill>
          <a:ln>
            <a:noFill/>
          </a:ln>
        </p:spPr>
      </p:sp>
      <p:sp>
        <p:nvSpPr>
          <p:cNvPr id="195" name="Google Shape;195;p59"/>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6" name="Google Shape;196;p59"/>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50520" lvl="1" marL="914400" algn="l">
              <a:lnSpc>
                <a:spcPct val="110000"/>
              </a:lnSpc>
              <a:spcBef>
                <a:spcPts val="2000"/>
              </a:spcBef>
              <a:spcAft>
                <a:spcPts val="0"/>
              </a:spcAft>
              <a:buSzPts val="1920"/>
              <a:buFont typeface="Noto Sans Symbols"/>
              <a:buChar char="▪"/>
              <a:defRPr sz="2400"/>
            </a:lvl2pPr>
            <a:lvl3pPr indent="-350520" lvl="2" marL="1371600" algn="l">
              <a:lnSpc>
                <a:spcPct val="110000"/>
              </a:lnSpc>
              <a:spcBef>
                <a:spcPts val="2000"/>
              </a:spcBef>
              <a:spcAft>
                <a:spcPts val="0"/>
              </a:spcAft>
              <a:buSzPts val="1920"/>
              <a:buFont typeface="Noto Sans Symbols"/>
              <a:buChar char="▪"/>
              <a:defRPr sz="2400"/>
            </a:lvl3pPr>
            <a:lvl4pPr indent="-350520" lvl="3" marL="1828800" algn="l">
              <a:lnSpc>
                <a:spcPct val="110000"/>
              </a:lnSpc>
              <a:spcBef>
                <a:spcPts val="2000"/>
              </a:spcBef>
              <a:spcAft>
                <a:spcPts val="0"/>
              </a:spcAft>
              <a:buSzPts val="1920"/>
              <a:buFont typeface="Arial"/>
              <a:buChar char="•"/>
              <a:defRPr sz="2400"/>
            </a:lvl4pPr>
            <a:lvl5pPr indent="-350520" lvl="4" marL="2286000" algn="l">
              <a:lnSpc>
                <a:spcPct val="110000"/>
              </a:lnSpc>
              <a:spcBef>
                <a:spcPts val="2000"/>
              </a:spcBef>
              <a:spcAft>
                <a:spcPts val="0"/>
              </a:spcAft>
              <a:buSzPts val="1920"/>
              <a:buFont typeface="Noto Sans Symbols"/>
              <a:buChar char="▪"/>
              <a:defRPr sz="2400">
                <a:solidFill>
                  <a:schemeClr val="dk1"/>
                </a:solidFill>
                <a:latin typeface="Arial"/>
                <a:ea typeface="Arial"/>
                <a:cs typeface="Arial"/>
                <a:sym typeface="Arial"/>
              </a:defRPr>
            </a:lvl5pPr>
            <a:lvl6pPr indent="-350520" lvl="5" marL="2743200" algn="l">
              <a:lnSpc>
                <a:spcPct val="110000"/>
              </a:lnSpc>
              <a:spcBef>
                <a:spcPts val="2000"/>
              </a:spcBef>
              <a:spcAft>
                <a:spcPts val="0"/>
              </a:spcAft>
              <a:buSzPts val="1920"/>
              <a:buFont typeface="Noto Sans Symbols"/>
              <a:buChar char="▪"/>
              <a:defRPr sz="2400"/>
            </a:lvl6pPr>
            <a:lvl7pPr indent="-350520" lvl="6" marL="3200400" algn="l">
              <a:lnSpc>
                <a:spcPct val="110000"/>
              </a:lnSpc>
              <a:spcBef>
                <a:spcPts val="2000"/>
              </a:spcBef>
              <a:spcAft>
                <a:spcPts val="0"/>
              </a:spcAft>
              <a:buSzPts val="1920"/>
              <a:buFont typeface="Noto Sans Symbols"/>
              <a:buChar char="▪"/>
              <a:defRPr sz="2400"/>
            </a:lvl7pPr>
            <a:lvl8pPr indent="-350520" lvl="7" marL="3657600" algn="l">
              <a:lnSpc>
                <a:spcPct val="110000"/>
              </a:lnSpc>
              <a:spcBef>
                <a:spcPts val="2000"/>
              </a:spcBef>
              <a:spcAft>
                <a:spcPts val="0"/>
              </a:spcAft>
              <a:buSzPts val="1920"/>
              <a:buFont typeface="Noto Sans Symbols"/>
              <a:buChar char="▪"/>
              <a:defRPr sz="2400"/>
            </a:lvl8pPr>
            <a:lvl9pPr indent="-350520" lvl="8" marL="4114800" algn="l">
              <a:lnSpc>
                <a:spcPct val="110000"/>
              </a:lnSpc>
              <a:spcBef>
                <a:spcPts val="2000"/>
              </a:spcBef>
              <a:spcAft>
                <a:spcPts val="2000"/>
              </a:spcAft>
              <a:buSzPts val="1920"/>
              <a:buFont typeface="Noto Sans Symbols"/>
              <a:buChar char="▪"/>
              <a:defRPr sz="2400"/>
            </a:lvl9pPr>
          </a:lstStyle>
          <a:p/>
        </p:txBody>
      </p:sp>
      <p:sp>
        <p:nvSpPr>
          <p:cNvPr id="197" name="Google Shape;197;p59"/>
          <p:cNvSpPr txBox="1"/>
          <p:nvPr>
            <p:ph idx="3"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98" name="Google Shape;198;p59"/>
          <p:cNvSpPr txBox="1"/>
          <p:nvPr>
            <p:ph idx="4"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228600" lvl="3" marL="1828800" algn="l">
              <a:lnSpc>
                <a:spcPct val="110000"/>
              </a:lnSpc>
              <a:spcBef>
                <a:spcPts val="2000"/>
              </a:spcBef>
              <a:spcAft>
                <a:spcPts val="0"/>
              </a:spcAft>
              <a:buSzPts val="1500"/>
              <a:buFont typeface="Noto Sans Symbols"/>
              <a:buNone/>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s Left)">
  <p:cSld name="Three Topics (Pictures Left)">
    <p:spTree>
      <p:nvGrpSpPr>
        <p:cNvPr id="199" name="Shape 199"/>
        <p:cNvGrpSpPr/>
        <p:nvPr/>
      </p:nvGrpSpPr>
      <p:grpSpPr>
        <a:xfrm>
          <a:off x="0" y="0"/>
          <a:ext cx="0" cy="0"/>
          <a:chOff x="0" y="0"/>
          <a:chExt cx="0" cy="0"/>
        </a:xfrm>
      </p:grpSpPr>
      <p:sp>
        <p:nvSpPr>
          <p:cNvPr id="200" name="Google Shape;200;p60"/>
          <p:cNvSpPr txBox="1"/>
          <p:nvPr>
            <p:ph idx="1" type="body"/>
          </p:nvPr>
        </p:nvSpPr>
        <p:spPr>
          <a:xfrm>
            <a:off x="2476500" y="5083877"/>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23850" lvl="2" marL="1371600" algn="l">
              <a:lnSpc>
                <a:spcPct val="110000"/>
              </a:lnSpc>
              <a:spcBef>
                <a:spcPts val="2000"/>
              </a:spcBef>
              <a:spcAft>
                <a:spcPts val="0"/>
              </a:spcAft>
              <a:buSzPts val="1500"/>
              <a:buFont typeface="Noto Sans Symbols"/>
              <a:buChar char="▪"/>
              <a:defRPr sz="20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201" name="Google Shape;201;p60"/>
          <p:cNvSpPr txBox="1"/>
          <p:nvPr>
            <p:ph idx="2" type="body"/>
          </p:nvPr>
        </p:nvSpPr>
        <p:spPr>
          <a:xfrm>
            <a:off x="2476500" y="3517029"/>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50520" lvl="1" marL="914400" algn="l">
              <a:lnSpc>
                <a:spcPct val="110000"/>
              </a:lnSpc>
              <a:spcBef>
                <a:spcPts val="2000"/>
              </a:spcBef>
              <a:spcAft>
                <a:spcPts val="0"/>
              </a:spcAft>
              <a:buSzPts val="1920"/>
              <a:buFont typeface="Noto Sans Symbols"/>
              <a:buChar char="▪"/>
              <a:defRPr sz="2400"/>
            </a:lvl2pPr>
            <a:lvl3pPr indent="-330200" lvl="2" marL="1371600" algn="l">
              <a:lnSpc>
                <a:spcPct val="110000"/>
              </a:lnSpc>
              <a:spcBef>
                <a:spcPts val="2000"/>
              </a:spcBef>
              <a:spcAft>
                <a:spcPts val="0"/>
              </a:spcAft>
              <a:buSzPts val="1600"/>
              <a:buFont typeface="Noto Sans Symbols"/>
              <a:buChar char="▪"/>
              <a:defRPr sz="2000"/>
            </a:lvl3pPr>
            <a:lvl4pPr indent="-330200" lvl="3" marL="1828800" algn="l">
              <a:lnSpc>
                <a:spcPct val="110000"/>
              </a:lnSpc>
              <a:spcBef>
                <a:spcPts val="2000"/>
              </a:spcBef>
              <a:spcAft>
                <a:spcPts val="0"/>
              </a:spcAft>
              <a:buSzPts val="1600"/>
              <a:buFont typeface="Noto Sans Symbols"/>
              <a:buChar char="▪"/>
              <a:defRPr sz="2000"/>
            </a:lvl4pPr>
            <a:lvl5pPr indent="-330200" lvl="4" marL="2286000" algn="l">
              <a:lnSpc>
                <a:spcPct val="110000"/>
              </a:lnSpc>
              <a:spcBef>
                <a:spcPts val="2000"/>
              </a:spcBef>
              <a:spcAft>
                <a:spcPts val="0"/>
              </a:spcAft>
              <a:buSzPts val="1600"/>
              <a:buFont typeface="Noto Sans Symbols"/>
              <a:buChar char="▪"/>
              <a:defRPr sz="2000"/>
            </a:lvl5pPr>
            <a:lvl6pPr indent="-330200" lvl="5" marL="2743200" algn="l">
              <a:lnSpc>
                <a:spcPct val="110000"/>
              </a:lnSpc>
              <a:spcBef>
                <a:spcPts val="2000"/>
              </a:spcBef>
              <a:spcAft>
                <a:spcPts val="0"/>
              </a:spcAft>
              <a:buSzPts val="1600"/>
              <a:buFont typeface="Noto Sans Symbols"/>
              <a:buChar char="▪"/>
              <a:defRPr sz="2000"/>
            </a:lvl6pPr>
            <a:lvl7pPr indent="-330200" lvl="6" marL="3200400" algn="l">
              <a:lnSpc>
                <a:spcPct val="110000"/>
              </a:lnSpc>
              <a:spcBef>
                <a:spcPts val="2000"/>
              </a:spcBef>
              <a:spcAft>
                <a:spcPts val="0"/>
              </a:spcAft>
              <a:buSzPts val="1600"/>
              <a:buFont typeface="Noto Sans Symbols"/>
              <a:buChar char="▪"/>
              <a:defRPr sz="2000"/>
            </a:lvl7pPr>
            <a:lvl8pPr indent="-330200" lvl="7" marL="3657600" algn="l">
              <a:lnSpc>
                <a:spcPct val="110000"/>
              </a:lnSpc>
              <a:spcBef>
                <a:spcPts val="2000"/>
              </a:spcBef>
              <a:spcAft>
                <a:spcPts val="0"/>
              </a:spcAft>
              <a:buSzPts val="1600"/>
              <a:buFont typeface="Noto Sans Symbols"/>
              <a:buChar char="▪"/>
              <a:defRPr sz="2000"/>
            </a:lvl8pPr>
            <a:lvl9pPr indent="-330200" lvl="8" marL="4114800" algn="l">
              <a:lnSpc>
                <a:spcPct val="110000"/>
              </a:lnSpc>
              <a:spcBef>
                <a:spcPts val="2000"/>
              </a:spcBef>
              <a:spcAft>
                <a:spcPts val="2000"/>
              </a:spcAft>
              <a:buSzPts val="1600"/>
              <a:buFont typeface="Noto Sans Symbols"/>
              <a:buChar char="▪"/>
              <a:defRPr sz="2000"/>
            </a:lvl9pPr>
          </a:lstStyle>
          <a:p/>
        </p:txBody>
      </p:sp>
      <p:sp>
        <p:nvSpPr>
          <p:cNvPr id="202" name="Google Shape;202;p60"/>
          <p:cNvSpPr txBox="1"/>
          <p:nvPr>
            <p:ph idx="3" type="body"/>
          </p:nvPr>
        </p:nvSpPr>
        <p:spPr>
          <a:xfrm>
            <a:off x="2476500" y="1950181"/>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23850" lvl="2" marL="1371600" algn="l">
              <a:lnSpc>
                <a:spcPct val="110000"/>
              </a:lnSpc>
              <a:spcBef>
                <a:spcPts val="2000"/>
              </a:spcBef>
              <a:spcAft>
                <a:spcPts val="0"/>
              </a:spcAft>
              <a:buSzPts val="1500"/>
              <a:buFont typeface="Noto Sans Symbols"/>
              <a:buChar char="▪"/>
              <a:defRPr sz="20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50520" lvl="7" marL="3657600" algn="l">
              <a:lnSpc>
                <a:spcPct val="110000"/>
              </a:lnSpc>
              <a:spcBef>
                <a:spcPts val="2000"/>
              </a:spcBef>
              <a:spcAft>
                <a:spcPts val="0"/>
              </a:spcAft>
              <a:buSzPts val="1920"/>
              <a:buFont typeface="Noto Sans Symbols"/>
              <a:buChar char="▪"/>
              <a:defRPr sz="24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203" name="Google Shape;203;p60"/>
          <p:cNvSpPr/>
          <p:nvPr>
            <p:ph idx="4" type="pic"/>
          </p:nvPr>
        </p:nvSpPr>
        <p:spPr>
          <a:xfrm>
            <a:off x="660400" y="4989200"/>
            <a:ext cx="1564910" cy="1315777"/>
          </a:xfrm>
          <a:prstGeom prst="rect">
            <a:avLst/>
          </a:prstGeom>
          <a:noFill/>
          <a:ln>
            <a:noFill/>
          </a:ln>
        </p:spPr>
      </p:sp>
      <p:sp>
        <p:nvSpPr>
          <p:cNvPr id="204" name="Google Shape;204;p60"/>
          <p:cNvSpPr/>
          <p:nvPr>
            <p:ph idx="5" type="pic"/>
          </p:nvPr>
        </p:nvSpPr>
        <p:spPr>
          <a:xfrm>
            <a:off x="660400" y="3422352"/>
            <a:ext cx="1564910" cy="1315777"/>
          </a:xfrm>
          <a:prstGeom prst="rect">
            <a:avLst/>
          </a:prstGeom>
          <a:noFill/>
          <a:ln>
            <a:noFill/>
          </a:ln>
        </p:spPr>
      </p:sp>
      <p:sp>
        <p:nvSpPr>
          <p:cNvPr id="205" name="Google Shape;205;p60"/>
          <p:cNvSpPr/>
          <p:nvPr>
            <p:ph idx="6" type="pic"/>
          </p:nvPr>
        </p:nvSpPr>
        <p:spPr>
          <a:xfrm>
            <a:off x="660401" y="1855504"/>
            <a:ext cx="1564908" cy="1315777"/>
          </a:xfrm>
          <a:prstGeom prst="rect">
            <a:avLst/>
          </a:prstGeom>
          <a:noFill/>
          <a:ln>
            <a:noFill/>
          </a:ln>
        </p:spPr>
      </p:sp>
      <p:sp>
        <p:nvSpPr>
          <p:cNvPr id="206" name="Google Shape;206;p60"/>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Topics (Pictures Left)">
  <p:cSld name="Multiple Topics (Pictures Left)">
    <p:spTree>
      <p:nvGrpSpPr>
        <p:cNvPr id="207" name="Shape 207"/>
        <p:cNvGrpSpPr/>
        <p:nvPr/>
      </p:nvGrpSpPr>
      <p:grpSpPr>
        <a:xfrm>
          <a:off x="0" y="0"/>
          <a:ext cx="0" cy="0"/>
          <a:chOff x="0" y="0"/>
          <a:chExt cx="0" cy="0"/>
        </a:xfrm>
      </p:grpSpPr>
      <p:sp>
        <p:nvSpPr>
          <p:cNvPr id="208" name="Google Shape;208;p61"/>
          <p:cNvSpPr txBox="1"/>
          <p:nvPr>
            <p:ph idx="1" type="body"/>
          </p:nvPr>
        </p:nvSpPr>
        <p:spPr>
          <a:xfrm>
            <a:off x="8152179" y="5054401"/>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31470" lvl="4" marL="2286000" algn="l">
              <a:lnSpc>
                <a:spcPct val="110000"/>
              </a:lnSpc>
              <a:spcBef>
                <a:spcPts val="2000"/>
              </a:spcBef>
              <a:spcAft>
                <a:spcPts val="0"/>
              </a:spcAft>
              <a:buSzPts val="162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09" name="Google Shape;209;p61"/>
          <p:cNvSpPr txBox="1"/>
          <p:nvPr>
            <p:ph idx="2" type="body"/>
          </p:nvPr>
        </p:nvSpPr>
        <p:spPr>
          <a:xfrm>
            <a:off x="8149005" y="3517029"/>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0" name="Google Shape;210;p61"/>
          <p:cNvSpPr txBox="1"/>
          <p:nvPr>
            <p:ph idx="3" type="body"/>
          </p:nvPr>
        </p:nvSpPr>
        <p:spPr>
          <a:xfrm>
            <a:off x="8149005" y="1950182"/>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1" name="Google Shape;211;p61"/>
          <p:cNvSpPr txBox="1"/>
          <p:nvPr>
            <p:ph idx="4" type="body"/>
          </p:nvPr>
        </p:nvSpPr>
        <p:spPr>
          <a:xfrm>
            <a:off x="2476501" y="5083877"/>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12" name="Google Shape;212;p61"/>
          <p:cNvSpPr txBox="1"/>
          <p:nvPr>
            <p:ph idx="5" type="body"/>
          </p:nvPr>
        </p:nvSpPr>
        <p:spPr>
          <a:xfrm>
            <a:off x="2476501" y="3517029"/>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Font typeface="Arial"/>
              <a:buNone/>
              <a:defRPr sz="2800"/>
            </a:lvl1pPr>
            <a:lvl2pPr indent="-342900" lvl="1" marL="914400" algn="l">
              <a:lnSpc>
                <a:spcPct val="110000"/>
              </a:lnSpc>
              <a:spcBef>
                <a:spcPts val="2000"/>
              </a:spcBef>
              <a:spcAft>
                <a:spcPts val="0"/>
              </a:spcAft>
              <a:buSzPts val="1800"/>
              <a:buFont typeface="Noto Sans Symbols"/>
              <a:buChar char="▪"/>
              <a:defRPr sz="2400"/>
            </a:lvl2pPr>
            <a:lvl3pPr indent="-228600" lvl="2" marL="1371600" algn="l">
              <a:lnSpc>
                <a:spcPct val="110000"/>
              </a:lnSpc>
              <a:spcBef>
                <a:spcPts val="2000"/>
              </a:spcBef>
              <a:spcAft>
                <a:spcPts val="0"/>
              </a:spcAft>
              <a:buSzPts val="2520"/>
              <a:buFont typeface="Arial"/>
              <a:buNone/>
              <a:defRPr sz="2800"/>
            </a:lvl3pPr>
            <a:lvl4pPr indent="-228600" lvl="3" marL="1828800" algn="l">
              <a:lnSpc>
                <a:spcPct val="110000"/>
              </a:lnSpc>
              <a:spcBef>
                <a:spcPts val="2000"/>
              </a:spcBef>
              <a:spcAft>
                <a:spcPts val="0"/>
              </a:spcAft>
              <a:buSzPts val="2520"/>
              <a:buFont typeface="Arial"/>
              <a:buNone/>
              <a:defRPr sz="2800"/>
            </a:lvl4pPr>
            <a:lvl5pPr indent="-228600" lvl="4" marL="2286000" algn="l">
              <a:lnSpc>
                <a:spcPct val="110000"/>
              </a:lnSpc>
              <a:spcBef>
                <a:spcPts val="2000"/>
              </a:spcBef>
              <a:spcAft>
                <a:spcPts val="0"/>
              </a:spcAft>
              <a:buSzPts val="2520"/>
              <a:buFont typeface="Arial"/>
              <a:buNone/>
              <a:defRPr sz="2800"/>
            </a:lvl5pPr>
            <a:lvl6pPr indent="-228600" lvl="5" marL="2743200" algn="l">
              <a:lnSpc>
                <a:spcPct val="110000"/>
              </a:lnSpc>
              <a:spcBef>
                <a:spcPts val="2000"/>
              </a:spcBef>
              <a:spcAft>
                <a:spcPts val="0"/>
              </a:spcAft>
              <a:buSzPts val="2520"/>
              <a:buFont typeface="Arial"/>
              <a:buNone/>
              <a:defRPr sz="2800"/>
            </a:lvl6pPr>
            <a:lvl7pPr indent="-228600" lvl="6" marL="3200400" algn="l">
              <a:lnSpc>
                <a:spcPct val="110000"/>
              </a:lnSpc>
              <a:spcBef>
                <a:spcPts val="2000"/>
              </a:spcBef>
              <a:spcAft>
                <a:spcPts val="0"/>
              </a:spcAft>
              <a:buSzPts val="2520"/>
              <a:buFont typeface="Arial"/>
              <a:buNone/>
              <a:defRPr sz="2800"/>
            </a:lvl7pPr>
            <a:lvl8pPr indent="-228600" lvl="7" marL="3657600" algn="l">
              <a:lnSpc>
                <a:spcPct val="110000"/>
              </a:lnSpc>
              <a:spcBef>
                <a:spcPts val="2000"/>
              </a:spcBef>
              <a:spcAft>
                <a:spcPts val="0"/>
              </a:spcAft>
              <a:buSzPts val="2520"/>
              <a:buFont typeface="Arial"/>
              <a:buNone/>
              <a:defRPr sz="2800"/>
            </a:lvl8pPr>
            <a:lvl9pPr indent="-228600" lvl="8" marL="4114800" algn="l">
              <a:lnSpc>
                <a:spcPct val="110000"/>
              </a:lnSpc>
              <a:spcBef>
                <a:spcPts val="2000"/>
              </a:spcBef>
              <a:spcAft>
                <a:spcPts val="2000"/>
              </a:spcAft>
              <a:buSzPts val="2520"/>
              <a:buFont typeface="Arial"/>
              <a:buNone/>
              <a:defRPr sz="2800"/>
            </a:lvl9pPr>
          </a:lstStyle>
          <a:p/>
        </p:txBody>
      </p:sp>
      <p:sp>
        <p:nvSpPr>
          <p:cNvPr id="213" name="Google Shape;213;p61"/>
          <p:cNvSpPr txBox="1"/>
          <p:nvPr>
            <p:ph idx="6" type="body"/>
          </p:nvPr>
        </p:nvSpPr>
        <p:spPr>
          <a:xfrm>
            <a:off x="2476501" y="1950182"/>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4" name="Google Shape;214;p61"/>
          <p:cNvSpPr/>
          <p:nvPr>
            <p:ph idx="7" type="pic"/>
          </p:nvPr>
        </p:nvSpPr>
        <p:spPr>
          <a:xfrm>
            <a:off x="6336080" y="4989200"/>
            <a:ext cx="1564908" cy="1315777"/>
          </a:xfrm>
          <a:prstGeom prst="rect">
            <a:avLst/>
          </a:prstGeom>
          <a:noFill/>
          <a:ln>
            <a:noFill/>
          </a:ln>
        </p:spPr>
      </p:sp>
      <p:sp>
        <p:nvSpPr>
          <p:cNvPr id="215" name="Google Shape;215;p61"/>
          <p:cNvSpPr/>
          <p:nvPr>
            <p:ph idx="8" type="pic"/>
          </p:nvPr>
        </p:nvSpPr>
        <p:spPr>
          <a:xfrm>
            <a:off x="6336080" y="3422352"/>
            <a:ext cx="1564908" cy="1315777"/>
          </a:xfrm>
          <a:prstGeom prst="rect">
            <a:avLst/>
          </a:prstGeom>
          <a:noFill/>
          <a:ln>
            <a:noFill/>
          </a:ln>
        </p:spPr>
      </p:sp>
      <p:sp>
        <p:nvSpPr>
          <p:cNvPr id="216" name="Google Shape;216;p61"/>
          <p:cNvSpPr/>
          <p:nvPr>
            <p:ph idx="9" type="pic"/>
          </p:nvPr>
        </p:nvSpPr>
        <p:spPr>
          <a:xfrm>
            <a:off x="6336080" y="1855504"/>
            <a:ext cx="1564908" cy="1315777"/>
          </a:xfrm>
          <a:prstGeom prst="rect">
            <a:avLst/>
          </a:prstGeom>
          <a:noFill/>
          <a:ln>
            <a:noFill/>
          </a:ln>
        </p:spPr>
      </p:sp>
      <p:sp>
        <p:nvSpPr>
          <p:cNvPr id="217" name="Google Shape;217;p61"/>
          <p:cNvSpPr/>
          <p:nvPr>
            <p:ph idx="13" type="pic"/>
          </p:nvPr>
        </p:nvSpPr>
        <p:spPr>
          <a:xfrm>
            <a:off x="660400" y="4989200"/>
            <a:ext cx="1564910" cy="1315777"/>
          </a:xfrm>
          <a:prstGeom prst="rect">
            <a:avLst/>
          </a:prstGeom>
          <a:noFill/>
          <a:ln>
            <a:noFill/>
          </a:ln>
        </p:spPr>
      </p:sp>
      <p:sp>
        <p:nvSpPr>
          <p:cNvPr id="218" name="Google Shape;218;p61"/>
          <p:cNvSpPr/>
          <p:nvPr>
            <p:ph idx="14" type="pic"/>
          </p:nvPr>
        </p:nvSpPr>
        <p:spPr>
          <a:xfrm>
            <a:off x="660400" y="3422352"/>
            <a:ext cx="1564910" cy="1315777"/>
          </a:xfrm>
          <a:prstGeom prst="rect">
            <a:avLst/>
          </a:prstGeom>
          <a:noFill/>
          <a:ln>
            <a:noFill/>
          </a:ln>
        </p:spPr>
      </p:sp>
      <p:sp>
        <p:nvSpPr>
          <p:cNvPr id="219" name="Google Shape;219;p61"/>
          <p:cNvSpPr/>
          <p:nvPr>
            <p:ph idx="15" type="pic"/>
          </p:nvPr>
        </p:nvSpPr>
        <p:spPr>
          <a:xfrm>
            <a:off x="660401" y="1855504"/>
            <a:ext cx="1564908" cy="1315777"/>
          </a:xfrm>
          <a:prstGeom prst="rect">
            <a:avLst/>
          </a:prstGeom>
          <a:noFill/>
          <a:ln>
            <a:noFill/>
          </a:ln>
        </p:spPr>
      </p:sp>
      <p:sp>
        <p:nvSpPr>
          <p:cNvPr id="220" name="Google Shape;220;p6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Topics (Pictures)">
  <p:cSld name="Four Topics (Pictures)">
    <p:spTree>
      <p:nvGrpSpPr>
        <p:cNvPr id="221" name="Shape 221"/>
        <p:cNvGrpSpPr/>
        <p:nvPr/>
      </p:nvGrpSpPr>
      <p:grpSpPr>
        <a:xfrm>
          <a:off x="0" y="0"/>
          <a:ext cx="0" cy="0"/>
          <a:chOff x="0" y="0"/>
          <a:chExt cx="0" cy="0"/>
        </a:xfrm>
      </p:grpSpPr>
      <p:sp>
        <p:nvSpPr>
          <p:cNvPr id="222" name="Google Shape;222;p62"/>
          <p:cNvSpPr/>
          <p:nvPr>
            <p:ph idx="2" type="pic"/>
          </p:nvPr>
        </p:nvSpPr>
        <p:spPr>
          <a:xfrm>
            <a:off x="9128138" y="2387600"/>
            <a:ext cx="2395054" cy="3822700"/>
          </a:xfrm>
          <a:prstGeom prst="rect">
            <a:avLst/>
          </a:prstGeom>
          <a:solidFill>
            <a:srgbClr val="C3D1DD"/>
          </a:solidFill>
          <a:ln>
            <a:noFill/>
          </a:ln>
        </p:spPr>
      </p:sp>
      <p:sp>
        <p:nvSpPr>
          <p:cNvPr id="223" name="Google Shape;223;p62"/>
          <p:cNvSpPr/>
          <p:nvPr>
            <p:ph idx="3" type="pic"/>
          </p:nvPr>
        </p:nvSpPr>
        <p:spPr>
          <a:xfrm>
            <a:off x="6309078" y="2387600"/>
            <a:ext cx="2395054" cy="3822700"/>
          </a:xfrm>
          <a:prstGeom prst="rect">
            <a:avLst/>
          </a:prstGeom>
          <a:solidFill>
            <a:srgbClr val="C3D1DD"/>
          </a:solidFill>
          <a:ln>
            <a:noFill/>
          </a:ln>
        </p:spPr>
      </p:sp>
      <p:sp>
        <p:nvSpPr>
          <p:cNvPr id="224" name="Google Shape;224;p62"/>
          <p:cNvSpPr/>
          <p:nvPr>
            <p:ph idx="4" type="pic"/>
          </p:nvPr>
        </p:nvSpPr>
        <p:spPr>
          <a:xfrm>
            <a:off x="3490019" y="2387600"/>
            <a:ext cx="2395054" cy="3822700"/>
          </a:xfrm>
          <a:prstGeom prst="rect">
            <a:avLst/>
          </a:prstGeom>
          <a:solidFill>
            <a:srgbClr val="C3D1DD"/>
          </a:solidFill>
          <a:ln>
            <a:noFill/>
          </a:ln>
        </p:spPr>
      </p:sp>
      <p:sp>
        <p:nvSpPr>
          <p:cNvPr id="225" name="Google Shape;225;p62"/>
          <p:cNvSpPr/>
          <p:nvPr>
            <p:ph idx="5" type="pic"/>
          </p:nvPr>
        </p:nvSpPr>
        <p:spPr>
          <a:xfrm>
            <a:off x="670960" y="2387600"/>
            <a:ext cx="2395054" cy="3822700"/>
          </a:xfrm>
          <a:prstGeom prst="rect">
            <a:avLst/>
          </a:prstGeom>
          <a:solidFill>
            <a:srgbClr val="C3D1DD"/>
          </a:solidFill>
          <a:ln>
            <a:noFill/>
          </a:ln>
        </p:spPr>
      </p:sp>
      <p:sp>
        <p:nvSpPr>
          <p:cNvPr id="226" name="Google Shape;226;p6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7" name="Google Shape;227;p62"/>
          <p:cNvSpPr txBox="1"/>
          <p:nvPr>
            <p:ph idx="1" type="body"/>
          </p:nvPr>
        </p:nvSpPr>
        <p:spPr>
          <a:xfrm>
            <a:off x="9124963"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28" name="Google Shape;228;p62"/>
          <p:cNvSpPr txBox="1"/>
          <p:nvPr>
            <p:ph idx="6" type="body"/>
          </p:nvPr>
        </p:nvSpPr>
        <p:spPr>
          <a:xfrm>
            <a:off x="630344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29" name="Google Shape;229;p62"/>
          <p:cNvSpPr txBox="1"/>
          <p:nvPr>
            <p:ph idx="7" type="body"/>
          </p:nvPr>
        </p:nvSpPr>
        <p:spPr>
          <a:xfrm>
            <a:off x="348192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30" name="Google Shape;230;p62"/>
          <p:cNvSpPr txBox="1"/>
          <p:nvPr>
            <p:ph idx="8" type="body"/>
          </p:nvPr>
        </p:nvSpPr>
        <p:spPr>
          <a:xfrm>
            <a:off x="66040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Pictures">
  <p:cSld name="Six Pictures">
    <p:spTree>
      <p:nvGrpSpPr>
        <p:cNvPr id="231" name="Shape 231"/>
        <p:cNvGrpSpPr/>
        <p:nvPr/>
      </p:nvGrpSpPr>
      <p:grpSpPr>
        <a:xfrm>
          <a:off x="0" y="0"/>
          <a:ext cx="0" cy="0"/>
          <a:chOff x="0" y="0"/>
          <a:chExt cx="0" cy="0"/>
        </a:xfrm>
      </p:grpSpPr>
      <p:sp>
        <p:nvSpPr>
          <p:cNvPr id="232" name="Google Shape;232;p63"/>
          <p:cNvSpPr/>
          <p:nvPr>
            <p:ph idx="2" type="pic"/>
          </p:nvPr>
        </p:nvSpPr>
        <p:spPr>
          <a:xfrm>
            <a:off x="8261969" y="3532173"/>
            <a:ext cx="3930031" cy="3325827"/>
          </a:xfrm>
          <a:prstGeom prst="rect">
            <a:avLst/>
          </a:prstGeom>
          <a:solidFill>
            <a:srgbClr val="C3D1DD"/>
          </a:solidFill>
          <a:ln>
            <a:noFill/>
          </a:ln>
        </p:spPr>
      </p:sp>
      <p:sp>
        <p:nvSpPr>
          <p:cNvPr id="233" name="Google Shape;233;p63"/>
          <p:cNvSpPr/>
          <p:nvPr>
            <p:ph idx="3" type="pic"/>
          </p:nvPr>
        </p:nvSpPr>
        <p:spPr>
          <a:xfrm>
            <a:off x="4102258" y="3532173"/>
            <a:ext cx="3989373" cy="3325827"/>
          </a:xfrm>
          <a:prstGeom prst="rect">
            <a:avLst/>
          </a:prstGeom>
          <a:solidFill>
            <a:srgbClr val="C3D1DD"/>
          </a:solidFill>
          <a:ln>
            <a:noFill/>
          </a:ln>
        </p:spPr>
      </p:sp>
      <p:sp>
        <p:nvSpPr>
          <p:cNvPr id="234" name="Google Shape;234;p63"/>
          <p:cNvSpPr/>
          <p:nvPr>
            <p:ph idx="4" type="pic"/>
          </p:nvPr>
        </p:nvSpPr>
        <p:spPr>
          <a:xfrm>
            <a:off x="0" y="3532173"/>
            <a:ext cx="3931920" cy="3325827"/>
          </a:xfrm>
          <a:prstGeom prst="rect">
            <a:avLst/>
          </a:prstGeom>
          <a:solidFill>
            <a:srgbClr val="C3D1DD"/>
          </a:solidFill>
          <a:ln>
            <a:noFill/>
          </a:ln>
        </p:spPr>
      </p:sp>
      <p:sp>
        <p:nvSpPr>
          <p:cNvPr id="235" name="Google Shape;235;p63"/>
          <p:cNvSpPr/>
          <p:nvPr>
            <p:ph idx="5" type="pic"/>
          </p:nvPr>
        </p:nvSpPr>
        <p:spPr>
          <a:xfrm>
            <a:off x="8261969" y="-1"/>
            <a:ext cx="3930031" cy="3325827"/>
          </a:xfrm>
          <a:prstGeom prst="rect">
            <a:avLst/>
          </a:prstGeom>
          <a:solidFill>
            <a:srgbClr val="C3D1DD"/>
          </a:solidFill>
          <a:ln>
            <a:noFill/>
          </a:ln>
        </p:spPr>
      </p:sp>
      <p:sp>
        <p:nvSpPr>
          <p:cNvPr id="236" name="Google Shape;236;p63"/>
          <p:cNvSpPr/>
          <p:nvPr>
            <p:ph idx="6" type="pic"/>
          </p:nvPr>
        </p:nvSpPr>
        <p:spPr>
          <a:xfrm>
            <a:off x="4102258" y="-1"/>
            <a:ext cx="3989373" cy="3325827"/>
          </a:xfrm>
          <a:prstGeom prst="rect">
            <a:avLst/>
          </a:prstGeom>
          <a:solidFill>
            <a:srgbClr val="C3D1DD"/>
          </a:solidFill>
          <a:ln>
            <a:noFill/>
          </a:ln>
        </p:spPr>
      </p:sp>
      <p:sp>
        <p:nvSpPr>
          <p:cNvPr id="237" name="Google Shape;237;p63"/>
          <p:cNvSpPr/>
          <p:nvPr>
            <p:ph idx="7" type="pic"/>
          </p:nvPr>
        </p:nvSpPr>
        <p:spPr>
          <a:xfrm>
            <a:off x="0" y="-1"/>
            <a:ext cx="3931920" cy="3325827"/>
          </a:xfrm>
          <a:prstGeom prst="rect">
            <a:avLst/>
          </a:prstGeom>
          <a:solidFill>
            <a:srgbClr val="C3D1DD"/>
          </a:solid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___   ">
  <p:cSld name="   ___   ">
    <p:bg>
      <p:bgPr>
        <a:solidFill>
          <a:schemeClr val="dk2"/>
        </a:solidFill>
      </p:bgPr>
    </p:bg>
    <p:spTree>
      <p:nvGrpSpPr>
        <p:cNvPr id="238" name="Shape 238"/>
        <p:cNvGrpSpPr/>
        <p:nvPr/>
      </p:nvGrpSpPr>
      <p:grpSpPr>
        <a:xfrm>
          <a:off x="0" y="0"/>
          <a:ext cx="0" cy="0"/>
          <a:chOff x="0" y="0"/>
          <a:chExt cx="0" cy="0"/>
        </a:xfrm>
      </p:grpSpPr>
      <p:sp>
        <p:nvSpPr>
          <p:cNvPr id="239" name="Google Shape;239;p64"/>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SPECIAL CONTENT</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LAYOUTS</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mple Topic">
  <p:cSld name="Simple Topic">
    <p:spTree>
      <p:nvGrpSpPr>
        <p:cNvPr id="240" name="Shape 240"/>
        <p:cNvGrpSpPr/>
        <p:nvPr/>
      </p:nvGrpSpPr>
      <p:grpSpPr>
        <a:xfrm>
          <a:off x="0" y="0"/>
          <a:ext cx="0" cy="0"/>
          <a:chOff x="0" y="0"/>
          <a:chExt cx="0" cy="0"/>
        </a:xfrm>
      </p:grpSpPr>
      <p:sp>
        <p:nvSpPr>
          <p:cNvPr id="241" name="Google Shape;241;p65"/>
          <p:cNvSpPr txBox="1"/>
          <p:nvPr>
            <p:ph idx="1" type="body"/>
          </p:nvPr>
        </p:nvSpPr>
        <p:spPr>
          <a:xfrm>
            <a:off x="660400" y="647700"/>
            <a:ext cx="9055100"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42" name="Google Shape;242;p65"/>
          <p:cNvSpPr txBox="1"/>
          <p:nvPr>
            <p:ph type="title"/>
          </p:nvPr>
        </p:nvSpPr>
        <p:spPr>
          <a:xfrm>
            <a:off x="660401" y="2387600"/>
            <a:ext cx="90550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2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 Chart (Simple Topic)">
  <p:cSld name="Data Chart (Simple Topic)">
    <p:spTree>
      <p:nvGrpSpPr>
        <p:cNvPr id="243" name="Shape 243"/>
        <p:cNvGrpSpPr/>
        <p:nvPr/>
      </p:nvGrpSpPr>
      <p:grpSpPr>
        <a:xfrm>
          <a:off x="0" y="0"/>
          <a:ext cx="0" cy="0"/>
          <a:chOff x="0" y="0"/>
          <a:chExt cx="0" cy="0"/>
        </a:xfrm>
      </p:grpSpPr>
      <p:sp>
        <p:nvSpPr>
          <p:cNvPr id="244" name="Google Shape;244;p66"/>
          <p:cNvSpPr/>
          <p:nvPr>
            <p:ph idx="2" type="chart"/>
          </p:nvPr>
        </p:nvSpPr>
        <p:spPr>
          <a:xfrm>
            <a:off x="4562780" y="1343024"/>
            <a:ext cx="6360808" cy="4867275"/>
          </a:xfrm>
          <a:prstGeom prst="rect">
            <a:avLst/>
          </a:prstGeom>
          <a:solidFill>
            <a:srgbClr val="C3D1DD"/>
          </a:solidFill>
          <a:ln>
            <a:noFill/>
          </a:ln>
        </p:spPr>
        <p:txBody>
          <a:bodyPr anchorCtr="0" anchor="t" bIns="0" lIns="0" spcFirstLastPara="1" rIns="0" wrap="square" tIns="129842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45" name="Google Shape;245;p66"/>
          <p:cNvSpPr txBox="1"/>
          <p:nvPr>
            <p:ph idx="1" type="body"/>
          </p:nvPr>
        </p:nvSpPr>
        <p:spPr>
          <a:xfrm>
            <a:off x="660399" y="647700"/>
            <a:ext cx="3627439"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46" name="Google Shape;246;p66"/>
          <p:cNvSpPr txBox="1"/>
          <p:nvPr>
            <p:ph type="title"/>
          </p:nvPr>
        </p:nvSpPr>
        <p:spPr>
          <a:xfrm>
            <a:off x="660401" y="2387600"/>
            <a:ext cx="3627437"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 Chart (Content)">
  <p:cSld name="Data Chart (Content)">
    <p:spTree>
      <p:nvGrpSpPr>
        <p:cNvPr id="247" name="Shape 247"/>
        <p:cNvGrpSpPr/>
        <p:nvPr/>
      </p:nvGrpSpPr>
      <p:grpSpPr>
        <a:xfrm>
          <a:off x="0" y="0"/>
          <a:ext cx="0" cy="0"/>
          <a:chOff x="0" y="0"/>
          <a:chExt cx="0" cy="0"/>
        </a:xfrm>
      </p:grpSpPr>
      <p:sp>
        <p:nvSpPr>
          <p:cNvPr id="248" name="Google Shape;248;p67"/>
          <p:cNvSpPr/>
          <p:nvPr>
            <p:ph idx="2" type="chart"/>
          </p:nvPr>
        </p:nvSpPr>
        <p:spPr>
          <a:xfrm>
            <a:off x="4562781" y="647700"/>
            <a:ext cx="6968816" cy="5562600"/>
          </a:xfrm>
          <a:prstGeom prst="rect">
            <a:avLst/>
          </a:prstGeom>
          <a:solidFill>
            <a:srgbClr val="C3D1DD"/>
          </a:solidFill>
          <a:ln>
            <a:noFill/>
          </a:ln>
        </p:spPr>
        <p:txBody>
          <a:bodyPr anchorCtr="0" anchor="t" bIns="0" lIns="0" spcFirstLastPara="1" rIns="0" wrap="square" tIns="100582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49" name="Google Shape;249;p67"/>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0" name="Google Shape;250;p67"/>
          <p:cNvSpPr txBox="1"/>
          <p:nvPr>
            <p:ph idx="1" type="body"/>
          </p:nvPr>
        </p:nvSpPr>
        <p:spPr>
          <a:xfrm>
            <a:off x="660403" y="1602223"/>
            <a:ext cx="3627435"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ptop Frame">
  <p:cSld name="Laptop Frame">
    <p:spTree>
      <p:nvGrpSpPr>
        <p:cNvPr id="251" name="Shape 251"/>
        <p:cNvGrpSpPr/>
        <p:nvPr/>
      </p:nvGrpSpPr>
      <p:grpSpPr>
        <a:xfrm>
          <a:off x="0" y="0"/>
          <a:ext cx="0" cy="0"/>
          <a:chOff x="0" y="0"/>
          <a:chExt cx="0" cy="0"/>
        </a:xfrm>
      </p:grpSpPr>
      <p:pic>
        <p:nvPicPr>
          <p:cNvPr id="252" name="Google Shape;252;p68"/>
          <p:cNvPicPr preferRelativeResize="0"/>
          <p:nvPr/>
        </p:nvPicPr>
        <p:blipFill rotWithShape="1">
          <a:blip r:embed="rId2">
            <a:alphaModFix/>
          </a:blip>
          <a:srcRect b="0" l="5304" r="0" t="0"/>
          <a:stretch/>
        </p:blipFill>
        <p:spPr>
          <a:xfrm>
            <a:off x="1277938" y="981220"/>
            <a:ext cx="10914062" cy="5646096"/>
          </a:xfrm>
          <a:prstGeom prst="rect">
            <a:avLst/>
          </a:prstGeom>
          <a:noFill/>
          <a:ln>
            <a:noFill/>
          </a:ln>
        </p:spPr>
      </p:pic>
      <p:sp>
        <p:nvSpPr>
          <p:cNvPr id="253" name="Google Shape;253;p68"/>
          <p:cNvSpPr/>
          <p:nvPr>
            <p:ph idx="2" type="pic"/>
          </p:nvPr>
        </p:nvSpPr>
        <p:spPr>
          <a:xfrm>
            <a:off x="5206482" y="1403968"/>
            <a:ext cx="6985518" cy="3965510"/>
          </a:xfrm>
          <a:prstGeom prst="roundRect">
            <a:avLst>
              <a:gd fmla="val 1608" name="adj"/>
            </a:avLst>
          </a:prstGeom>
          <a:solidFill>
            <a:schemeClr val="lt1"/>
          </a:solidFill>
          <a:ln>
            <a:noFill/>
          </a:ln>
        </p:spPr>
      </p:sp>
      <p:sp>
        <p:nvSpPr>
          <p:cNvPr id="254" name="Google Shape;254;p68"/>
          <p:cNvSpPr txBox="1"/>
          <p:nvPr>
            <p:ph type="title"/>
          </p:nvPr>
        </p:nvSpPr>
        <p:spPr>
          <a:xfrm>
            <a:off x="660402" y="582627"/>
            <a:ext cx="3627438"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5" name="Google Shape;255;p68"/>
          <p:cNvSpPr txBox="1"/>
          <p:nvPr>
            <p:ph idx="1" type="body"/>
          </p:nvPr>
        </p:nvSpPr>
        <p:spPr>
          <a:xfrm>
            <a:off x="660403" y="1602223"/>
            <a:ext cx="3627435"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ptop Frame (Simple Topic)">
  <p:cSld name="Laptop Frame (Simple Topic)">
    <p:spTree>
      <p:nvGrpSpPr>
        <p:cNvPr id="256" name="Shape 256"/>
        <p:cNvGrpSpPr/>
        <p:nvPr/>
      </p:nvGrpSpPr>
      <p:grpSpPr>
        <a:xfrm>
          <a:off x="0" y="0"/>
          <a:ext cx="0" cy="0"/>
          <a:chOff x="0" y="0"/>
          <a:chExt cx="0" cy="0"/>
        </a:xfrm>
      </p:grpSpPr>
      <p:pic>
        <p:nvPicPr>
          <p:cNvPr id="257" name="Google Shape;257;p69"/>
          <p:cNvPicPr preferRelativeResize="0"/>
          <p:nvPr/>
        </p:nvPicPr>
        <p:blipFill rotWithShape="1">
          <a:blip r:embed="rId2">
            <a:alphaModFix/>
          </a:blip>
          <a:srcRect b="0" l="5304" r="0" t="0"/>
          <a:stretch/>
        </p:blipFill>
        <p:spPr>
          <a:xfrm>
            <a:off x="1277938" y="981220"/>
            <a:ext cx="10914062" cy="5646096"/>
          </a:xfrm>
          <a:prstGeom prst="rect">
            <a:avLst/>
          </a:prstGeom>
          <a:noFill/>
          <a:ln>
            <a:noFill/>
          </a:ln>
        </p:spPr>
      </p:pic>
      <p:sp>
        <p:nvSpPr>
          <p:cNvPr id="258" name="Google Shape;258;p69"/>
          <p:cNvSpPr/>
          <p:nvPr>
            <p:ph idx="2" type="pic"/>
          </p:nvPr>
        </p:nvSpPr>
        <p:spPr>
          <a:xfrm>
            <a:off x="5206482" y="1403969"/>
            <a:ext cx="6985518" cy="3965510"/>
          </a:xfrm>
          <a:prstGeom prst="roundRect">
            <a:avLst>
              <a:gd fmla="val 1608" name="adj"/>
            </a:avLst>
          </a:prstGeom>
          <a:solidFill>
            <a:schemeClr val="lt1"/>
          </a:solidFill>
          <a:ln>
            <a:noFill/>
          </a:ln>
        </p:spPr>
      </p:sp>
      <p:sp>
        <p:nvSpPr>
          <p:cNvPr id="259" name="Google Shape;259;p69"/>
          <p:cNvSpPr txBox="1"/>
          <p:nvPr>
            <p:ph idx="1" type="body"/>
          </p:nvPr>
        </p:nvSpPr>
        <p:spPr>
          <a:xfrm>
            <a:off x="660399" y="647700"/>
            <a:ext cx="3627439"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60" name="Google Shape;260;p69"/>
          <p:cNvSpPr txBox="1"/>
          <p:nvPr>
            <p:ph type="title"/>
          </p:nvPr>
        </p:nvSpPr>
        <p:spPr>
          <a:xfrm>
            <a:off x="660401" y="2387600"/>
            <a:ext cx="3627437"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onitor Frame">
  <p:cSld name="Monitor Frame">
    <p:spTree>
      <p:nvGrpSpPr>
        <p:cNvPr id="261" name="Shape 261"/>
        <p:cNvGrpSpPr/>
        <p:nvPr/>
      </p:nvGrpSpPr>
      <p:grpSpPr>
        <a:xfrm>
          <a:off x="0" y="0"/>
          <a:ext cx="0" cy="0"/>
          <a:chOff x="0" y="0"/>
          <a:chExt cx="0" cy="0"/>
        </a:xfrm>
      </p:grpSpPr>
      <p:pic>
        <p:nvPicPr>
          <p:cNvPr id="262" name="Google Shape;262;p70"/>
          <p:cNvPicPr preferRelativeResize="0"/>
          <p:nvPr/>
        </p:nvPicPr>
        <p:blipFill rotWithShape="1">
          <a:blip r:embed="rId2">
            <a:alphaModFix/>
          </a:blip>
          <a:srcRect b="0" l="0" r="0" t="0"/>
          <a:stretch/>
        </p:blipFill>
        <p:spPr>
          <a:xfrm>
            <a:off x="686602" y="178067"/>
            <a:ext cx="10818796" cy="6679933"/>
          </a:xfrm>
          <a:prstGeom prst="rect">
            <a:avLst/>
          </a:prstGeom>
          <a:noFill/>
          <a:ln>
            <a:noFill/>
          </a:ln>
        </p:spPr>
      </p:pic>
      <p:sp>
        <p:nvSpPr>
          <p:cNvPr id="263" name="Google Shape;263;p70"/>
          <p:cNvSpPr/>
          <p:nvPr>
            <p:ph idx="2" type="pic"/>
          </p:nvPr>
        </p:nvSpPr>
        <p:spPr>
          <a:xfrm>
            <a:off x="1045369" y="539090"/>
            <a:ext cx="10103644" cy="5767388"/>
          </a:xfrm>
          <a:prstGeom prst="roundRect">
            <a:avLst>
              <a:gd fmla="val 399" name="adj"/>
            </a:avLst>
          </a:prstGeom>
          <a:solidFill>
            <a:schemeClr val="lt1"/>
          </a:solidFill>
          <a:ln>
            <a:noFill/>
          </a:ln>
        </p:spPr>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de Video (Vertical)">
  <p:cSld name="Side Video (Vertical)">
    <p:spTree>
      <p:nvGrpSpPr>
        <p:cNvPr id="264" name="Shape 264"/>
        <p:cNvGrpSpPr/>
        <p:nvPr/>
      </p:nvGrpSpPr>
      <p:grpSpPr>
        <a:xfrm>
          <a:off x="0" y="0"/>
          <a:ext cx="0" cy="0"/>
          <a:chOff x="0" y="0"/>
          <a:chExt cx="0" cy="0"/>
        </a:xfrm>
      </p:grpSpPr>
      <p:sp>
        <p:nvSpPr>
          <p:cNvPr id="265" name="Google Shape;265;p71"/>
          <p:cNvSpPr/>
          <p:nvPr/>
        </p:nvSpPr>
        <p:spPr>
          <a:xfrm>
            <a:off x="4287838" y="0"/>
            <a:ext cx="7904161" cy="6858000"/>
          </a:xfrm>
          <a:prstGeom prst="rect">
            <a:avLst/>
          </a:prstGeom>
          <a:solidFill>
            <a:srgbClr val="DEE6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266" name="Google Shape;266;p71"/>
          <p:cNvSpPr/>
          <p:nvPr>
            <p:ph idx="2" type="media"/>
          </p:nvPr>
        </p:nvSpPr>
        <p:spPr>
          <a:xfrm>
            <a:off x="6017925" y="6763"/>
            <a:ext cx="4443984" cy="6844473"/>
          </a:xfrm>
          <a:prstGeom prst="rect">
            <a:avLst/>
          </a:prstGeom>
          <a:solidFill>
            <a:srgbClr val="C3D1DD"/>
          </a:solidFill>
          <a:ln>
            <a:noFill/>
          </a:ln>
        </p:spPr>
        <p:txBody>
          <a:bodyPr anchorCtr="0" anchor="t" bIns="0" lIns="0" spcFirstLastPara="1" rIns="0" wrap="square" tIns="2286000">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67" name="Google Shape;267;p71"/>
          <p:cNvSpPr txBox="1"/>
          <p:nvPr>
            <p:ph idx="1" type="body"/>
          </p:nvPr>
        </p:nvSpPr>
        <p:spPr>
          <a:xfrm>
            <a:off x="660399" y="647700"/>
            <a:ext cx="3022601"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68" name="Google Shape;268;p71"/>
          <p:cNvSpPr txBox="1"/>
          <p:nvPr>
            <p:ph type="title"/>
          </p:nvPr>
        </p:nvSpPr>
        <p:spPr>
          <a:xfrm>
            <a:off x="660401" y="2387600"/>
            <a:ext cx="30225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de Video (Horizontal)">
  <p:cSld name="Side Video (Horizontal)">
    <p:spTree>
      <p:nvGrpSpPr>
        <p:cNvPr id="269" name="Shape 269"/>
        <p:cNvGrpSpPr/>
        <p:nvPr/>
      </p:nvGrpSpPr>
      <p:grpSpPr>
        <a:xfrm>
          <a:off x="0" y="0"/>
          <a:ext cx="0" cy="0"/>
          <a:chOff x="0" y="0"/>
          <a:chExt cx="0" cy="0"/>
        </a:xfrm>
      </p:grpSpPr>
      <p:sp>
        <p:nvSpPr>
          <p:cNvPr id="270" name="Google Shape;270;p72"/>
          <p:cNvSpPr/>
          <p:nvPr/>
        </p:nvSpPr>
        <p:spPr>
          <a:xfrm>
            <a:off x="6705600" y="0"/>
            <a:ext cx="5486400" cy="6858000"/>
          </a:xfrm>
          <a:prstGeom prst="rect">
            <a:avLst/>
          </a:prstGeom>
          <a:solidFill>
            <a:srgbClr val="DEE6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271" name="Google Shape;271;p72"/>
          <p:cNvSpPr/>
          <p:nvPr>
            <p:ph idx="2" type="media"/>
          </p:nvPr>
        </p:nvSpPr>
        <p:spPr>
          <a:xfrm>
            <a:off x="4287838" y="1211750"/>
            <a:ext cx="7904164" cy="4440294"/>
          </a:xfrm>
          <a:prstGeom prst="rect">
            <a:avLst/>
          </a:prstGeom>
          <a:solidFill>
            <a:srgbClr val="C3D1DD"/>
          </a:solidFill>
          <a:ln>
            <a:noFill/>
          </a:ln>
        </p:spPr>
        <p:txBody>
          <a:bodyPr anchorCtr="0" anchor="t" bIns="0" lIns="0" spcFirstLastPara="1" rIns="0" wrap="square" tIns="109727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72" name="Google Shape;272;p72"/>
          <p:cNvSpPr txBox="1"/>
          <p:nvPr>
            <p:ph idx="1" type="body"/>
          </p:nvPr>
        </p:nvSpPr>
        <p:spPr>
          <a:xfrm>
            <a:off x="660399" y="647700"/>
            <a:ext cx="3022601"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73" name="Google Shape;273;p72"/>
          <p:cNvSpPr txBox="1"/>
          <p:nvPr>
            <p:ph type="title"/>
          </p:nvPr>
        </p:nvSpPr>
        <p:spPr>
          <a:xfrm>
            <a:off x="660401" y="2387600"/>
            <a:ext cx="30225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mple Topic and Content">
  <p:cSld name="Simple Topic and Content">
    <p:spTree>
      <p:nvGrpSpPr>
        <p:cNvPr id="274" name="Shape 274"/>
        <p:cNvGrpSpPr/>
        <p:nvPr/>
      </p:nvGrpSpPr>
      <p:grpSpPr>
        <a:xfrm>
          <a:off x="0" y="0"/>
          <a:ext cx="0" cy="0"/>
          <a:chOff x="0" y="0"/>
          <a:chExt cx="0" cy="0"/>
        </a:xfrm>
      </p:grpSpPr>
      <p:sp>
        <p:nvSpPr>
          <p:cNvPr id="275" name="Google Shape;275;p73"/>
          <p:cNvSpPr txBox="1"/>
          <p:nvPr>
            <p:ph idx="1" type="body"/>
          </p:nvPr>
        </p:nvSpPr>
        <p:spPr>
          <a:xfrm>
            <a:off x="660399" y="566444"/>
            <a:ext cx="10868025" cy="76715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2160"/>
              <a:buNone/>
              <a:defRPr sz="2400" cap="none"/>
            </a:lvl2pPr>
            <a:lvl3pPr indent="-228600" lvl="2" marL="1371600" algn="l">
              <a:lnSpc>
                <a:spcPct val="110000"/>
              </a:lnSpc>
              <a:spcBef>
                <a:spcPts val="2000"/>
              </a:spcBef>
              <a:spcAft>
                <a:spcPts val="0"/>
              </a:spcAft>
              <a:buSzPts val="2160"/>
              <a:buNone/>
              <a:defRPr sz="2400" cap="none"/>
            </a:lvl3pPr>
            <a:lvl4pPr indent="-228600" lvl="3" marL="1828800" algn="l">
              <a:lnSpc>
                <a:spcPct val="110000"/>
              </a:lnSpc>
              <a:spcBef>
                <a:spcPts val="2000"/>
              </a:spcBef>
              <a:spcAft>
                <a:spcPts val="0"/>
              </a:spcAft>
              <a:buSzPts val="2160"/>
              <a:buNone/>
              <a:defRPr sz="2400" cap="none"/>
            </a:lvl4pPr>
            <a:lvl5pPr indent="-228600" lvl="4" marL="2286000" algn="l">
              <a:lnSpc>
                <a:spcPct val="110000"/>
              </a:lnSpc>
              <a:spcBef>
                <a:spcPts val="2000"/>
              </a:spcBef>
              <a:spcAft>
                <a:spcPts val="0"/>
              </a:spcAft>
              <a:buSzPts val="2160"/>
              <a:buNone/>
              <a:defRPr sz="2400" cap="none"/>
            </a:lvl5pPr>
            <a:lvl6pPr indent="-228600" lvl="5" marL="2743200" algn="l">
              <a:lnSpc>
                <a:spcPct val="110000"/>
              </a:lnSpc>
              <a:spcBef>
                <a:spcPts val="2000"/>
              </a:spcBef>
              <a:spcAft>
                <a:spcPts val="0"/>
              </a:spcAft>
              <a:buSzPts val="2160"/>
              <a:buNone/>
              <a:defRPr sz="2400" cap="none"/>
            </a:lvl6pPr>
            <a:lvl7pPr indent="-228600" lvl="6" marL="3200400" algn="l">
              <a:lnSpc>
                <a:spcPct val="110000"/>
              </a:lnSpc>
              <a:spcBef>
                <a:spcPts val="2000"/>
              </a:spcBef>
              <a:spcAft>
                <a:spcPts val="0"/>
              </a:spcAft>
              <a:buSzPts val="2160"/>
              <a:buNone/>
              <a:defRPr sz="2400" cap="none"/>
            </a:lvl7pPr>
            <a:lvl8pPr indent="-228600" lvl="7" marL="3657600" algn="l">
              <a:lnSpc>
                <a:spcPct val="110000"/>
              </a:lnSpc>
              <a:spcBef>
                <a:spcPts val="2000"/>
              </a:spcBef>
              <a:spcAft>
                <a:spcPts val="0"/>
              </a:spcAft>
              <a:buSzPts val="2160"/>
              <a:buNone/>
              <a:defRPr sz="2400" cap="none"/>
            </a:lvl8pPr>
            <a:lvl9pPr indent="-228600" lvl="8" marL="4114800" algn="l">
              <a:lnSpc>
                <a:spcPct val="110000"/>
              </a:lnSpc>
              <a:spcBef>
                <a:spcPts val="2000"/>
              </a:spcBef>
              <a:spcAft>
                <a:spcPts val="2000"/>
              </a:spcAft>
              <a:buSzPts val="2160"/>
              <a:buNone/>
              <a:defRPr sz="2400" cap="none"/>
            </a:lvl9pPr>
          </a:lstStyle>
          <a:p/>
        </p:txBody>
      </p:sp>
      <p:sp>
        <p:nvSpPr>
          <p:cNvPr id="276" name="Google Shape;276;p73"/>
          <p:cNvSpPr txBox="1"/>
          <p:nvPr>
            <p:ph type="title"/>
          </p:nvPr>
        </p:nvSpPr>
        <p:spPr>
          <a:xfrm>
            <a:off x="660401" y="1266645"/>
            <a:ext cx="10868023" cy="1111527"/>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7" name="Google Shape;277;p73"/>
          <p:cNvSpPr txBox="1"/>
          <p:nvPr>
            <p:ph idx="2" type="body"/>
          </p:nvPr>
        </p:nvSpPr>
        <p:spPr>
          <a:xfrm>
            <a:off x="660400" y="2286243"/>
            <a:ext cx="10868023" cy="3924058"/>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ales Kit Summary">
  <p:cSld name="Sales Kit Summary">
    <p:spTree>
      <p:nvGrpSpPr>
        <p:cNvPr id="278" name="Shape 278"/>
        <p:cNvGrpSpPr/>
        <p:nvPr/>
      </p:nvGrpSpPr>
      <p:grpSpPr>
        <a:xfrm>
          <a:off x="0" y="0"/>
          <a:ext cx="0" cy="0"/>
          <a:chOff x="0" y="0"/>
          <a:chExt cx="0" cy="0"/>
        </a:xfrm>
      </p:grpSpPr>
      <p:sp>
        <p:nvSpPr>
          <p:cNvPr id="279" name="Google Shape;279;p74"/>
          <p:cNvSpPr/>
          <p:nvPr>
            <p:ph idx="2" type="pic"/>
          </p:nvPr>
        </p:nvSpPr>
        <p:spPr>
          <a:xfrm>
            <a:off x="6283453" y="457199"/>
            <a:ext cx="5248142" cy="2455255"/>
          </a:xfrm>
          <a:prstGeom prst="rect">
            <a:avLst/>
          </a:prstGeom>
          <a:solidFill>
            <a:srgbClr val="C3D1DD"/>
          </a:solidFill>
          <a:ln>
            <a:noFill/>
          </a:ln>
        </p:spPr>
      </p:sp>
      <p:sp>
        <p:nvSpPr>
          <p:cNvPr id="280" name="Google Shape;280;p74"/>
          <p:cNvSpPr txBox="1"/>
          <p:nvPr>
            <p:ph idx="1" type="body"/>
          </p:nvPr>
        </p:nvSpPr>
        <p:spPr>
          <a:xfrm>
            <a:off x="6283453" y="4822824"/>
            <a:ext cx="5248142" cy="13493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1" name="Google Shape;281;p74"/>
          <p:cNvSpPr txBox="1"/>
          <p:nvPr>
            <p:ph idx="3" type="body"/>
          </p:nvPr>
        </p:nvSpPr>
        <p:spPr>
          <a:xfrm>
            <a:off x="660400" y="4822824"/>
            <a:ext cx="5255769" cy="13493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2" name="Google Shape;282;p74"/>
          <p:cNvSpPr txBox="1"/>
          <p:nvPr>
            <p:ph idx="4" type="body"/>
          </p:nvPr>
        </p:nvSpPr>
        <p:spPr>
          <a:xfrm>
            <a:off x="6283452" y="3295961"/>
            <a:ext cx="5248143" cy="117920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3" name="Google Shape;283;p74"/>
          <p:cNvSpPr txBox="1"/>
          <p:nvPr>
            <p:ph idx="5" type="body"/>
          </p:nvPr>
        </p:nvSpPr>
        <p:spPr>
          <a:xfrm>
            <a:off x="660400" y="3295961"/>
            <a:ext cx="5255769" cy="117920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cxnSp>
        <p:nvCxnSpPr>
          <p:cNvPr id="284" name="Google Shape;284;p74"/>
          <p:cNvCxnSpPr/>
          <p:nvPr/>
        </p:nvCxnSpPr>
        <p:spPr>
          <a:xfrm>
            <a:off x="6096000" y="3086100"/>
            <a:ext cx="0" cy="3086100"/>
          </a:xfrm>
          <a:prstGeom prst="straightConnector1">
            <a:avLst/>
          </a:prstGeom>
          <a:noFill/>
          <a:ln cap="flat" cmpd="sng" w="12700">
            <a:solidFill>
              <a:schemeClr val="accent1"/>
            </a:solidFill>
            <a:prstDash val="solid"/>
            <a:miter lim="8000"/>
            <a:headEnd len="lg" w="lg" type="none"/>
            <a:tailEnd len="sm" w="sm" type="none"/>
          </a:ln>
        </p:spPr>
      </p:cxnSp>
      <p:cxnSp>
        <p:nvCxnSpPr>
          <p:cNvPr id="285" name="Google Shape;285;p74"/>
          <p:cNvCxnSpPr/>
          <p:nvPr/>
        </p:nvCxnSpPr>
        <p:spPr>
          <a:xfrm>
            <a:off x="678180" y="4629150"/>
            <a:ext cx="10835641" cy="0"/>
          </a:xfrm>
          <a:prstGeom prst="straightConnector1">
            <a:avLst/>
          </a:prstGeom>
          <a:noFill/>
          <a:ln cap="flat" cmpd="sng" w="12700">
            <a:solidFill>
              <a:schemeClr val="accent1"/>
            </a:solidFill>
            <a:prstDash val="solid"/>
            <a:miter lim="8000"/>
            <a:headEnd len="lg" w="lg" type="none"/>
            <a:tailEnd len="sm" w="sm" type="none"/>
          </a:ln>
        </p:spPr>
      </p:cxnSp>
      <p:cxnSp>
        <p:nvCxnSpPr>
          <p:cNvPr id="286" name="Google Shape;286;p74"/>
          <p:cNvCxnSpPr/>
          <p:nvPr/>
        </p:nvCxnSpPr>
        <p:spPr>
          <a:xfrm>
            <a:off x="678180" y="3086100"/>
            <a:ext cx="10835641" cy="0"/>
          </a:xfrm>
          <a:prstGeom prst="straightConnector1">
            <a:avLst/>
          </a:prstGeom>
          <a:noFill/>
          <a:ln cap="flat" cmpd="sng" w="12700">
            <a:solidFill>
              <a:schemeClr val="dk1"/>
            </a:solidFill>
            <a:prstDash val="solid"/>
            <a:miter lim="8000"/>
            <a:headEnd len="lg" w="lg" type="none"/>
            <a:tailEnd len="sm" w="sm" type="none"/>
          </a:ln>
        </p:spPr>
      </p:cxnSp>
      <p:sp>
        <p:nvSpPr>
          <p:cNvPr id="287" name="Google Shape;287;p74"/>
          <p:cNvSpPr txBox="1"/>
          <p:nvPr>
            <p:ph idx="6" type="body"/>
          </p:nvPr>
        </p:nvSpPr>
        <p:spPr>
          <a:xfrm>
            <a:off x="660400" y="1594132"/>
            <a:ext cx="5248148" cy="1318320"/>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250"/>
              <a:buNone/>
              <a:defRPr sz="3000">
                <a:solidFill>
                  <a:schemeClr val="accent1"/>
                </a:solidFill>
                <a:latin typeface="Arial"/>
                <a:ea typeface="Arial"/>
                <a:cs typeface="Arial"/>
                <a:sym typeface="Arial"/>
              </a:defRPr>
            </a:lvl1pPr>
            <a:lvl2pPr indent="-228600" lvl="1" marL="914400" algn="l">
              <a:lnSpc>
                <a:spcPct val="110000"/>
              </a:lnSpc>
              <a:spcBef>
                <a:spcPts val="2000"/>
              </a:spcBef>
              <a:spcAft>
                <a:spcPts val="0"/>
              </a:spcAft>
              <a:buSzPts val="2700"/>
              <a:buNone/>
              <a:defRPr sz="3000">
                <a:solidFill>
                  <a:schemeClr val="accent1"/>
                </a:solidFill>
                <a:latin typeface="Arial"/>
                <a:ea typeface="Arial"/>
                <a:cs typeface="Arial"/>
                <a:sym typeface="Arial"/>
              </a:defRPr>
            </a:lvl2pPr>
            <a:lvl3pPr indent="-228600" lvl="2" marL="1371600" algn="l">
              <a:lnSpc>
                <a:spcPct val="110000"/>
              </a:lnSpc>
              <a:spcBef>
                <a:spcPts val="2000"/>
              </a:spcBef>
              <a:spcAft>
                <a:spcPts val="0"/>
              </a:spcAft>
              <a:buSzPts val="2700"/>
              <a:buNone/>
              <a:defRPr sz="3000">
                <a:solidFill>
                  <a:schemeClr val="accent1"/>
                </a:solidFill>
                <a:latin typeface="Arial"/>
                <a:ea typeface="Arial"/>
                <a:cs typeface="Arial"/>
                <a:sym typeface="Arial"/>
              </a:defRPr>
            </a:lvl3pPr>
            <a:lvl4pPr indent="-228600" lvl="3" marL="1828800" algn="l">
              <a:lnSpc>
                <a:spcPct val="110000"/>
              </a:lnSpc>
              <a:spcBef>
                <a:spcPts val="2000"/>
              </a:spcBef>
              <a:spcAft>
                <a:spcPts val="0"/>
              </a:spcAft>
              <a:buSzPts val="2700"/>
              <a:buNone/>
              <a:defRPr sz="3000">
                <a:solidFill>
                  <a:schemeClr val="accent1"/>
                </a:solidFill>
                <a:latin typeface="Arial"/>
                <a:ea typeface="Arial"/>
                <a:cs typeface="Arial"/>
                <a:sym typeface="Arial"/>
              </a:defRPr>
            </a:lvl4pPr>
            <a:lvl5pPr indent="-228600" lvl="4" marL="2286000" algn="l">
              <a:lnSpc>
                <a:spcPct val="110000"/>
              </a:lnSpc>
              <a:spcBef>
                <a:spcPts val="2000"/>
              </a:spcBef>
              <a:spcAft>
                <a:spcPts val="0"/>
              </a:spcAft>
              <a:buSzPts val="2700"/>
              <a:buNone/>
              <a:defRPr sz="3000">
                <a:solidFill>
                  <a:schemeClr val="accent1"/>
                </a:solidFill>
                <a:latin typeface="Arial"/>
                <a:ea typeface="Arial"/>
                <a:cs typeface="Arial"/>
                <a:sym typeface="Arial"/>
              </a:defRPr>
            </a:lvl5pPr>
            <a:lvl6pPr indent="-228600" lvl="5" marL="2743200" algn="l">
              <a:lnSpc>
                <a:spcPct val="110000"/>
              </a:lnSpc>
              <a:spcBef>
                <a:spcPts val="2000"/>
              </a:spcBef>
              <a:spcAft>
                <a:spcPts val="0"/>
              </a:spcAft>
              <a:buSzPts val="2700"/>
              <a:buNone/>
              <a:defRPr sz="3000">
                <a:solidFill>
                  <a:schemeClr val="accent1"/>
                </a:solidFill>
                <a:latin typeface="Arial"/>
                <a:ea typeface="Arial"/>
                <a:cs typeface="Arial"/>
                <a:sym typeface="Arial"/>
              </a:defRPr>
            </a:lvl6pPr>
            <a:lvl7pPr indent="-228600" lvl="6" marL="3200400" algn="l">
              <a:lnSpc>
                <a:spcPct val="110000"/>
              </a:lnSpc>
              <a:spcBef>
                <a:spcPts val="2000"/>
              </a:spcBef>
              <a:spcAft>
                <a:spcPts val="0"/>
              </a:spcAft>
              <a:buSzPts val="2700"/>
              <a:buNone/>
              <a:defRPr sz="3000">
                <a:solidFill>
                  <a:schemeClr val="accent1"/>
                </a:solidFill>
                <a:latin typeface="Arial"/>
                <a:ea typeface="Arial"/>
                <a:cs typeface="Arial"/>
                <a:sym typeface="Arial"/>
              </a:defRPr>
            </a:lvl7pPr>
            <a:lvl8pPr indent="-228600" lvl="7" marL="3657600" algn="l">
              <a:lnSpc>
                <a:spcPct val="110000"/>
              </a:lnSpc>
              <a:spcBef>
                <a:spcPts val="2000"/>
              </a:spcBef>
              <a:spcAft>
                <a:spcPts val="0"/>
              </a:spcAft>
              <a:buSzPts val="2700"/>
              <a:buNone/>
              <a:defRPr sz="3000">
                <a:solidFill>
                  <a:schemeClr val="accent1"/>
                </a:solidFill>
                <a:latin typeface="Arial"/>
                <a:ea typeface="Arial"/>
                <a:cs typeface="Arial"/>
                <a:sym typeface="Arial"/>
              </a:defRPr>
            </a:lvl8pPr>
            <a:lvl9pPr indent="-228600" lvl="8" marL="4114800" algn="l">
              <a:lnSpc>
                <a:spcPct val="110000"/>
              </a:lnSpc>
              <a:spcBef>
                <a:spcPts val="2000"/>
              </a:spcBef>
              <a:spcAft>
                <a:spcPts val="2000"/>
              </a:spcAft>
              <a:buSzPts val="2700"/>
              <a:buNone/>
              <a:defRPr sz="3000">
                <a:solidFill>
                  <a:schemeClr val="accent1"/>
                </a:solidFill>
                <a:latin typeface="Arial"/>
                <a:ea typeface="Arial"/>
                <a:cs typeface="Arial"/>
                <a:sym typeface="Arial"/>
              </a:defRPr>
            </a:lvl9pPr>
          </a:lstStyle>
          <a:p/>
        </p:txBody>
      </p:sp>
      <p:sp>
        <p:nvSpPr>
          <p:cNvPr id="288" name="Google Shape;288;p74"/>
          <p:cNvSpPr txBox="1"/>
          <p:nvPr>
            <p:ph type="title"/>
          </p:nvPr>
        </p:nvSpPr>
        <p:spPr>
          <a:xfrm>
            <a:off x="660402" y="582627"/>
            <a:ext cx="5255768"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289" name="Shape 289"/>
        <p:cNvGrpSpPr/>
        <p:nvPr/>
      </p:nvGrpSpPr>
      <p:grpSpPr>
        <a:xfrm>
          <a:off x="0" y="0"/>
          <a:ext cx="0" cy="0"/>
          <a:chOff x="0" y="0"/>
          <a:chExt cx="0" cy="0"/>
        </a:xfrm>
      </p:grpSpPr>
      <p:sp>
        <p:nvSpPr>
          <p:cNvPr id="290" name="Google Shape;290;p75"/>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FINAL </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SLIDE LAYOUTS</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icture)">
  <p:cSld name="Thank You (Picture)">
    <p:spTree>
      <p:nvGrpSpPr>
        <p:cNvPr id="291" name="Shape 291"/>
        <p:cNvGrpSpPr/>
        <p:nvPr/>
      </p:nvGrpSpPr>
      <p:grpSpPr>
        <a:xfrm>
          <a:off x="0" y="0"/>
          <a:ext cx="0" cy="0"/>
          <a:chOff x="0" y="0"/>
          <a:chExt cx="0" cy="0"/>
        </a:xfrm>
      </p:grpSpPr>
      <p:sp>
        <p:nvSpPr>
          <p:cNvPr id="292" name="Google Shape;292;p76"/>
          <p:cNvSpPr/>
          <p:nvPr>
            <p:ph idx="2" type="pic"/>
          </p:nvPr>
        </p:nvSpPr>
        <p:spPr>
          <a:xfrm>
            <a:off x="4287838" y="647700"/>
            <a:ext cx="7904161" cy="5556583"/>
          </a:xfrm>
          <a:prstGeom prst="rect">
            <a:avLst/>
          </a:prstGeom>
          <a:solidFill>
            <a:srgbClr val="C3D1DD"/>
          </a:solidFill>
          <a:ln>
            <a:noFill/>
          </a:ln>
        </p:spPr>
      </p:sp>
      <p:sp>
        <p:nvSpPr>
          <p:cNvPr id="293" name="Google Shape;293;p76"/>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dk1"/>
                </a:solidFill>
                <a:latin typeface="Arial"/>
                <a:ea typeface="Arial"/>
                <a:cs typeface="Arial"/>
                <a:sym typeface="Arial"/>
              </a:rPr>
              <a:t>Thank you</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Blue)">
  <p:cSld name="Thank You (Blue)">
    <p:spTree>
      <p:nvGrpSpPr>
        <p:cNvPr id="294" name="Shape 294"/>
        <p:cNvGrpSpPr/>
        <p:nvPr/>
      </p:nvGrpSpPr>
      <p:grpSpPr>
        <a:xfrm>
          <a:off x="0" y="0"/>
          <a:ext cx="0" cy="0"/>
          <a:chOff x="0" y="0"/>
          <a:chExt cx="0" cy="0"/>
        </a:xfrm>
      </p:grpSpPr>
      <p:sp>
        <p:nvSpPr>
          <p:cNvPr id="295" name="Google Shape;295;p77"/>
          <p:cNvSpPr/>
          <p:nvPr/>
        </p:nvSpPr>
        <p:spPr>
          <a:xfrm>
            <a:off x="0" y="0"/>
            <a:ext cx="4287838"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6" name="Google Shape;296;p77"/>
          <p:cNvSpPr/>
          <p:nvPr>
            <p:ph idx="2" type="pic"/>
          </p:nvPr>
        </p:nvSpPr>
        <p:spPr>
          <a:xfrm>
            <a:off x="4891088" y="995363"/>
            <a:ext cx="6640512" cy="4862512"/>
          </a:xfrm>
          <a:prstGeom prst="rect">
            <a:avLst/>
          </a:prstGeom>
          <a:solidFill>
            <a:srgbClr val="C3D1DD"/>
          </a:solidFill>
          <a:ln>
            <a:noFill/>
          </a:ln>
        </p:spPr>
      </p:sp>
      <p:sp>
        <p:nvSpPr>
          <p:cNvPr id="297" name="Google Shape;297;p77"/>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lt1"/>
                </a:solidFill>
                <a:latin typeface="Arial"/>
                <a:ea typeface="Arial"/>
                <a:cs typeface="Arial"/>
                <a:sym typeface="Arial"/>
              </a:rPr>
              <a:t>Thank you</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keaways">
  <p:cSld name="Takeaways">
    <p:spTree>
      <p:nvGrpSpPr>
        <p:cNvPr id="298" name="Shape 298"/>
        <p:cNvGrpSpPr/>
        <p:nvPr/>
      </p:nvGrpSpPr>
      <p:grpSpPr>
        <a:xfrm>
          <a:off x="0" y="0"/>
          <a:ext cx="0" cy="0"/>
          <a:chOff x="0" y="0"/>
          <a:chExt cx="0" cy="0"/>
        </a:xfrm>
      </p:grpSpPr>
      <p:sp>
        <p:nvSpPr>
          <p:cNvPr id="299" name="Google Shape;299;p78"/>
          <p:cNvSpPr/>
          <p:nvPr/>
        </p:nvSpPr>
        <p:spPr>
          <a:xfrm>
            <a:off x="0" y="0"/>
            <a:ext cx="12192000" cy="2039938"/>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00" name="Google Shape;300;p78"/>
          <p:cNvSpPr txBox="1"/>
          <p:nvPr>
            <p:ph idx="1" type="body"/>
          </p:nvPr>
        </p:nvSpPr>
        <p:spPr>
          <a:xfrm>
            <a:off x="6164063" y="2542873"/>
            <a:ext cx="5364362" cy="2376789"/>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228600" lvl="3" marL="1828800" algn="l">
              <a:lnSpc>
                <a:spcPct val="110000"/>
              </a:lnSpc>
              <a:spcBef>
                <a:spcPts val="2000"/>
              </a:spcBef>
              <a:spcAft>
                <a:spcPts val="0"/>
              </a:spcAft>
              <a:buSzPts val="2160"/>
              <a:buNone/>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301" name="Google Shape;301;p78"/>
          <p:cNvSpPr txBox="1"/>
          <p:nvPr>
            <p:ph idx="2" type="body"/>
          </p:nvPr>
        </p:nvSpPr>
        <p:spPr>
          <a:xfrm>
            <a:off x="660401" y="2542873"/>
            <a:ext cx="5364362" cy="2376789"/>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302" name="Google Shape;302;p78"/>
          <p:cNvSpPr txBox="1"/>
          <p:nvPr/>
        </p:nvSpPr>
        <p:spPr>
          <a:xfrm>
            <a:off x="660401" y="1216041"/>
            <a:ext cx="3022600" cy="760398"/>
          </a:xfrm>
          <a:prstGeom prst="rect">
            <a:avLst/>
          </a:prstGeom>
          <a:noFill/>
          <a:ln>
            <a:noFill/>
          </a:ln>
        </p:spPr>
        <p:txBody>
          <a:bodyPr anchorCtr="0" anchor="t" bIns="45700" lIns="0" spcFirstLastPara="1" rIns="45700" wrap="square" tIns="0">
            <a:noAutofit/>
          </a:bodyPr>
          <a:lstStyle/>
          <a:p>
            <a:pPr indent="0" lvl="0" marL="0" marR="0" rtl="0" algn="l">
              <a:lnSpc>
                <a:spcPct val="90000"/>
              </a:lnSpc>
              <a:spcBef>
                <a:spcPts val="0"/>
              </a:spcBef>
              <a:spcAft>
                <a:spcPts val="0"/>
              </a:spcAft>
              <a:buNone/>
            </a:pPr>
            <a:r>
              <a:rPr b="1" i="0" lang="en-US" sz="4400" u="none" cap="none" strike="noStrike">
                <a:solidFill>
                  <a:schemeClr val="lt1"/>
                </a:solidFill>
                <a:latin typeface="Arial"/>
                <a:ea typeface="Arial"/>
                <a:cs typeface="Arial"/>
                <a:sym typeface="Arial"/>
              </a:rPr>
              <a:t>Takeaways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estions Slide">
  <p:cSld name="Questions Slide">
    <p:spTree>
      <p:nvGrpSpPr>
        <p:cNvPr id="303" name="Shape 303"/>
        <p:cNvGrpSpPr/>
        <p:nvPr/>
      </p:nvGrpSpPr>
      <p:grpSpPr>
        <a:xfrm>
          <a:off x="0" y="0"/>
          <a:ext cx="0" cy="0"/>
          <a:chOff x="0" y="0"/>
          <a:chExt cx="0" cy="0"/>
        </a:xfrm>
      </p:grpSpPr>
      <p:sp>
        <p:nvSpPr>
          <p:cNvPr id="304" name="Google Shape;304;p79"/>
          <p:cNvSpPr/>
          <p:nvPr/>
        </p:nvSpPr>
        <p:spPr>
          <a:xfrm>
            <a:off x="0" y="-1"/>
            <a:ext cx="12192000" cy="447516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05" name="Google Shape;305;p79"/>
          <p:cNvSpPr txBox="1"/>
          <p:nvPr/>
        </p:nvSpPr>
        <p:spPr>
          <a:xfrm>
            <a:off x="660401" y="5097982"/>
            <a:ext cx="3627438" cy="1112318"/>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4400" u="none" cap="none" strike="noStrike">
                <a:solidFill>
                  <a:schemeClr val="accent1"/>
                </a:solidFill>
                <a:latin typeface="Arial"/>
                <a:ea typeface="Arial"/>
                <a:cs typeface="Arial"/>
                <a:sym typeface="Arial"/>
              </a:rPr>
              <a:t>Questions?</a:t>
            </a:r>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estions Slide (Picture)">
  <p:cSld name="Questions Slide (Picture)">
    <p:spTree>
      <p:nvGrpSpPr>
        <p:cNvPr id="306" name="Shape 306"/>
        <p:cNvGrpSpPr/>
        <p:nvPr/>
      </p:nvGrpSpPr>
      <p:grpSpPr>
        <a:xfrm>
          <a:off x="0" y="0"/>
          <a:ext cx="0" cy="0"/>
          <a:chOff x="0" y="0"/>
          <a:chExt cx="0" cy="0"/>
        </a:xfrm>
      </p:grpSpPr>
      <p:sp>
        <p:nvSpPr>
          <p:cNvPr id="307" name="Google Shape;307;p80"/>
          <p:cNvSpPr/>
          <p:nvPr>
            <p:ph idx="2" type="pic"/>
          </p:nvPr>
        </p:nvSpPr>
        <p:spPr>
          <a:xfrm>
            <a:off x="0" y="-1"/>
            <a:ext cx="12192000" cy="4475163"/>
          </a:xfrm>
          <a:prstGeom prst="rect">
            <a:avLst/>
          </a:prstGeom>
          <a:solidFill>
            <a:srgbClr val="C3D1DD"/>
          </a:solidFill>
          <a:ln>
            <a:noFill/>
          </a:ln>
        </p:spPr>
      </p:sp>
      <p:sp>
        <p:nvSpPr>
          <p:cNvPr id="308" name="Google Shape;308;p80"/>
          <p:cNvSpPr txBox="1"/>
          <p:nvPr/>
        </p:nvSpPr>
        <p:spPr>
          <a:xfrm>
            <a:off x="660401" y="5097982"/>
            <a:ext cx="3627438" cy="1112318"/>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4400" u="none" cap="none" strike="noStrike">
                <a:solidFill>
                  <a:schemeClr val="accent1"/>
                </a:solidFill>
                <a:latin typeface="Arial"/>
                <a:ea typeface="Arial"/>
                <a:cs typeface="Arial"/>
                <a:sym typeface="Arial"/>
              </a:rPr>
              <a:t>Questions?</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Thought (Picture)">
  <p:cSld name="Final Thought (Picture)">
    <p:spTree>
      <p:nvGrpSpPr>
        <p:cNvPr id="309" name="Shape 309"/>
        <p:cNvGrpSpPr/>
        <p:nvPr/>
      </p:nvGrpSpPr>
      <p:grpSpPr>
        <a:xfrm>
          <a:off x="0" y="0"/>
          <a:ext cx="0" cy="0"/>
          <a:chOff x="0" y="0"/>
          <a:chExt cx="0" cy="0"/>
        </a:xfrm>
      </p:grpSpPr>
      <p:sp>
        <p:nvSpPr>
          <p:cNvPr id="310" name="Google Shape;310;p81"/>
          <p:cNvSpPr/>
          <p:nvPr>
            <p:ph idx="2" type="pic"/>
          </p:nvPr>
        </p:nvSpPr>
        <p:spPr>
          <a:xfrm>
            <a:off x="0" y="0"/>
            <a:ext cx="12192000" cy="4475164"/>
          </a:xfrm>
          <a:prstGeom prst="rect">
            <a:avLst/>
          </a:prstGeom>
          <a:solidFill>
            <a:srgbClr val="C3D1DD"/>
          </a:solidFill>
          <a:ln>
            <a:noFill/>
          </a:ln>
        </p:spPr>
      </p:sp>
      <p:sp>
        <p:nvSpPr>
          <p:cNvPr id="311" name="Google Shape;311;p81"/>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12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312" name="Google Shape;312;p81"/>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Slide">
  <p:cSld name="Final Slide">
    <p:spTree>
      <p:nvGrpSpPr>
        <p:cNvPr id="313" name="Shape 313"/>
        <p:cNvGrpSpPr/>
        <p:nvPr/>
      </p:nvGrpSpPr>
      <p:grpSpPr>
        <a:xfrm>
          <a:off x="0" y="0"/>
          <a:ext cx="0" cy="0"/>
          <a:chOff x="0" y="0"/>
          <a:chExt cx="0" cy="0"/>
        </a:xfrm>
      </p:grpSpPr>
      <p:sp>
        <p:nvSpPr>
          <p:cNvPr id="314" name="Google Shape;314;p82"/>
          <p:cNvSpPr/>
          <p:nvPr>
            <p:ph idx="2" type="pic"/>
          </p:nvPr>
        </p:nvSpPr>
        <p:spPr>
          <a:xfrm>
            <a:off x="0" y="0"/>
            <a:ext cx="12192000" cy="4475164"/>
          </a:xfrm>
          <a:prstGeom prst="rect">
            <a:avLst/>
          </a:prstGeom>
          <a:solidFill>
            <a:srgbClr val="C3D1DD"/>
          </a:solidFill>
          <a:ln>
            <a:noFill/>
          </a:ln>
        </p:spPr>
      </p:sp>
      <p:sp>
        <p:nvSpPr>
          <p:cNvPr id="315" name="Google Shape;315;p82"/>
          <p:cNvSpPr txBox="1"/>
          <p:nvPr>
            <p:ph type="title"/>
          </p:nvPr>
        </p:nvSpPr>
        <p:spPr>
          <a:xfrm>
            <a:off x="660400" y="5097982"/>
            <a:ext cx="10868023" cy="1112318"/>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316" name="Shape 316"/>
        <p:cNvGrpSpPr/>
        <p:nvPr/>
      </p:nvGrpSpPr>
      <p:grpSpPr>
        <a:xfrm>
          <a:off x="0" y="0"/>
          <a:ext cx="0" cy="0"/>
          <a:chOff x="0" y="0"/>
          <a:chExt cx="0" cy="0"/>
        </a:xfrm>
      </p:grpSpPr>
      <p:sp>
        <p:nvSpPr>
          <p:cNvPr id="317" name="Google Shape;317;p83"/>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END OF TEMPLATE LAYOUTS</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62" Type="http://schemas.openxmlformats.org/officeDocument/2006/relationships/slideLayout" Target="../slideLayouts/slideLayout62.xml"/><Relationship Id="rId61" Type="http://schemas.openxmlformats.org/officeDocument/2006/relationships/slideLayout" Target="../slideLayouts/slideLayout61.xml"/><Relationship Id="rId20" Type="http://schemas.openxmlformats.org/officeDocument/2006/relationships/slideLayout" Target="../slideLayouts/slideLayout20.xml"/><Relationship Id="rId64" Type="http://schemas.openxmlformats.org/officeDocument/2006/relationships/slideLayout" Target="../slideLayouts/slideLayout64.xml"/><Relationship Id="rId63" Type="http://schemas.openxmlformats.org/officeDocument/2006/relationships/slideLayout" Target="../slideLayouts/slideLayout6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65" Type="http://schemas.openxmlformats.org/officeDocument/2006/relationships/theme" Target="../theme/theme2.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60" Type="http://schemas.openxmlformats.org/officeDocument/2006/relationships/slideLayout" Target="../slideLayouts/slideLayout60.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slideLayout" Target="../slideLayouts/slideLayout51.xml"/><Relationship Id="rId50" Type="http://schemas.openxmlformats.org/officeDocument/2006/relationships/slideLayout" Target="../slideLayouts/slideLayout50.xml"/><Relationship Id="rId53" Type="http://schemas.openxmlformats.org/officeDocument/2006/relationships/slideLayout" Target="../slideLayouts/slideLayout53.xml"/><Relationship Id="rId52" Type="http://schemas.openxmlformats.org/officeDocument/2006/relationships/slideLayout" Target="../slideLayouts/slideLayout52.xml"/><Relationship Id="rId11" Type="http://schemas.openxmlformats.org/officeDocument/2006/relationships/slideLayout" Target="../slideLayouts/slideLayout11.xml"/><Relationship Id="rId55" Type="http://schemas.openxmlformats.org/officeDocument/2006/relationships/slideLayout" Target="../slideLayouts/slideLayout55.xml"/><Relationship Id="rId10" Type="http://schemas.openxmlformats.org/officeDocument/2006/relationships/slideLayout" Target="../slideLayouts/slideLayout10.xml"/><Relationship Id="rId54" Type="http://schemas.openxmlformats.org/officeDocument/2006/relationships/slideLayout" Target="../slideLayouts/slideLayout54.xml"/><Relationship Id="rId13" Type="http://schemas.openxmlformats.org/officeDocument/2006/relationships/slideLayout" Target="../slideLayouts/slideLayout13.xml"/><Relationship Id="rId57" Type="http://schemas.openxmlformats.org/officeDocument/2006/relationships/slideLayout" Target="../slideLayouts/slideLayout57.xml"/><Relationship Id="rId12" Type="http://schemas.openxmlformats.org/officeDocument/2006/relationships/slideLayout" Target="../slideLayouts/slideLayout12.xml"/><Relationship Id="rId56" Type="http://schemas.openxmlformats.org/officeDocument/2006/relationships/slideLayout" Target="../slideLayouts/slideLayout56.xml"/><Relationship Id="rId15" Type="http://schemas.openxmlformats.org/officeDocument/2006/relationships/slideLayout" Target="../slideLayouts/slideLayout15.xml"/><Relationship Id="rId59" Type="http://schemas.openxmlformats.org/officeDocument/2006/relationships/slideLayout" Target="../slideLayouts/slideLayout59.xml"/><Relationship Id="rId14" Type="http://schemas.openxmlformats.org/officeDocument/2006/relationships/slideLayout" Target="../slideLayouts/slideLayout14.xml"/><Relationship Id="rId58" Type="http://schemas.openxmlformats.org/officeDocument/2006/relationships/slideLayout" Target="../slideLayouts/slideLayout5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 name="Shape 7"/>
        <p:cNvGrpSpPr/>
        <p:nvPr/>
      </p:nvGrpSpPr>
      <p:grpSpPr>
        <a:xfrm>
          <a:off x="0" y="0"/>
          <a:ext cx="0" cy="0"/>
          <a:chOff x="0" y="0"/>
          <a:chExt cx="0" cy="0"/>
        </a:xfrm>
      </p:grpSpPr>
      <p:sp>
        <p:nvSpPr>
          <p:cNvPr id="8" name="Google Shape;8;p19"/>
          <p:cNvSpPr txBox="1"/>
          <p:nvPr>
            <p:ph idx="11" type="ftr"/>
          </p:nvPr>
        </p:nvSpPr>
        <p:spPr>
          <a:xfrm>
            <a:off x="2476500" y="6281688"/>
            <a:ext cx="7239000" cy="138499"/>
          </a:xfrm>
          <a:prstGeom prst="rect">
            <a:avLst/>
          </a:prstGeom>
          <a:noFill/>
          <a:ln>
            <a:noFill/>
          </a:ln>
        </p:spPr>
        <p:txBody>
          <a:bodyPr anchorCtr="0" anchor="ctr" bIns="0" lIns="0" spcFirstLastPara="1" rIns="0" wrap="square" tIns="0">
            <a:noAutofit/>
          </a:bodyPr>
          <a:lstStyle>
            <a:lvl1pPr lvl="0" marR="0" rtl="0" algn="ctr">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9"/>
          <p:cNvSpPr txBox="1"/>
          <p:nvPr>
            <p:ph idx="10" type="dt"/>
          </p:nvPr>
        </p:nvSpPr>
        <p:spPr>
          <a:xfrm>
            <a:off x="660400" y="6281688"/>
            <a:ext cx="1816100" cy="138499"/>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9"/>
          <p:cNvSpPr txBox="1"/>
          <p:nvPr>
            <p:ph idx="12" type="sldNum"/>
          </p:nvPr>
        </p:nvSpPr>
        <p:spPr>
          <a:xfrm>
            <a:off x="403519" y="6281688"/>
            <a:ext cx="256882" cy="138499"/>
          </a:xfrm>
          <a:prstGeom prst="rect">
            <a:avLst/>
          </a:prstGeom>
          <a:noFill/>
          <a:ln>
            <a:noFill/>
          </a:ln>
        </p:spPr>
        <p:txBody>
          <a:bodyPr anchorCtr="0" anchor="ctr" bIns="0" lIns="0" spcFirstLastPara="1" rIns="0" wrap="square" tIns="0">
            <a:noAutofit/>
          </a:bodyPr>
          <a:lstStyle>
            <a:lvl1pPr indent="0" lvl="0" marL="0" marR="0" rtl="0" algn="l">
              <a:spcBef>
                <a:spcPts val="0"/>
              </a:spcBef>
              <a:buNone/>
              <a:defRPr b="0" i="0" sz="900" u="none" cap="none" strike="noStrike">
                <a:solidFill>
                  <a:schemeClr val="dk1"/>
                </a:solidFill>
                <a:latin typeface="Arial"/>
                <a:ea typeface="Arial"/>
                <a:cs typeface="Arial"/>
                <a:sym typeface="Arial"/>
              </a:defRPr>
            </a:lvl1pPr>
            <a:lvl2pPr indent="0" lvl="1" marL="0" marR="0" rtl="0" algn="l">
              <a:spcBef>
                <a:spcPts val="0"/>
              </a:spcBef>
              <a:buNone/>
              <a:defRPr b="0" i="0" sz="900" u="none" cap="none" strike="noStrike">
                <a:solidFill>
                  <a:schemeClr val="dk1"/>
                </a:solidFill>
                <a:latin typeface="Arial"/>
                <a:ea typeface="Arial"/>
                <a:cs typeface="Arial"/>
                <a:sym typeface="Arial"/>
              </a:defRPr>
            </a:lvl2pPr>
            <a:lvl3pPr indent="0" lvl="2" marL="0" marR="0" rtl="0" algn="l">
              <a:spcBef>
                <a:spcPts val="0"/>
              </a:spcBef>
              <a:buNone/>
              <a:defRPr b="0" i="0" sz="900" u="none" cap="none" strike="noStrike">
                <a:solidFill>
                  <a:schemeClr val="dk1"/>
                </a:solidFill>
                <a:latin typeface="Arial"/>
                <a:ea typeface="Arial"/>
                <a:cs typeface="Arial"/>
                <a:sym typeface="Arial"/>
              </a:defRPr>
            </a:lvl3pPr>
            <a:lvl4pPr indent="0" lvl="3" marL="0" marR="0" rtl="0" algn="l">
              <a:spcBef>
                <a:spcPts val="0"/>
              </a:spcBef>
              <a:buNone/>
              <a:defRPr b="0" i="0" sz="900" u="none" cap="none" strike="noStrike">
                <a:solidFill>
                  <a:schemeClr val="dk1"/>
                </a:solidFill>
                <a:latin typeface="Arial"/>
                <a:ea typeface="Arial"/>
                <a:cs typeface="Arial"/>
                <a:sym typeface="Arial"/>
              </a:defRPr>
            </a:lvl4pPr>
            <a:lvl5pPr indent="0" lvl="4" marL="0" marR="0" rtl="0" algn="l">
              <a:spcBef>
                <a:spcPts val="0"/>
              </a:spcBef>
              <a:buNone/>
              <a:defRPr b="0" i="0" sz="900" u="none" cap="none" strike="noStrike">
                <a:solidFill>
                  <a:schemeClr val="dk1"/>
                </a:solidFill>
                <a:latin typeface="Arial"/>
                <a:ea typeface="Arial"/>
                <a:cs typeface="Arial"/>
                <a:sym typeface="Arial"/>
              </a:defRPr>
            </a:lvl5pPr>
            <a:lvl6pPr indent="0" lvl="5" marL="0" marR="0" rtl="0" algn="l">
              <a:spcBef>
                <a:spcPts val="0"/>
              </a:spcBef>
              <a:buNone/>
              <a:defRPr b="0" i="0" sz="900" u="none" cap="none" strike="noStrike">
                <a:solidFill>
                  <a:schemeClr val="dk1"/>
                </a:solidFill>
                <a:latin typeface="Arial"/>
                <a:ea typeface="Arial"/>
                <a:cs typeface="Arial"/>
                <a:sym typeface="Arial"/>
              </a:defRPr>
            </a:lvl6pPr>
            <a:lvl7pPr indent="0" lvl="6" marL="0" marR="0" rtl="0" algn="l">
              <a:spcBef>
                <a:spcPts val="0"/>
              </a:spcBef>
              <a:buNone/>
              <a:defRPr b="0" i="0" sz="900" u="none" cap="none" strike="noStrike">
                <a:solidFill>
                  <a:schemeClr val="dk1"/>
                </a:solidFill>
                <a:latin typeface="Arial"/>
                <a:ea typeface="Arial"/>
                <a:cs typeface="Arial"/>
                <a:sym typeface="Arial"/>
              </a:defRPr>
            </a:lvl7pPr>
            <a:lvl8pPr indent="0" lvl="7" marL="0" marR="0" rtl="0" algn="l">
              <a:spcBef>
                <a:spcPts val="0"/>
              </a:spcBef>
              <a:buNone/>
              <a:defRPr b="0" i="0" sz="900" u="none" cap="none" strike="noStrike">
                <a:solidFill>
                  <a:schemeClr val="dk1"/>
                </a:solidFill>
                <a:latin typeface="Arial"/>
                <a:ea typeface="Arial"/>
                <a:cs typeface="Arial"/>
                <a:sym typeface="Arial"/>
              </a:defRPr>
            </a:lvl8pPr>
            <a:lvl9pPr indent="0" lvl="8" marL="0" marR="0" rtl="0" algn="l">
              <a:spcBef>
                <a:spcPts val="0"/>
              </a:spcBef>
              <a:buNone/>
              <a:defRPr b="0" i="0" sz="900" u="none" cap="none" strike="noStrike">
                <a:solidFill>
                  <a:schemeClr val="dk1"/>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
        <p:nvSpPr>
          <p:cNvPr id="11" name="Google Shape;11;p19"/>
          <p:cNvSpPr txBox="1"/>
          <p:nvPr>
            <p:ph idx="1" type="body"/>
          </p:nvPr>
        </p:nvSpPr>
        <p:spPr>
          <a:xfrm>
            <a:off x="660400" y="1602223"/>
            <a:ext cx="10868024" cy="4608077"/>
          </a:xfrm>
          <a:prstGeom prst="rect">
            <a:avLst/>
          </a:prstGeom>
          <a:noFill/>
          <a:ln>
            <a:noFill/>
          </a:ln>
        </p:spPr>
        <p:txBody>
          <a:bodyPr anchorCtr="0" anchor="t" bIns="0" lIns="0" spcFirstLastPara="1" rIns="0" wrap="square" tIns="0">
            <a:noAutofit/>
          </a:bodyPr>
          <a:lstStyle>
            <a:lvl1pPr indent="-361950" lvl="0" marL="457200" marR="0" rtl="0" algn="l">
              <a:lnSpc>
                <a:spcPct val="110000"/>
              </a:lnSpc>
              <a:spcBef>
                <a:spcPts val="0"/>
              </a:spcBef>
              <a:spcAft>
                <a:spcPts val="0"/>
              </a:spcAft>
              <a:buClr>
                <a:schemeClr val="dk1"/>
              </a:buClr>
              <a:buSzPts val="2100"/>
              <a:buFont typeface="Noto Sans Symbols"/>
              <a:buChar char="▪"/>
              <a:defRPr b="0" i="0" sz="2800" u="none" cap="none" strike="noStrike">
                <a:solidFill>
                  <a:schemeClr val="dk1"/>
                </a:solidFill>
                <a:latin typeface="Arial"/>
                <a:ea typeface="Arial"/>
                <a:cs typeface="Arial"/>
                <a:sym typeface="Arial"/>
              </a:defRPr>
            </a:lvl1pPr>
            <a:lvl2pPr indent="-365760" lvl="1" marL="9144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indent="-365760" lvl="2" marL="13716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indent="-365760" lvl="3" marL="18288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indent="-365760" lvl="4" marL="22860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indent="-365760" lvl="5" marL="27432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indent="-365760" lvl="6" marL="32004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indent="-365760" lvl="7" marL="36576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indent="-365760" lvl="8" marL="4114800"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12" name="Google Shape;12;p19"/>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marR="0" rtl="0" algn="l">
              <a:lnSpc>
                <a:spcPct val="90000"/>
              </a:lnSpc>
              <a:spcBef>
                <a:spcPts val="0"/>
              </a:spcBef>
              <a:spcAft>
                <a:spcPts val="0"/>
              </a:spcAft>
              <a:buClr>
                <a:schemeClr val="accent1"/>
              </a:buClr>
              <a:buSzPts val="4000"/>
              <a:buFont typeface="Arial"/>
              <a:buNone/>
              <a:defRPr b="1" i="0" sz="4000" u="none" cap="none" strike="noStrike">
                <a:solidFill>
                  <a:schemeClr val="accen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 id="2147483709" r:id="rId61"/>
    <p:sldLayoutId id="2147483710" r:id="rId62"/>
    <p:sldLayoutId id="2147483711" r:id="rId63"/>
    <p:sldLayoutId id="2147483712" r:id="rId6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4977">
          <p15:clr>
            <a:srgbClr val="000000"/>
          </p15:clr>
        </p15:guide>
        <p15:guide id="2" pos="2701">
          <p15:clr>
            <a:srgbClr val="000000"/>
          </p15:clr>
        </p15:guide>
        <p15:guide id="3" orient="horz" pos="2160">
          <p15:clr>
            <a:srgbClr val="F26B43"/>
          </p15:clr>
        </p15:guide>
        <p15:guide id="4" pos="3840">
          <p15:clr>
            <a:srgbClr val="F26B43"/>
          </p15:clr>
        </p15:guide>
        <p15:guide id="5" orient="horz" pos="1944">
          <p15:clr>
            <a:srgbClr val="A4A3A4"/>
          </p15:clr>
        </p15:guide>
        <p15:guide id="6" pos="3081">
          <p15:clr>
            <a:srgbClr val="A4A3A4"/>
          </p15:clr>
        </p15:guide>
        <p15:guide id="7" pos="4602">
          <p15:clr>
            <a:srgbClr val="A4A3A4"/>
          </p15:clr>
        </p15:guide>
        <p15:guide id="8" pos="1560">
          <p15:clr>
            <a:srgbClr val="A4A3A4"/>
          </p15:clr>
        </p15:guide>
        <p15:guide id="9" pos="6120">
          <p15:clr>
            <a:srgbClr val="A4A3A4"/>
          </p15:clr>
        </p15:guide>
        <p15:guide id="10" orient="horz" pos="408">
          <p15:clr>
            <a:srgbClr val="F26B43"/>
          </p15:clr>
        </p15:guide>
        <p15:guide id="11" orient="horz" pos="3912">
          <p15:clr>
            <a:srgbClr val="000000"/>
          </p15:clr>
        </p15:guide>
        <p15:guide id="12" orient="horz" pos="627">
          <p15:clr>
            <a:srgbClr val="A4A3A4"/>
          </p15:clr>
        </p15:guide>
        <p15:guide id="13" orient="horz" pos="3690">
          <p15:clr>
            <a:srgbClr val="A4A3A4"/>
          </p15:clr>
        </p15:guide>
        <p15:guide id="14" pos="7262">
          <p15:clr>
            <a:srgbClr val="F26B43"/>
          </p15:clr>
        </p15:guide>
        <p15:guide id="15" orient="horz" pos="846">
          <p15:clr>
            <a:srgbClr val="A4A3A4"/>
          </p15:clr>
        </p15:guide>
        <p15:guide id="16" orient="horz" pos="3471">
          <p15:clr>
            <a:srgbClr val="A4A3A4"/>
          </p15:clr>
        </p15:guide>
        <p15:guide id="17" orient="horz" pos="1065">
          <p15:clr>
            <a:srgbClr val="547EBF"/>
          </p15:clr>
        </p15:guide>
        <p15:guide id="18" orient="horz" pos="3252">
          <p15:clr>
            <a:srgbClr val="A4A3A4"/>
          </p15:clr>
        </p15:guide>
        <p15:guide id="19" orient="horz" pos="1285">
          <p15:clr>
            <a:srgbClr val="A4A3A4"/>
          </p15:clr>
        </p15:guide>
        <p15:guide id="20" orient="horz" pos="3038">
          <p15:clr>
            <a:srgbClr val="A4A3A4"/>
          </p15:clr>
        </p15:guide>
        <p15:guide id="21" orient="horz" pos="1504">
          <p15:clr>
            <a:srgbClr val="A4A3A4"/>
          </p15:clr>
        </p15:guide>
        <p15:guide id="22" orient="horz" pos="2819">
          <p15:clr>
            <a:srgbClr val="A4A3A4"/>
          </p15:clr>
        </p15:guide>
        <p15:guide id="23" orient="horz" pos="1723">
          <p15:clr>
            <a:srgbClr val="A4A3A4"/>
          </p15:clr>
        </p15:guide>
        <p15:guide id="24" orient="horz" pos="2600">
          <p15:clr>
            <a:srgbClr val="A4A3A4"/>
          </p15:clr>
        </p15:guide>
        <p15:guide id="25" pos="3460">
          <p15:clr>
            <a:srgbClr val="A4A3A4"/>
          </p15:clr>
        </p15:guide>
        <p15:guide id="26" pos="2320">
          <p15:clr>
            <a:srgbClr val="A4A3A4"/>
          </p15:clr>
        </p15:guide>
        <p15:guide id="27" pos="5359">
          <p15:clr>
            <a:srgbClr val="A4A3A4"/>
          </p15:clr>
        </p15:guide>
        <p15:guide id="28" pos="1938">
          <p15:clr>
            <a:srgbClr val="A4A3A4"/>
          </p15:clr>
        </p15:guide>
        <p15:guide id="29" pos="5741">
          <p15:clr>
            <a:srgbClr val="A4A3A4"/>
          </p15:clr>
        </p15:guide>
        <p15:guide id="30" pos="1176">
          <p15:clr>
            <a:srgbClr val="A4A3A4"/>
          </p15:clr>
        </p15:guide>
        <p15:guide id="31" pos="800">
          <p15:clr>
            <a:srgbClr val="A4A3A4"/>
          </p15:clr>
        </p15:guide>
        <p15:guide id="32" pos="6881">
          <p15:clr>
            <a:srgbClr val="A4A3A4"/>
          </p15:clr>
        </p15:guide>
        <p15:guide id="33" pos="6499">
          <p15:clr>
            <a:srgbClr val="A4A3A4"/>
          </p15:clr>
        </p15:guide>
        <p15:guide id="34" pos="4219">
          <p15:clr>
            <a:srgbClr val="A4A3A4"/>
          </p15:clr>
        </p15:guide>
        <p15:guide id="35" pos="416">
          <p15:clr>
            <a:srgbClr val="F26B43"/>
          </p15:clr>
        </p15:guide>
        <p15:guide id="36" orient="horz" pos="2376">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1"/>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350"/>
              <a:buNone/>
            </a:pPr>
            <a:r>
              <a:rPr lang="en-US" sz="1800"/>
              <a:t>October 2026</a:t>
            </a:r>
            <a:endParaRPr/>
          </a:p>
        </p:txBody>
      </p:sp>
      <p:sp>
        <p:nvSpPr>
          <p:cNvPr id="324" name="Google Shape;324;p1"/>
          <p:cNvSpPr txBox="1"/>
          <p:nvPr>
            <p:ph idx="2" type="body"/>
          </p:nvPr>
        </p:nvSpPr>
        <p:spPr>
          <a:xfrm>
            <a:off x="660400" y="4986261"/>
            <a:ext cx="5114132" cy="1224039"/>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500"/>
              <a:buNone/>
            </a:pPr>
            <a:r>
              <a:rPr lang="en-US" sz="2000"/>
              <a:t>Caleb Hansen, Genevieve Kochel</a:t>
            </a:r>
            <a:endParaRPr/>
          </a:p>
          <a:p>
            <a:pPr indent="0" lvl="0" marL="0" rtl="0" algn="l">
              <a:lnSpc>
                <a:spcPct val="100000"/>
              </a:lnSpc>
              <a:spcBef>
                <a:spcPts val="1200"/>
              </a:spcBef>
              <a:spcAft>
                <a:spcPts val="0"/>
              </a:spcAft>
              <a:buSzPts val="1500"/>
              <a:buNone/>
            </a:pPr>
            <a:r>
              <a:rPr lang="en-US" sz="2000"/>
              <a:t>Darron Li, Lucas Phillips</a:t>
            </a:r>
            <a:endParaRPr/>
          </a:p>
        </p:txBody>
      </p:sp>
      <p:sp>
        <p:nvSpPr>
          <p:cNvPr id="325" name="Google Shape;325;p1"/>
          <p:cNvSpPr txBox="1"/>
          <p:nvPr>
            <p:ph idx="3" type="body"/>
          </p:nvPr>
        </p:nvSpPr>
        <p:spPr>
          <a:xfrm>
            <a:off x="6256733" y="4986261"/>
            <a:ext cx="5271691" cy="1224039"/>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500"/>
              <a:buNone/>
            </a:pPr>
            <a:r>
              <a:rPr lang="en-US" sz="2000"/>
              <a:t>CptS 423, Team 03-SEL-BFSDK</a:t>
            </a:r>
            <a:endParaRPr/>
          </a:p>
          <a:p>
            <a:pPr indent="0" lvl="0" marL="0" rtl="0" algn="l">
              <a:lnSpc>
                <a:spcPct val="100000"/>
              </a:lnSpc>
              <a:spcBef>
                <a:spcPts val="2000"/>
              </a:spcBef>
              <a:spcAft>
                <a:spcPts val="0"/>
              </a:spcAft>
              <a:buSzPts val="1500"/>
              <a:buNone/>
            </a:pPr>
            <a:r>
              <a:rPr lang="en-US" sz="2000"/>
              <a:t>Client Joe Stanley, SEL</a:t>
            </a:r>
            <a:endParaRPr/>
          </a:p>
        </p:txBody>
      </p:sp>
      <p:sp>
        <p:nvSpPr>
          <p:cNvPr id="326" name="Google Shape;326;p1"/>
          <p:cNvSpPr txBox="1"/>
          <p:nvPr>
            <p:ph type="title"/>
          </p:nvPr>
        </p:nvSpPr>
        <p:spPr>
          <a:xfrm>
            <a:off x="660400" y="647700"/>
            <a:ext cx="10871200" cy="222613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Clr>
                <a:schemeClr val="lt1"/>
              </a:buClr>
              <a:buSzPts val="4400"/>
              <a:buFont typeface="Arial"/>
              <a:buNone/>
            </a:pPr>
            <a:r>
              <a:rPr lang="en-US" sz="4400">
                <a:solidFill>
                  <a:schemeClr val="lt1"/>
                </a:solidFill>
              </a:rPr>
              <a:t>SEL Blueframe Python SDK, Sprint 5</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Introduction</a:t>
            </a:r>
            <a:endParaRPr/>
          </a:p>
        </p:txBody>
      </p:sp>
      <p:sp>
        <p:nvSpPr>
          <p:cNvPr id="333" name="Google Shape;333;p2"/>
          <p:cNvSpPr/>
          <p:nvPr/>
        </p:nvSpPr>
        <p:spPr>
          <a:xfrm>
            <a:off x="658368" y="1737360"/>
            <a:ext cx="5120640" cy="2103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The project</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Blueframe apps send grid data through Signal Hub. SEL has Go and C# clients, but most engineers write Python.</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The SDK wraps an existing client, so SEL never has to maintain a third copy.</a:t>
            </a:r>
            <a:endParaRPr/>
          </a:p>
        </p:txBody>
      </p:sp>
      <p:sp>
        <p:nvSpPr>
          <p:cNvPr id="334" name="Google Shape;334;p2"/>
          <p:cNvSpPr/>
          <p:nvPr/>
        </p:nvSpPr>
        <p:spPr>
          <a:xfrm>
            <a:off x="658368" y="4023360"/>
            <a:ext cx="5120640" cy="201168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Sprint 5 goal</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Python bindings that a script can import to publish and subscribe</a:t>
            </a:r>
            <a:r>
              <a:rPr lang="en-US" sz="1500">
                <a:solidFill>
                  <a:srgbClr val="003A5D"/>
                </a:solidFill>
              </a:rPr>
              <a:t> </a:t>
            </a:r>
            <a:r>
              <a:rPr b="0" i="0" lang="en-US" sz="1500" u="none" cap="none" strike="noStrike">
                <a:solidFill>
                  <a:srgbClr val="003A5D"/>
                </a:solidFill>
                <a:latin typeface="Arial"/>
                <a:ea typeface="Arial"/>
                <a:cs typeface="Arial"/>
                <a:sym typeface="Arial"/>
              </a:rPr>
              <a:t>with automated tests</a:t>
            </a:r>
            <a:r>
              <a:rPr lang="en-US" sz="1500">
                <a:solidFill>
                  <a:srgbClr val="003A5D"/>
                </a:solidFill>
              </a:rPr>
              <a:t>.</a:t>
            </a:r>
            <a:endParaRPr b="0" i="0" sz="15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rPr lang="en-US" sz="1500">
                <a:solidFill>
                  <a:srgbClr val="003A5D"/>
                </a:solidFill>
              </a:rPr>
              <a:t>C# benchmarking and comparisons against performance requirements</a:t>
            </a:r>
            <a:endParaRPr sz="1500">
              <a:solidFill>
                <a:srgbClr val="003A5D"/>
              </a:solidFill>
            </a:endParaRPr>
          </a:p>
          <a:p>
            <a:pPr indent="0" lvl="0" marL="0" marR="0" rtl="0" algn="l">
              <a:spcBef>
                <a:spcPts val="800"/>
              </a:spcBef>
              <a:spcAft>
                <a:spcPts val="0"/>
              </a:spcAft>
              <a:buNone/>
            </a:pPr>
            <a:r>
              <a:rPr lang="en-US" sz="1500">
                <a:solidFill>
                  <a:srgbClr val="003A5D"/>
                </a:solidFill>
              </a:rPr>
              <a:t>Deployment refinement</a:t>
            </a:r>
            <a:endParaRPr sz="1500">
              <a:solidFill>
                <a:srgbClr val="003A5D"/>
              </a:solidFill>
            </a:endParaRPr>
          </a:p>
          <a:p>
            <a:pPr indent="0" lvl="0" marL="0" marR="0" rtl="0" algn="l">
              <a:spcBef>
                <a:spcPts val="800"/>
              </a:spcBef>
              <a:spcAft>
                <a:spcPts val="0"/>
              </a:spcAft>
              <a:buNone/>
            </a:pPr>
            <a:r>
              <a:t/>
            </a:r>
            <a:endParaRPr sz="1500">
              <a:solidFill>
                <a:srgbClr val="003A5D"/>
              </a:solidFill>
            </a:endParaRPr>
          </a:p>
        </p:txBody>
      </p:sp>
      <p:sp>
        <p:nvSpPr>
          <p:cNvPr id="335" name="Google Shape;335;p2"/>
          <p:cNvSpPr/>
          <p:nvPr/>
        </p:nvSpPr>
        <p:spPr>
          <a:xfrm>
            <a:off x="6126480" y="173736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Lucas Phillips</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Bindings on the bridge, Python.NET tests, docs</a:t>
            </a:r>
            <a:endParaRPr/>
          </a:p>
        </p:txBody>
      </p:sp>
      <p:sp>
        <p:nvSpPr>
          <p:cNvPr id="336" name="Google Shape;336;p2"/>
          <p:cNvSpPr/>
          <p:nvPr/>
        </p:nvSpPr>
        <p:spPr>
          <a:xfrm>
            <a:off x="6126480" y="2834639"/>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Caleb Hansen</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Test harness owner, repo and CI</a:t>
            </a:r>
            <a:endParaRPr/>
          </a:p>
        </p:txBody>
      </p:sp>
      <p:sp>
        <p:nvSpPr>
          <p:cNvPr id="337" name="Google Shape;337;p2"/>
          <p:cNvSpPr/>
          <p:nvPr/>
        </p:nvSpPr>
        <p:spPr>
          <a:xfrm>
            <a:off x="6126480" y="393192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Genevieve Kochel</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C# client evaluation and user docs owner</a:t>
            </a:r>
            <a:endParaRPr/>
          </a:p>
        </p:txBody>
      </p:sp>
      <p:sp>
        <p:nvSpPr>
          <p:cNvPr id="338" name="Google Shape;338;p2"/>
          <p:cNvSpPr/>
          <p:nvPr/>
        </p:nvSpPr>
        <p:spPr>
          <a:xfrm>
            <a:off x="6126480" y="502920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Darron Li</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Cross-platform validation and compatibility roadmap, and user guide and experience lead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Sprint Objectives</a:t>
            </a:r>
            <a:endParaRPr/>
          </a:p>
        </p:txBody>
      </p:sp>
      <p:sp>
        <p:nvSpPr>
          <p:cNvPr id="345" name="Google Shape;345;p3"/>
          <p:cNvSpPr/>
          <p:nvPr/>
        </p:nvSpPr>
        <p:spPr>
          <a:xfrm>
            <a:off x="658368"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1. Python bindings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A Python program imports the wrapper and uses publish and subscribe.</a:t>
            </a:r>
            <a:endParaRPr/>
          </a:p>
        </p:txBody>
      </p:sp>
      <p:sp>
        <p:nvSpPr>
          <p:cNvPr id="346" name="Google Shape;346;p3"/>
          <p:cNvSpPr/>
          <p:nvPr/>
        </p:nvSpPr>
        <p:spPr>
          <a:xfrm>
            <a:off x="3419856"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2. Automated tests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Normal use, errors, limits and concurrency, run automatically.</a:t>
            </a:r>
            <a:endParaRPr/>
          </a:p>
        </p:txBody>
      </p:sp>
      <p:sp>
        <p:nvSpPr>
          <p:cNvPr id="347" name="Google Shape;347;p3"/>
          <p:cNvSpPr/>
          <p:nvPr/>
        </p:nvSpPr>
        <p:spPr>
          <a:xfrm>
            <a:off x="6181344"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3. </a:t>
            </a:r>
            <a:r>
              <a:rPr b="1" lang="en-US" sz="1800">
                <a:solidFill>
                  <a:srgbClr val="003A5D"/>
                </a:solidFill>
              </a:rPr>
              <a:t>Deployment</a:t>
            </a:r>
            <a:endParaRPr/>
          </a:p>
          <a:p>
            <a:pPr indent="0" lvl="0" marL="0" marR="0" rtl="0" algn="l">
              <a:spcBef>
                <a:spcPts val="800"/>
              </a:spcBef>
              <a:spcAft>
                <a:spcPts val="0"/>
              </a:spcAft>
              <a:buNone/>
            </a:pPr>
            <a:r>
              <a:rPr lang="en-US" sz="1600">
                <a:solidFill>
                  <a:srgbClr val="003A5D"/>
                </a:solidFill>
              </a:rPr>
              <a:t>Refine on the deployment layout and steps from previous sprints</a:t>
            </a:r>
            <a:r>
              <a:rPr b="0" i="0" lang="en-US" sz="1600" u="none" cap="none" strike="noStrike">
                <a:solidFill>
                  <a:srgbClr val="003A5D"/>
                </a:solidFill>
                <a:latin typeface="Arial"/>
                <a:ea typeface="Arial"/>
                <a:cs typeface="Arial"/>
                <a:sym typeface="Arial"/>
              </a:rPr>
              <a:t>.</a:t>
            </a:r>
            <a:endParaRPr/>
          </a:p>
        </p:txBody>
      </p:sp>
      <p:sp>
        <p:nvSpPr>
          <p:cNvPr id="348" name="Google Shape;348;p3"/>
          <p:cNvSpPr/>
          <p:nvPr/>
        </p:nvSpPr>
        <p:spPr>
          <a:xfrm>
            <a:off x="8942832"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4. User docs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Install, setup, API and a pub/sub example a developer can follow.</a:t>
            </a:r>
            <a:endParaRPr/>
          </a:p>
        </p:txBody>
      </p:sp>
      <p:sp>
        <p:nvSpPr>
          <p:cNvPr id="349" name="Google Shape;349;p3"/>
          <p:cNvSpPr/>
          <p:nvPr/>
        </p:nvSpPr>
        <p:spPr>
          <a:xfrm>
            <a:off x="658368" y="4160520"/>
            <a:ext cx="5349240" cy="19202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Why these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Joe agreed on September 28 to move to the C# client and keep the Go bridge as the fallback.</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Sprint 6 is the handoff, so the SDK has to be tested and documented now.</a:t>
            </a:r>
            <a:endParaRPr/>
          </a:p>
        </p:txBody>
      </p:sp>
      <p:sp>
        <p:nvSpPr>
          <p:cNvPr id="350" name="Google Shape;350;p3"/>
          <p:cNvSpPr/>
          <p:nvPr/>
        </p:nvSpPr>
        <p:spPr>
          <a:xfrm>
            <a:off x="6190488" y="4160520"/>
            <a:ext cx="5349240" cy="19202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Long term vision</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Engineers script Signal Hub from Python with numpy in and out.</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keeps one client, and the Python layer only translates.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4"/>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Feature Implementation and Demonstration</a:t>
            </a:r>
            <a:endParaRPr/>
          </a:p>
        </p:txBody>
      </p:sp>
      <p:graphicFrame>
        <p:nvGraphicFramePr>
          <p:cNvPr id="357" name="Google Shape;357;p4"/>
          <p:cNvGraphicFramePr/>
          <p:nvPr/>
        </p:nvGraphicFramePr>
        <p:xfrm>
          <a:off x="658368" y="1737360"/>
          <a:ext cx="3000000" cy="3000000"/>
        </p:xfrm>
        <a:graphic>
          <a:graphicData uri="http://schemas.openxmlformats.org/drawingml/2006/table">
            <a:tbl>
              <a:tblPr bandRow="1" firstRow="1">
                <a:noFill/>
                <a:tableStyleId>{AF2C1849-529E-49B2-A7FE-7664E0F771F1}</a:tableStyleId>
              </a:tblPr>
              <a:tblGrid>
                <a:gridCol w="914400"/>
                <a:gridCol w="4754875"/>
                <a:gridCol w="1645925"/>
                <a:gridCol w="2468875"/>
                <a:gridCol w="1097275"/>
              </a:tblGrid>
              <a:tr h="402325">
                <a:tc>
                  <a:txBody>
                    <a:bodyPr/>
                    <a:lstStyle/>
                    <a:p>
                      <a:pPr indent="0" lvl="0" marL="0" marR="0" rtl="0" algn="l">
                        <a:spcBef>
                          <a:spcPts val="0"/>
                        </a:spcBef>
                        <a:spcAft>
                          <a:spcPts val="0"/>
                        </a:spcAft>
                        <a:buNone/>
                      </a:pPr>
                      <a:r>
                        <a:rPr lang="en-US" sz="1500" u="none" cap="none" strike="noStrike"/>
                        <a:t>Issue</a:t>
                      </a:r>
                      <a:endParaRPr/>
                    </a:p>
                  </a:txBody>
                  <a:tcPr marT="45725" marB="45725" marR="91450" marL="91450"/>
                </a:tc>
                <a:tc>
                  <a:txBody>
                    <a:bodyPr/>
                    <a:lstStyle/>
                    <a:p>
                      <a:pPr indent="0" lvl="0" marL="0" marR="0" rtl="0" algn="l">
                        <a:spcBef>
                          <a:spcPts val="0"/>
                        </a:spcBef>
                        <a:spcAft>
                          <a:spcPts val="0"/>
                        </a:spcAft>
                        <a:buNone/>
                      </a:pPr>
                      <a:r>
                        <a:rPr lang="en-US" sz="1500"/>
                        <a:t>Feature</a:t>
                      </a:r>
                      <a:endParaRPr/>
                    </a:p>
                  </a:txBody>
                  <a:tcPr marT="45725" marB="45725" marR="91450" marL="91450"/>
                </a:tc>
                <a:tc>
                  <a:txBody>
                    <a:bodyPr/>
                    <a:lstStyle/>
                    <a:p>
                      <a:pPr indent="0" lvl="0" marL="0" marR="0" rtl="0" algn="l">
                        <a:spcBef>
                          <a:spcPts val="0"/>
                        </a:spcBef>
                        <a:spcAft>
                          <a:spcPts val="0"/>
                        </a:spcAft>
                        <a:buNone/>
                      </a:pPr>
                      <a:r>
                        <a:rPr lang="en-US" sz="1500"/>
                        <a:t>Owner</a:t>
                      </a:r>
                      <a:endParaRPr/>
                    </a:p>
                  </a:txBody>
                  <a:tcPr marT="45725" marB="45725" marR="91450" marL="91450"/>
                </a:tc>
                <a:tc>
                  <a:txBody>
                    <a:bodyPr/>
                    <a:lstStyle/>
                    <a:p>
                      <a:pPr indent="0" lvl="0" marL="0" marR="0" rtl="0" algn="l">
                        <a:spcBef>
                          <a:spcPts val="0"/>
                        </a:spcBef>
                        <a:spcAft>
                          <a:spcPts val="0"/>
                        </a:spcAft>
                        <a:buNone/>
                      </a:pPr>
                      <a:r>
                        <a:rPr lang="en-US" sz="1500"/>
                        <a:t>Status</a:t>
                      </a:r>
                      <a:endParaRPr/>
                    </a:p>
                  </a:txBody>
                  <a:tcPr marT="45725" marB="45725" marR="91450" marL="91450"/>
                </a:tc>
                <a:tc>
                  <a:txBody>
                    <a:bodyPr/>
                    <a:lstStyle/>
                    <a:p>
                      <a:pPr indent="0" lvl="0" marL="0" marR="0" rtl="0" algn="l">
                        <a:spcBef>
                          <a:spcPts val="0"/>
                        </a:spcBef>
                        <a:spcAft>
                          <a:spcPts val="0"/>
                        </a:spcAft>
                        <a:buNone/>
                      </a:pPr>
                      <a:r>
                        <a:rPr lang="en-US" sz="1500"/>
                        <a:t>Points</a:t>
                      </a:r>
                      <a:endParaRPr/>
                    </a:p>
                  </a:txBody>
                  <a:tcPr marT="45725" marB="45725" marR="91450" marL="91450"/>
                </a:tc>
              </a:tr>
              <a:tr h="402325">
                <a:tc>
                  <a:txBody>
                    <a:bodyPr/>
                    <a:lstStyle/>
                    <a:p>
                      <a:pPr indent="0" lvl="0" marL="0" marR="0" rtl="0" algn="l">
                        <a:spcBef>
                          <a:spcPts val="0"/>
                        </a:spcBef>
                        <a:spcAft>
                          <a:spcPts val="0"/>
                        </a:spcAft>
                        <a:buNone/>
                      </a:pPr>
                      <a:r>
                        <a:rPr lang="en-US" sz="1500"/>
                        <a:t>#44</a:t>
                      </a:r>
                      <a:endParaRPr/>
                    </a:p>
                  </a:txBody>
                  <a:tcPr marT="45725" marB="45725" marR="91450" marL="91450"/>
                </a:tc>
                <a:tc>
                  <a:txBody>
                    <a:bodyPr/>
                    <a:lstStyle/>
                    <a:p>
                      <a:pPr indent="0" lvl="0" marL="0" marR="0" rtl="0" algn="l">
                        <a:spcBef>
                          <a:spcPts val="0"/>
                        </a:spcBef>
                        <a:spcAft>
                          <a:spcPts val="0"/>
                        </a:spcAft>
                        <a:buNone/>
                      </a:pPr>
                      <a:r>
                        <a:rPr lang="en-US" sz="1500"/>
                        <a:t>Bridge hardening and crash recovery</a:t>
                      </a:r>
                      <a:endParaRPr/>
                    </a:p>
                  </a:txBody>
                  <a:tcPr marT="45725" marB="45725" marR="91450" marL="91450"/>
                </a:tc>
                <a:tc>
                  <a:txBody>
                    <a:bodyPr/>
                    <a:lstStyle/>
                    <a:p>
                      <a:pPr indent="0" lvl="0" marL="0" marR="0" rtl="0" algn="l">
                        <a:spcBef>
                          <a:spcPts val="0"/>
                        </a:spcBef>
                        <a:spcAft>
                          <a:spcPts val="0"/>
                        </a:spcAft>
                        <a:buNone/>
                      </a:pPr>
                      <a:r>
                        <a:rPr lang="en-US" sz="1500"/>
                        <a:t>Lucas</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8</a:t>
                      </a:r>
                      <a:endParaRPr/>
                    </a:p>
                  </a:txBody>
                  <a:tcPr marT="45725" marB="45725" marR="91450" marL="91450"/>
                </a:tc>
              </a:tr>
              <a:tr h="402325">
                <a:tc>
                  <a:txBody>
                    <a:bodyPr/>
                    <a:lstStyle/>
                    <a:p>
                      <a:pPr indent="0" lvl="0" marL="0" marR="0" rtl="0" algn="l">
                        <a:spcBef>
                          <a:spcPts val="0"/>
                        </a:spcBef>
                        <a:spcAft>
                          <a:spcPts val="0"/>
                        </a:spcAft>
                        <a:buNone/>
                      </a:pPr>
                      <a:r>
                        <a:rPr lang="en-US" sz="1500"/>
                        <a:t>#45</a:t>
                      </a:r>
                      <a:endParaRPr/>
                    </a:p>
                  </a:txBody>
                  <a:tcPr marT="45725" marB="45725" marR="91450" marL="91450"/>
                </a:tc>
                <a:tc>
                  <a:txBody>
                    <a:bodyPr/>
                    <a:lstStyle/>
                    <a:p>
                      <a:pPr indent="0" lvl="0" marL="0" marR="0" rtl="0" algn="l">
                        <a:spcBef>
                          <a:spcPts val="0"/>
                        </a:spcBef>
                        <a:spcAft>
                          <a:spcPts val="0"/>
                        </a:spcAft>
                        <a:buNone/>
                      </a:pPr>
                      <a:r>
                        <a:rPr lang="en-US" sz="1500"/>
                        <a:t>Demo app for the SDK</a:t>
                      </a:r>
                      <a:endParaRPr/>
                    </a:p>
                  </a:txBody>
                  <a:tcPr marT="45725" marB="45725" marR="91450" marL="91450"/>
                </a:tc>
                <a:tc>
                  <a:txBody>
                    <a:bodyPr/>
                    <a:lstStyle/>
                    <a:p>
                      <a:pPr indent="0" lvl="0" marL="0" marR="0" rtl="0" algn="l">
                        <a:spcBef>
                          <a:spcPts val="0"/>
                        </a:spcBef>
                        <a:spcAft>
                          <a:spcPts val="0"/>
                        </a:spcAft>
                        <a:buNone/>
                      </a:pPr>
                      <a:r>
                        <a:rPr lang="en-US" sz="1500"/>
                        <a:t>Lucas</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#46</a:t>
                      </a:r>
                      <a:endParaRPr/>
                    </a:p>
                  </a:txBody>
                  <a:tcPr marT="45725" marB="45725" marR="91450" marL="91450"/>
                </a:tc>
                <a:tc>
                  <a:txBody>
                    <a:bodyPr/>
                    <a:lstStyle/>
                    <a:p>
                      <a:pPr indent="0" lvl="0" marL="0" marR="0" rtl="0" algn="l">
                        <a:spcBef>
                          <a:spcPts val="0"/>
                        </a:spcBef>
                        <a:spcAft>
                          <a:spcPts val="0"/>
                        </a:spcAft>
                        <a:buNone/>
                      </a:pPr>
                      <a:r>
                        <a:rPr lang="en-US" sz="1500"/>
                        <a:t>Python.NET evaluation with a stand-in C# class</a:t>
                      </a:r>
                      <a:endParaRPr/>
                    </a:p>
                  </a:txBody>
                  <a:tcPr marT="45725" marB="45725" marR="91450" marL="91450"/>
                </a:tc>
                <a:tc>
                  <a:txBody>
                    <a:bodyPr/>
                    <a:lstStyle/>
                    <a:p>
                      <a:pPr indent="0" lvl="0" marL="0" marR="0" rtl="0" algn="l">
                        <a:spcBef>
                          <a:spcPts val="0"/>
                        </a:spcBef>
                        <a:spcAft>
                          <a:spcPts val="0"/>
                        </a:spcAft>
                        <a:buNone/>
                      </a:pPr>
                      <a:r>
                        <a:rPr lang="en-US" sz="1500"/>
                        <a:t>Caleb</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#48</a:t>
                      </a:r>
                      <a:endParaRPr/>
                    </a:p>
                  </a:txBody>
                  <a:tcPr marT="45725" marB="45725" marR="91450" marL="91450"/>
                </a:tc>
                <a:tc>
                  <a:txBody>
                    <a:bodyPr/>
                    <a:lstStyle/>
                    <a:p>
                      <a:pPr indent="0" lvl="0" marL="0" marR="0" rtl="0" algn="l">
                        <a:spcBef>
                          <a:spcPts val="0"/>
                        </a:spcBef>
                        <a:spcAft>
                          <a:spcPts val="0"/>
                        </a:spcAft>
                        <a:buNone/>
                      </a:pPr>
                      <a:r>
                        <a:rPr lang="en-US" sz="1500"/>
                        <a:t>User guide and pub/sub example</a:t>
                      </a:r>
                      <a:endParaRPr/>
                    </a:p>
                  </a:txBody>
                  <a:tcPr marT="45725" marB="45725" marR="91450" marL="91450"/>
                </a:tc>
                <a:tc>
                  <a:txBody>
                    <a:bodyPr/>
                    <a:lstStyle/>
                    <a:p>
                      <a:pPr indent="0" lvl="0" marL="0" marR="0" rtl="0" algn="l">
                        <a:spcBef>
                          <a:spcPts val="0"/>
                        </a:spcBef>
                        <a:spcAft>
                          <a:spcPts val="0"/>
                        </a:spcAft>
                        <a:buNone/>
                      </a:pPr>
                      <a:r>
                        <a:rPr lang="en-US" sz="1500"/>
                        <a:t>Darron</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#49</a:t>
                      </a:r>
                      <a:endParaRPr/>
                    </a:p>
                  </a:txBody>
                  <a:tcPr marT="45725" marB="45725" marR="91450" marL="91450"/>
                </a:tc>
                <a:tc>
                  <a:txBody>
                    <a:bodyPr/>
                    <a:lstStyle/>
                    <a:p>
                      <a:pPr indent="0" lvl="0" marL="0" marR="0" rtl="0" algn="l">
                        <a:spcBef>
                          <a:spcPts val="0"/>
                        </a:spcBef>
                        <a:spcAft>
                          <a:spcPts val="0"/>
                        </a:spcAft>
                        <a:buNone/>
                      </a:pPr>
                      <a:r>
                        <a:rPr lang="en-US" sz="1500"/>
                        <a:t>Compatibility matrix</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#52</a:t>
                      </a:r>
                      <a:endParaRPr/>
                    </a:p>
                  </a:txBody>
                  <a:tcPr marT="45725" marB="45725" marR="91450" marL="91450"/>
                </a:tc>
                <a:tc>
                  <a:txBody>
                    <a:bodyPr/>
                    <a:lstStyle/>
                    <a:p>
                      <a:pPr indent="0" lvl="0" marL="0" marR="0" rtl="0" algn="l">
                        <a:spcBef>
                          <a:spcPts val="0"/>
                        </a:spcBef>
                        <a:spcAft>
                          <a:spcPts val="0"/>
                        </a:spcAft>
                        <a:buNone/>
                      </a:pPr>
                      <a:r>
                        <a:rPr lang="en-US" sz="1500"/>
                        <a:t>Test harness CI evidence</a:t>
                      </a:r>
                      <a:endParaRPr/>
                    </a:p>
                  </a:txBody>
                  <a:tcPr marT="45725" marB="45725" marR="91450" marL="91450"/>
                </a:tc>
                <a:tc>
                  <a:txBody>
                    <a:bodyPr/>
                    <a:lstStyle/>
                    <a:p>
                      <a:pPr indent="0" lvl="0" marL="0" marR="0" rtl="0" algn="l">
                        <a:spcBef>
                          <a:spcPts val="0"/>
                        </a:spcBef>
                        <a:spcAft>
                          <a:spcPts val="0"/>
                        </a:spcAft>
                        <a:buNone/>
                      </a:pPr>
                      <a:r>
                        <a:rPr lang="en-US" sz="1500"/>
                        <a:t>Caleb</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#36</a:t>
                      </a:r>
                      <a:endParaRPr/>
                    </a:p>
                  </a:txBody>
                  <a:tcPr marT="45725" marB="45725" marR="91450" marL="91450"/>
                </a:tc>
                <a:tc>
                  <a:txBody>
                    <a:bodyPr/>
                    <a:lstStyle/>
                    <a:p>
                      <a:pPr indent="0" lvl="0" marL="0" marR="0" rtl="0" algn="l">
                        <a:spcBef>
                          <a:spcPts val="0"/>
                        </a:spcBef>
                        <a:spcAft>
                          <a:spcPts val="0"/>
                        </a:spcAft>
                        <a:buNone/>
                      </a:pPr>
                      <a:r>
                        <a:rPr lang="en-US" sz="1500"/>
                        <a:t>C# client evaluation</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Open, client not available</a:t>
                      </a:r>
                      <a:endParaRPr/>
                    </a:p>
                  </a:txBody>
                  <a:tcPr marT="45725" marB="45725" marR="91450" marL="91450"/>
                </a:tc>
                <a:tc>
                  <a:txBody>
                    <a:bodyPr/>
                    <a:lstStyle/>
                    <a:p>
                      <a:pPr indent="0" lvl="0" marL="0" marR="0" rtl="0" algn="l">
                        <a:spcBef>
                          <a:spcPts val="0"/>
                        </a:spcBef>
                        <a:spcAft>
                          <a:spcPts val="0"/>
                        </a:spcAft>
                        <a:buNone/>
                      </a:pPr>
                      <a:r>
                        <a:rPr lang="en-US" sz="1500"/>
                        <a:t>5</a:t>
                      </a:r>
                      <a:endParaRPr/>
                    </a:p>
                  </a:txBody>
                  <a:tcPr marT="45725" marB="45725" marR="91450" marL="91450"/>
                </a:tc>
              </a:tr>
              <a:tr h="402325">
                <a:tc>
                  <a:txBody>
                    <a:bodyPr/>
                    <a:lstStyle/>
                    <a:p>
                      <a:pPr indent="0" lvl="0" marL="0" marR="0" rtl="0" algn="l">
                        <a:spcBef>
                          <a:spcPts val="0"/>
                        </a:spcBef>
                        <a:spcAft>
                          <a:spcPts val="0"/>
                        </a:spcAft>
                        <a:buNone/>
                      </a:pPr>
                      <a:r>
                        <a:rPr lang="en-US" sz="1500"/>
                        <a:t>#53</a:t>
                      </a:r>
                      <a:endParaRPr/>
                    </a:p>
                  </a:txBody>
                  <a:tcPr marT="45725" marB="45725" marR="91450" marL="91450"/>
                </a:tc>
                <a:tc>
                  <a:txBody>
                    <a:bodyPr/>
                    <a:lstStyle/>
                    <a:p>
                      <a:pPr indent="0" lvl="0" marL="0" marR="0" rtl="0" algn="l">
                        <a:spcBef>
                          <a:spcPts val="0"/>
                        </a:spcBef>
                        <a:spcAft>
                          <a:spcPts val="0"/>
                        </a:spcAft>
                        <a:buNone/>
                      </a:pPr>
                      <a:r>
                        <a:rPr lang="en-US" sz="1500"/>
                        <a:t>User guide review</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#54</a:t>
                      </a:r>
                      <a:endParaRPr/>
                    </a:p>
                  </a:txBody>
                  <a:tcPr marT="45725" marB="45725" marR="91450" marL="91450"/>
                </a:tc>
                <a:tc>
                  <a:txBody>
                    <a:bodyPr/>
                    <a:lstStyle/>
                    <a:p>
                      <a:pPr indent="0" lvl="0" marL="0" marR="0" rtl="0" algn="l">
                        <a:spcBef>
                          <a:spcPts val="0"/>
                        </a:spcBef>
                        <a:spcAft>
                          <a:spcPts val="0"/>
                        </a:spcAft>
                        <a:buNone/>
                      </a:pPr>
                      <a:r>
                        <a:rPr lang="en-US" sz="1500"/>
                        <a:t>Cross-platform compatibility roadmap</a:t>
                      </a:r>
                      <a:endParaRPr/>
                    </a:p>
                  </a:txBody>
                  <a:tcPr marT="45725" marB="45725" marR="91450" marL="91450"/>
                </a:tc>
                <a:tc>
                  <a:txBody>
                    <a:bodyPr/>
                    <a:lstStyle/>
                    <a:p>
                      <a:pPr indent="0" lvl="0" marL="0" marR="0" rtl="0" algn="l">
                        <a:spcBef>
                          <a:spcPts val="0"/>
                        </a:spcBef>
                        <a:spcAft>
                          <a:spcPts val="0"/>
                        </a:spcAft>
                        <a:buNone/>
                      </a:pPr>
                      <a:r>
                        <a:rPr lang="en-US" sz="1500"/>
                        <a:t>Darron</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Bridge Crash Recovery</a:t>
            </a:r>
            <a:endParaRPr/>
          </a:p>
        </p:txBody>
      </p:sp>
      <p:sp>
        <p:nvSpPr>
          <p:cNvPr id="364" name="Google Shape;364;p5"/>
          <p:cNvSpPr/>
          <p:nvPr/>
        </p:nvSpPr>
        <p:spPr>
          <a:xfrm>
            <a:off x="658368" y="1737360"/>
            <a:ext cx="530352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What changed (#44)</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In Sprint 4, a Go crash in the bridge ended every subscription.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Now auto_restart starts a new bridge, and subscriptions resume from the last timestamp with no gaps or duplicates.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duplicate client name fails at once with a clear error, and unique_name=True avoids it.</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forked child gets a clear error instead of hanging.</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Python timeout cancels the call in Go.</a:t>
            </a:r>
            <a:endParaRPr/>
          </a:p>
        </p:txBody>
      </p:sp>
      <p:sp>
        <p:nvSpPr>
          <p:cNvPr id="365" name="Google Shape;365;p5"/>
          <p:cNvSpPr txBox="1"/>
          <p:nvPr/>
        </p:nvSpPr>
        <p:spPr>
          <a:xfrm>
            <a:off x="6400800" y="173736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30</a:t>
            </a:r>
            <a:endParaRPr/>
          </a:p>
        </p:txBody>
      </p:sp>
      <p:sp>
        <p:nvSpPr>
          <p:cNvPr id="366" name="Google Shape;366;p5"/>
          <p:cNvSpPr txBox="1"/>
          <p:nvPr/>
        </p:nvSpPr>
        <p:spPr>
          <a:xfrm>
            <a:off x="6400800" y="246888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new end to end tests for the bridge</a:t>
            </a:r>
            <a:endParaRPr/>
          </a:p>
        </p:txBody>
      </p:sp>
      <p:sp>
        <p:nvSpPr>
          <p:cNvPr id="367" name="Google Shape;367;p5"/>
          <p:cNvSpPr txBox="1"/>
          <p:nvPr/>
        </p:nvSpPr>
        <p:spPr>
          <a:xfrm>
            <a:off x="6400800" y="329184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2,161</a:t>
            </a:r>
            <a:endParaRPr/>
          </a:p>
        </p:txBody>
      </p:sp>
      <p:sp>
        <p:nvSpPr>
          <p:cNvPr id="368" name="Google Shape;368;p5"/>
          <p:cNvSpPr txBox="1"/>
          <p:nvPr/>
        </p:nvSpPr>
        <p:spPr>
          <a:xfrm>
            <a:off x="6400800" y="402336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tests passing on all three transports, Oct 30</a:t>
            </a:r>
            <a:endParaRPr/>
          </a:p>
        </p:txBody>
      </p:sp>
      <p:sp>
        <p:nvSpPr>
          <p:cNvPr id="369" name="Google Shape;369;p5"/>
          <p:cNvSpPr txBox="1"/>
          <p:nvPr/>
        </p:nvSpPr>
        <p:spPr>
          <a:xfrm>
            <a:off x="9144000" y="173736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278645"/>
                </a:solidFill>
                <a:latin typeface="Arial"/>
                <a:ea typeface="Arial"/>
                <a:cs typeface="Arial"/>
                <a:sym typeface="Arial"/>
              </a:rPr>
              <a:t>0</a:t>
            </a:r>
            <a:endParaRPr/>
          </a:p>
        </p:txBody>
      </p:sp>
      <p:sp>
        <p:nvSpPr>
          <p:cNvPr id="370" name="Google Shape;370;p5"/>
          <p:cNvSpPr txBox="1"/>
          <p:nvPr/>
        </p:nvSpPr>
        <p:spPr>
          <a:xfrm>
            <a:off x="9144000" y="246888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lost or duplicate samples after a restart in the tests</a:t>
            </a:r>
            <a:endParaRPr/>
          </a:p>
        </p:txBody>
      </p:sp>
      <p:sp>
        <p:nvSpPr>
          <p:cNvPr id="371" name="Google Shape;371;p5"/>
          <p:cNvSpPr txBox="1"/>
          <p:nvPr/>
        </p:nvSpPr>
        <p:spPr>
          <a:xfrm>
            <a:off x="9144000" y="329184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300 s</a:t>
            </a:r>
            <a:endParaRPr/>
          </a:p>
        </p:txBody>
      </p:sp>
      <p:sp>
        <p:nvSpPr>
          <p:cNvPr id="372" name="Google Shape;372;p5"/>
          <p:cNvSpPr txBox="1"/>
          <p:nvPr/>
        </p:nvSpPr>
        <p:spPr>
          <a:xfrm>
            <a:off x="9144000" y="402336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full suite run time</a:t>
            </a:r>
            <a:endParaRPr/>
          </a:p>
        </p:txBody>
      </p:sp>
      <p:pic>
        <p:nvPicPr>
          <p:cNvPr descr="suite_summary.png" id="373" name="Google Shape;373;p5"/>
          <p:cNvPicPr preferRelativeResize="0"/>
          <p:nvPr/>
        </p:nvPicPr>
        <p:blipFill rotWithShape="1">
          <a:blip r:embed="rId3">
            <a:alphaModFix/>
          </a:blip>
          <a:srcRect b="0" l="0" r="0" t="0"/>
          <a:stretch/>
        </p:blipFill>
        <p:spPr>
          <a:xfrm>
            <a:off x="6400800" y="4892040"/>
            <a:ext cx="4550133" cy="1280160"/>
          </a:xfrm>
          <a:prstGeom prst="rect">
            <a:avLst/>
          </a:prstGeom>
          <a:noFill/>
          <a:ln cap="flat" cmpd="sng" w="12700">
            <a:solidFill>
              <a:srgbClr val="003A5D"/>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6"/>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Publish and Subscribe Demo</a:t>
            </a:r>
            <a:endParaRPr/>
          </a:p>
        </p:txBody>
      </p:sp>
      <p:pic>
        <p:nvPicPr>
          <p:cNvPr descr="pubsub_term.png" id="380" name="Google Shape;380;p6"/>
          <p:cNvPicPr preferRelativeResize="0"/>
          <p:nvPr/>
        </p:nvPicPr>
        <p:blipFill rotWithShape="1">
          <a:blip r:embed="rId3">
            <a:alphaModFix/>
          </a:blip>
          <a:srcRect b="0" l="0" r="0" t="0"/>
          <a:stretch/>
        </p:blipFill>
        <p:spPr>
          <a:xfrm>
            <a:off x="658368" y="1737360"/>
            <a:ext cx="6583680" cy="1573660"/>
          </a:xfrm>
          <a:prstGeom prst="rect">
            <a:avLst/>
          </a:prstGeom>
          <a:noFill/>
          <a:ln cap="flat" cmpd="sng" w="12700">
            <a:solidFill>
              <a:srgbClr val="003A5D"/>
            </a:solidFill>
            <a:prstDash val="solid"/>
            <a:round/>
            <a:headEnd len="sm" w="sm" type="none"/>
            <a:tailEnd len="sm" w="sm" type="none"/>
          </a:ln>
        </p:spPr>
      </p:pic>
      <p:sp>
        <p:nvSpPr>
          <p:cNvPr id="381" name="Google Shape;381;p6"/>
          <p:cNvSpPr/>
          <p:nvPr/>
        </p:nvSpPr>
        <p:spPr>
          <a:xfrm>
            <a:off x="658368" y="4114800"/>
            <a:ext cx="6583680" cy="201168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Deliverable 1 check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script imports gosignals, publishes 600 samples, gets all 600 through a callback, and fetches them back.</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Nothing in the script mentions Go, gRPC or processes.</a:t>
            </a:r>
            <a:endParaRPr/>
          </a:p>
        </p:txBody>
      </p:sp>
      <p:sp>
        <p:nvSpPr>
          <p:cNvPr id="382" name="Google Shape;382;p6"/>
          <p:cNvSpPr/>
          <p:nvPr/>
        </p:nvSpPr>
        <p:spPr>
          <a:xfrm>
            <a:off x="7498079" y="1737360"/>
            <a:ext cx="402336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Demo app (#45)</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Publishers, the hub and subscribers are on one local page.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Subscribers find signals on the Graph and subscribe.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SDK call is timed.</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Kill bridge shows the SDK restarting and resuming.</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Python.NET Evaluation</a:t>
            </a:r>
            <a:endParaRPr/>
          </a:p>
        </p:txBody>
      </p:sp>
      <p:graphicFrame>
        <p:nvGraphicFramePr>
          <p:cNvPr id="389" name="Google Shape;389;p7"/>
          <p:cNvGraphicFramePr/>
          <p:nvPr/>
        </p:nvGraphicFramePr>
        <p:xfrm>
          <a:off x="658368" y="1737360"/>
          <a:ext cx="5486400" cy="2377440"/>
        </p:xfrm>
        <a:graphic>
          <a:graphicData uri="http://schemas.openxmlformats.org/drawingml/2006/chart">
            <c:chart r:id="rId3"/>
          </a:graphicData>
        </a:graphic>
      </p:graphicFrame>
      <p:sp>
        <p:nvSpPr>
          <p:cNvPr id="390" name="Google Shape;390;p7"/>
          <p:cNvSpPr txBox="1"/>
          <p:nvPr/>
        </p:nvSpPr>
        <p:spPr>
          <a:xfrm>
            <a:off x="658368" y="429768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2.8 us</a:t>
            </a:r>
            <a:endParaRPr/>
          </a:p>
        </p:txBody>
      </p:sp>
      <p:sp>
        <p:nvSpPr>
          <p:cNvPr id="391" name="Google Shape;391;p7"/>
          <p:cNvSpPr txBox="1"/>
          <p:nvPr/>
        </p:nvSpPr>
        <p:spPr>
          <a:xfrm>
            <a:off x="658368" y="502920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per plain call from Python</a:t>
            </a:r>
            <a:endParaRPr/>
          </a:p>
        </p:txBody>
      </p:sp>
      <p:sp>
        <p:nvSpPr>
          <p:cNvPr id="392" name="Google Shape;392;p7"/>
          <p:cNvSpPr txBox="1"/>
          <p:nvPr/>
        </p:nvSpPr>
        <p:spPr>
          <a:xfrm>
            <a:off x="3566160" y="429768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316k+</a:t>
            </a:r>
            <a:endParaRPr/>
          </a:p>
        </p:txBody>
      </p:sp>
      <p:sp>
        <p:nvSpPr>
          <p:cNvPr id="393" name="Google Shape;393;p7"/>
          <p:cNvSpPr txBox="1"/>
          <p:nvPr/>
        </p:nvSpPr>
        <p:spPr>
          <a:xfrm>
            <a:off x="3566160" y="502920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callbacks/s from a C# thread</a:t>
            </a:r>
            <a:endParaRPr/>
          </a:p>
        </p:txBody>
      </p:sp>
      <p:sp>
        <p:nvSpPr>
          <p:cNvPr id="394" name="Google Shape;394;p7"/>
          <p:cNvSpPr/>
          <p:nvPr/>
        </p:nvSpPr>
        <p:spPr>
          <a:xfrm>
            <a:off x="6400800" y="1737360"/>
            <a:ext cx="5120640" cy="23774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Works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Generic Publish[Single] called straight from Python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Callbacks from a C# thread reach Python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 exceptions turn into Python exceptions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6 of 6 tests pass on Linux and Windows</a:t>
            </a:r>
            <a:endParaRPr/>
          </a:p>
        </p:txBody>
      </p:sp>
      <p:sp>
        <p:nvSpPr>
          <p:cNvPr id="395" name="Google Shape;395;p7"/>
          <p:cNvSpPr/>
          <p:nvPr/>
        </p:nvSpPr>
        <p:spPr>
          <a:xfrm>
            <a:off x="6400800" y="4297680"/>
            <a:ext cx="5120640" cy="1828800"/>
          </a:xfrm>
          <a:prstGeom prst="rect">
            <a:avLst/>
          </a:prstGeom>
          <a:solidFill>
            <a:srgbClr val="FDE4DE"/>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Does not work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A fatal .NET error kills the Python process (exit -6), like ctypes.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SEL's C# client itself is still untested (#36).</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8"/>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Deployment of the System</a:t>
            </a:r>
            <a:endParaRPr/>
          </a:p>
        </p:txBody>
      </p:sp>
      <p:sp>
        <p:nvSpPr>
          <p:cNvPr id="402" name="Google Shape;402;p8"/>
          <p:cNvSpPr/>
          <p:nvPr/>
        </p:nvSpPr>
        <p:spPr>
          <a:xfrm>
            <a:off x="658368" y="1737360"/>
            <a:ext cx="2578608" cy="274320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1. Developer machine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Our VS Code extension extracts the Field SDK and opens its devcontainer.</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Built in Sprint 3</a:t>
            </a:r>
            <a:endParaRPr/>
          </a:p>
        </p:txBody>
      </p:sp>
      <p:sp>
        <p:nvSpPr>
          <p:cNvPr id="403" name="Google Shape;403;p8"/>
          <p:cNvSpPr/>
          <p:nvPr/>
        </p:nvSpPr>
        <p:spPr>
          <a:xfrm>
            <a:off x="3419856" y="1737360"/>
            <a:ext cx="2578608" cy="274320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2. SDK in the container</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build today, and pythonnet plus the C# client after the move.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Runs locally and in CI</a:t>
            </a:r>
            <a:endParaRPr/>
          </a:p>
        </p:txBody>
      </p:sp>
      <p:sp>
        <p:nvSpPr>
          <p:cNvPr id="404" name="Google Shape;404;p8"/>
          <p:cNvSpPr/>
          <p:nvPr/>
        </p:nvSpPr>
        <p:spPr>
          <a:xfrm>
            <a:off x="8942832" y="1737360"/>
            <a:ext cx="2578608" cy="2743200"/>
          </a:xfrm>
          <a:prstGeom prst="rect">
            <a:avLst/>
          </a:prstGeom>
          <a:solidFill>
            <a:srgbClr val="FDE4DE"/>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4. Device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app talks to Signal Hub on the same device.</a:t>
            </a:r>
            <a:endParaRPr/>
          </a:p>
          <a:p>
            <a:pPr indent="0" lvl="0" marL="0" marR="0" rtl="0" algn="l">
              <a:spcBef>
                <a:spcPts val="500"/>
              </a:spcBef>
              <a:spcAft>
                <a:spcPts val="0"/>
              </a:spcAft>
              <a:buNone/>
            </a:pPr>
            <a:r>
              <a:rPr lang="en-US" sz="1600">
                <a:solidFill>
                  <a:srgbClr val="003A5D"/>
                </a:solidFill>
              </a:rPr>
              <a:t>Done by default, since programs on the same device can communicate</a:t>
            </a:r>
            <a:endParaRPr/>
          </a:p>
        </p:txBody>
      </p:sp>
      <p:sp>
        <p:nvSpPr>
          <p:cNvPr id="405" name="Google Shape;405;p8"/>
          <p:cNvSpPr/>
          <p:nvPr/>
        </p:nvSpPr>
        <p:spPr>
          <a:xfrm>
            <a:off x="658368" y="4663440"/>
            <a:ext cx="10881360" cy="14630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lang="en-US" sz="1800">
                <a:solidFill>
                  <a:srgbClr val="003A5D"/>
                </a:solidFill>
              </a:rPr>
              <a:t>Deployment Summary</a:t>
            </a:r>
            <a:endParaRPr/>
          </a:p>
          <a:p>
            <a:pPr indent="0" lvl="0" marL="0" marR="0" rtl="0" algn="l">
              <a:spcBef>
                <a:spcPts val="800"/>
              </a:spcBef>
              <a:spcAft>
                <a:spcPts val="0"/>
              </a:spcAft>
              <a:buNone/>
            </a:pPr>
            <a:r>
              <a:rPr lang="en-US"/>
              <a:t>Our extension is deployed against a real SignalHub running locally. The extension streamlines this process, making it easy for developers to add it to their IDE with just a few clicks.</a:t>
            </a:r>
            <a:endParaRPr/>
          </a:p>
        </p:txBody>
      </p:sp>
      <p:sp>
        <p:nvSpPr>
          <p:cNvPr id="406" name="Google Shape;406;p8"/>
          <p:cNvSpPr/>
          <p:nvPr/>
        </p:nvSpPr>
        <p:spPr>
          <a:xfrm>
            <a:off x="6181406" y="1737360"/>
            <a:ext cx="2578500" cy="2743200"/>
          </a:xfrm>
          <a:prstGeom prst="rect">
            <a:avLst/>
          </a:prstGeom>
          <a:solidFill>
            <a:srgbClr val="E9EDF2"/>
          </a:solidFill>
          <a:ln>
            <a:noFill/>
          </a:ln>
        </p:spPr>
        <p:txBody>
          <a:bodyPr anchorCtr="0" anchor="t" bIns="45700" lIns="182875" spcFirstLastPara="1" rIns="182875" wrap="square" tIns="137150">
            <a:noAutofit/>
          </a:bodyPr>
          <a:lstStyle/>
          <a:p>
            <a:pPr indent="0" lvl="0" marL="0" rtl="0" algn="ctr">
              <a:spcBef>
                <a:spcPts val="0"/>
              </a:spcBef>
              <a:spcAft>
                <a:spcPts val="0"/>
              </a:spcAft>
              <a:buNone/>
            </a:pPr>
            <a:r>
              <a:rPr b="1" lang="en-US" sz="1800">
                <a:solidFill>
                  <a:schemeClr val="dk1"/>
                </a:solidFill>
              </a:rPr>
              <a:t>3. Blueframe app</a:t>
            </a:r>
            <a:endParaRPr/>
          </a:p>
          <a:p>
            <a:pPr indent="0" lvl="0" marL="0" rtl="0" algn="l">
              <a:spcBef>
                <a:spcPts val="800"/>
              </a:spcBef>
              <a:spcAft>
                <a:spcPts val="0"/>
              </a:spcAft>
              <a:buNone/>
            </a:pPr>
            <a:r>
              <a:rPr lang="en-US" sz="1600">
                <a:solidFill>
                  <a:schemeClr val="dk1"/>
                </a:solidFill>
              </a:rPr>
              <a:t>The script and SDK are packaged and signed with the Field SDK tooling.</a:t>
            </a:r>
            <a:endParaRPr/>
          </a:p>
          <a:p>
            <a:pPr indent="0" lvl="0" marL="0" rtl="0" algn="l">
              <a:spcBef>
                <a:spcPts val="500"/>
              </a:spcBef>
              <a:spcAft>
                <a:spcPts val="0"/>
              </a:spcAft>
              <a:buNone/>
            </a:pPr>
            <a:r>
              <a:rPr lang="en-US" sz="1600">
                <a:solidFill>
                  <a:schemeClr val="dk1"/>
                </a:solidFill>
              </a:rPr>
              <a:t>Needs SEL signing</a:t>
            </a:r>
            <a:endParaRPr/>
          </a:p>
          <a:p>
            <a:pPr indent="0" lvl="0" marL="0" marR="0" rtl="0" algn="l">
              <a:spcBef>
                <a:spcPts val="500"/>
              </a:spcBef>
              <a:spcAft>
                <a:spcPts val="0"/>
              </a:spcAft>
              <a:buNone/>
            </a:pPr>
            <a:r>
              <a:t/>
            </a:r>
            <a:endParaRPr b="1" sz="1800">
              <a:solidFill>
                <a:srgbClr val="003A5D"/>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9"/>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Deployment CI/CD and Compatibility</a:t>
            </a:r>
            <a:endParaRPr/>
          </a:p>
        </p:txBody>
      </p:sp>
      <p:pic>
        <p:nvPicPr>
          <p:cNvPr descr="ci_old_jobs.png" id="413" name="Google Shape;413;p9"/>
          <p:cNvPicPr preferRelativeResize="0"/>
          <p:nvPr/>
        </p:nvPicPr>
        <p:blipFill rotWithShape="1">
          <a:blip r:embed="rId3">
            <a:alphaModFix/>
          </a:blip>
          <a:srcRect b="0" l="0" r="0" t="0"/>
          <a:stretch/>
        </p:blipFill>
        <p:spPr>
          <a:xfrm>
            <a:off x="658368" y="1737360"/>
            <a:ext cx="6617638" cy="4389120"/>
          </a:xfrm>
          <a:prstGeom prst="rect">
            <a:avLst/>
          </a:prstGeom>
          <a:noFill/>
          <a:ln cap="flat" cmpd="sng" w="12700">
            <a:solidFill>
              <a:srgbClr val="003A5D"/>
            </a:solidFill>
            <a:prstDash val="solid"/>
            <a:round/>
            <a:headEnd len="sm" w="sm" type="none"/>
            <a:tailEnd len="sm" w="sm" type="none"/>
          </a:ln>
        </p:spPr>
      </p:pic>
      <p:sp>
        <p:nvSpPr>
          <p:cNvPr id="414" name="Google Shape;414;p9"/>
          <p:cNvSpPr/>
          <p:nvPr/>
        </p:nvSpPr>
        <p:spPr>
          <a:xfrm>
            <a:off x="7680960" y="1737360"/>
            <a:ext cx="384048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Compatibility (#49)</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Python 3.12 is the agreed baseline.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Python.NET tests pass on Linux and Windows with Python 3.10, 3.12 and 3.13.</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team pipeline covers Go 1.21, 1.22 and 1.23.</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Go bridge </a:t>
            </a:r>
            <a:r>
              <a:rPr lang="en-US" sz="1600">
                <a:solidFill>
                  <a:srgbClr val="003A5D"/>
                </a:solidFill>
              </a:rPr>
              <a:t>is only designed to work on Linux, matching the BlueFrame OS.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10"/>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User Testing and Feedback from the Client</a:t>
            </a:r>
            <a:endParaRPr/>
          </a:p>
        </p:txBody>
      </p:sp>
      <p:sp>
        <p:nvSpPr>
          <p:cNvPr id="421" name="Google Shape;421;p10"/>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Functional</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2,161 tests over publish, subscribe, history, discovery and rates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pub/sub example run end to end</a:t>
            </a:r>
            <a:endParaRPr/>
          </a:p>
        </p:txBody>
      </p:sp>
      <p:sp>
        <p:nvSpPr>
          <p:cNvPr id="422" name="Google Shape;422;p10"/>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Reliability and speed</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was killed mid stream and resumed with no loss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Fork, Ctrl+C, timeouts and duplicate names were tested</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call cost and callback rate were measured</a:t>
            </a:r>
            <a:endParaRPr/>
          </a:p>
        </p:txBody>
      </p:sp>
      <p:sp>
        <p:nvSpPr>
          <p:cNvPr id="423" name="Google Shape;423;p10"/>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Client feedback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On September 28 Joe said a crashed Python session is not acceptable, and Sprint 5 bridge recovery answers it.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800"/>
              </a:spcBef>
              <a:spcAft>
                <a:spcPts val="0"/>
              </a:spcAft>
              <a:buNone/>
            </a:pPr>
            <a:r>
              <a:rPr lang="en-US" sz="1600">
                <a:solidFill>
                  <a:srgbClr val="003A5D"/>
                </a:solidFill>
              </a:rPr>
              <a:t>In meetings, we discussed the performance and reliability requirements to examine during deployment.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1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Kanban Overview &amp; Team Contributions</a:t>
            </a:r>
            <a:endParaRPr/>
          </a:p>
        </p:txBody>
      </p:sp>
      <p:pic>
        <p:nvPicPr>
          <p:cNvPr descr="kanban_crop.png" id="430" name="Google Shape;430;p11"/>
          <p:cNvPicPr preferRelativeResize="0"/>
          <p:nvPr/>
        </p:nvPicPr>
        <p:blipFill rotWithShape="1">
          <a:blip r:embed="rId3">
            <a:alphaModFix/>
          </a:blip>
          <a:srcRect b="0" l="0" r="0" t="0"/>
          <a:stretch/>
        </p:blipFill>
        <p:spPr>
          <a:xfrm>
            <a:off x="658368" y="1691640"/>
            <a:ext cx="7589520" cy="4314042"/>
          </a:xfrm>
          <a:prstGeom prst="rect">
            <a:avLst/>
          </a:prstGeom>
          <a:noFill/>
          <a:ln cap="flat" cmpd="sng" w="12700">
            <a:solidFill>
              <a:srgbClr val="003A5D"/>
            </a:solidFill>
            <a:prstDash val="solid"/>
            <a:round/>
            <a:headEnd len="sm" w="sm" type="none"/>
            <a:tailEnd len="sm" w="sm" type="none"/>
          </a:ln>
        </p:spPr>
      </p:pic>
      <p:sp>
        <p:nvSpPr>
          <p:cNvPr id="431" name="Google Shape;431;p11"/>
          <p:cNvSpPr/>
          <p:nvPr/>
        </p:nvSpPr>
        <p:spPr>
          <a:xfrm>
            <a:off x="8412480" y="1691640"/>
            <a:ext cx="3108960" cy="4480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500" u="none" cap="none" strike="noStrike">
                <a:solidFill>
                  <a:srgbClr val="003A5D"/>
                </a:solidFill>
                <a:latin typeface="Arial"/>
                <a:ea typeface="Arial"/>
                <a:cs typeface="Arial"/>
                <a:sym typeface="Arial"/>
              </a:rPr>
              <a:t>Sprint 5 issues</a:t>
            </a:r>
            <a:endParaRPr/>
          </a:p>
          <a:p>
            <a:pPr indent="0" lvl="0" marL="0" marR="0" rtl="0" algn="l">
              <a:spcBef>
                <a:spcPts val="800"/>
              </a:spcBef>
              <a:spcAft>
                <a:spcPts val="0"/>
              </a:spcAft>
              <a:buNone/>
            </a:pPr>
            <a:r>
              <a:rPr b="0" i="0" lang="en-US" sz="1300" u="none" cap="none" strike="noStrike">
                <a:solidFill>
                  <a:srgbClr val="003A5D"/>
                </a:solidFill>
                <a:latin typeface="Arial"/>
                <a:ea typeface="Arial"/>
                <a:cs typeface="Arial"/>
                <a:sym typeface="Arial"/>
              </a:rPr>
              <a:t>Lucas has #44 to #46 </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Caleb has #52, </a:t>
            </a:r>
            <a:r>
              <a:rPr lang="en-US" sz="1300">
                <a:solidFill>
                  <a:srgbClr val="003A5D"/>
                </a:solidFill>
              </a:rPr>
              <a:t>#</a:t>
            </a:r>
            <a:r>
              <a:rPr b="0" i="0" lang="en-US" sz="1300" u="none" cap="none" strike="noStrike">
                <a:solidFill>
                  <a:srgbClr val="003A5D"/>
                </a:solidFill>
                <a:latin typeface="Arial"/>
                <a:ea typeface="Arial"/>
                <a:cs typeface="Arial"/>
                <a:sym typeface="Arial"/>
              </a:rPr>
              <a:t>48, #47</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Genevieve has #36 and #53</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Darron has #54, #50</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Everyone shares #55, the video</a:t>
            </a:r>
            <a:endParaRPr b="0" i="0" sz="13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Every issue has an owner, a milestone, a priority and a story point label.</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1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Evidence of MoM with Clients</a:t>
            </a:r>
            <a:endParaRPr/>
          </a:p>
        </p:txBody>
      </p:sp>
      <p:pic>
        <p:nvPicPr>
          <p:cNvPr descr="mom_page_crop.png" id="438" name="Google Shape;438;p12"/>
          <p:cNvPicPr preferRelativeResize="0"/>
          <p:nvPr/>
        </p:nvPicPr>
        <p:blipFill rotWithShape="1">
          <a:blip r:embed="rId3">
            <a:alphaModFix/>
          </a:blip>
          <a:srcRect b="0" l="0" r="0" t="0"/>
          <a:stretch/>
        </p:blipFill>
        <p:spPr>
          <a:xfrm>
            <a:off x="658368" y="1691640"/>
            <a:ext cx="5669280" cy="4170970"/>
          </a:xfrm>
          <a:prstGeom prst="rect">
            <a:avLst/>
          </a:prstGeom>
          <a:noFill/>
          <a:ln cap="flat" cmpd="sng" w="12700">
            <a:solidFill>
              <a:srgbClr val="003A5D"/>
            </a:solidFill>
            <a:prstDash val="solid"/>
            <a:round/>
            <a:headEnd len="sm" w="sm" type="none"/>
            <a:tailEnd len="sm" w="sm" type="none"/>
          </a:ln>
        </p:spPr>
      </p:pic>
      <p:sp>
        <p:nvSpPr>
          <p:cNvPr id="439" name="Google Shape;439;p12"/>
          <p:cNvSpPr/>
          <p:nvPr/>
        </p:nvSpPr>
        <p:spPr>
          <a:xfrm>
            <a:off x="6583680" y="1691640"/>
            <a:ext cx="4937760" cy="21488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October 12, Go and C# comparison</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What Go makes hard, which is generics, callbacks and process ownership</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Bridge hardening and the demo app</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Open decisions and a request for SEL's Signal Hub</a:t>
            </a:r>
            <a:endParaRPr/>
          </a:p>
        </p:txBody>
      </p:sp>
      <p:sp>
        <p:nvSpPr>
          <p:cNvPr id="440" name="Google Shape;440;p12"/>
          <p:cNvSpPr/>
          <p:nvPr/>
        </p:nvSpPr>
        <p:spPr>
          <a:xfrm>
            <a:off x="6583680" y="4023360"/>
            <a:ext cx="4937760" cy="21488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October 26, Sprint 5 review</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The C# client is not available (#36)</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Status of the bindings, tests and CI</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Deployment needs and the Sprint 6 plan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1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Documentation of Report</a:t>
            </a:r>
            <a:endParaRPr/>
          </a:p>
        </p:txBody>
      </p:sp>
      <p:pic>
        <p:nvPicPr>
          <p:cNvPr descr="report_page_crop.png" id="447" name="Google Shape;447;p13"/>
          <p:cNvPicPr preferRelativeResize="0"/>
          <p:nvPr/>
        </p:nvPicPr>
        <p:blipFill rotWithShape="1">
          <a:blip r:embed="rId3">
            <a:alphaModFix/>
          </a:blip>
          <a:srcRect b="0" l="0" r="0" t="0"/>
          <a:stretch/>
        </p:blipFill>
        <p:spPr>
          <a:xfrm>
            <a:off x="658368" y="1691640"/>
            <a:ext cx="4386562" cy="4480560"/>
          </a:xfrm>
          <a:prstGeom prst="rect">
            <a:avLst/>
          </a:prstGeom>
          <a:noFill/>
          <a:ln cap="flat" cmpd="sng" w="12700">
            <a:solidFill>
              <a:srgbClr val="003A5D"/>
            </a:solidFill>
            <a:prstDash val="solid"/>
            <a:round/>
            <a:headEnd len="sm" w="sm" type="none"/>
            <a:tailEnd len="sm" w="sm" type="none"/>
          </a:ln>
        </p:spPr>
      </p:pic>
      <p:sp>
        <p:nvSpPr>
          <p:cNvPr id="448" name="Google Shape;448;p13"/>
          <p:cNvSpPr/>
          <p:nvPr/>
        </p:nvSpPr>
        <p:spPr>
          <a:xfrm>
            <a:off x="6035040" y="1691640"/>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Sprint 5 report</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Course template sections and issue lists</a:t>
            </a:r>
            <a:endParaRPr/>
          </a:p>
        </p:txBody>
      </p:sp>
      <p:sp>
        <p:nvSpPr>
          <p:cNvPr id="449" name="Google Shape;449;p13"/>
          <p:cNvSpPr/>
          <p:nvPr/>
        </p:nvSpPr>
        <p:spPr>
          <a:xfrm>
            <a:off x="6035040" y="2596896"/>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docs/Sprint5</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User guide, compatibility matrix and deployment plan</a:t>
            </a:r>
            <a:endParaRPr/>
          </a:p>
        </p:txBody>
      </p:sp>
      <p:sp>
        <p:nvSpPr>
          <p:cNvPr id="450" name="Google Shape;450;p13"/>
          <p:cNvSpPr/>
          <p:nvPr/>
        </p:nvSpPr>
        <p:spPr>
          <a:xfrm>
            <a:off x="6035040" y="3502152"/>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Python.NET tests</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Stand-in C# class, tests and results in code/</a:t>
            </a:r>
            <a:endParaRPr/>
          </a:p>
        </p:txBody>
      </p:sp>
      <p:sp>
        <p:nvSpPr>
          <p:cNvPr id="451" name="Google Shape;451;p13"/>
          <p:cNvSpPr/>
          <p:nvPr/>
        </p:nvSpPr>
        <p:spPr>
          <a:xfrm>
            <a:off x="6035040" y="4407408"/>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Final report</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New section V with test specifications and results</a:t>
            </a:r>
            <a:endParaRPr/>
          </a:p>
        </p:txBody>
      </p:sp>
      <p:sp>
        <p:nvSpPr>
          <p:cNvPr id="452" name="Google Shape;452;p13"/>
          <p:cNvSpPr/>
          <p:nvPr/>
        </p:nvSpPr>
        <p:spPr>
          <a:xfrm>
            <a:off x="6035040" y="5312664"/>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README</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Install steps checked on a fresh clone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4"/>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Responsible Use of AI</a:t>
            </a:r>
            <a:endParaRPr/>
          </a:p>
        </p:txBody>
      </p:sp>
      <p:sp>
        <p:nvSpPr>
          <p:cNvPr id="459" name="Google Shape;459;p14"/>
          <p:cNvSpPr/>
          <p:nvPr/>
        </p:nvSpPr>
        <p:spPr>
          <a:xfrm>
            <a:off x="658368" y="1737360"/>
            <a:ext cx="53492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How it was used</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Claude, through Claude Code, was the tool used fo</a:t>
            </a:r>
            <a:r>
              <a:rPr lang="en-US" sz="1600">
                <a:solidFill>
                  <a:srgbClr val="003A5D"/>
                </a:solidFill>
              </a:rPr>
              <a:t>r</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test code and its tests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First drafts of the user guide, matrix, deployment plan, report and slides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Rerunning tests and reading numbers out of logs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Cleaning up meeting transcripts into MoMs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p:txBody>
      </p:sp>
      <p:sp>
        <p:nvSpPr>
          <p:cNvPr id="460" name="Google Shape;460;p14"/>
          <p:cNvSpPr/>
          <p:nvPr/>
        </p:nvSpPr>
        <p:spPr>
          <a:xfrm>
            <a:off x="6190488" y="1737360"/>
            <a:ext cx="53492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Limits and accountability</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first Python.NET run failed because a folder name hid the .NET namespace. Running it caught that.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number in the report comes from a test log or a CI run.</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MoMs are written from AI transcripts and checked by the team.</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code stays in the private repo.</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1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Sprint Achievements and Challenges</a:t>
            </a:r>
            <a:endParaRPr/>
          </a:p>
        </p:txBody>
      </p:sp>
      <p:sp>
        <p:nvSpPr>
          <p:cNvPr id="467" name="Google Shape;467;p15"/>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Achievements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recovers from crashes, with tests to show it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2,161 tests pass, up from 2,155</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team CI pipeline is green on the Sprint 5 branch</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There is a first user guide and pub/sub example</a:t>
            </a:r>
            <a:endParaRPr/>
          </a:p>
        </p:txBody>
      </p:sp>
      <p:sp>
        <p:nvSpPr>
          <p:cNvPr id="468" name="Google Shape;468;p15"/>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Challenges and fixes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There was no C# client, so the bridge was kept and Python.NET was tested with a stand-in class.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There is no SEL Signal Hub to test on, so all tests use the fake hub.</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code is private, so results are shared and code is not.</a:t>
            </a:r>
            <a:endParaRPr/>
          </a:p>
        </p:txBody>
      </p:sp>
      <p:sp>
        <p:nvSpPr>
          <p:cNvPr id="469" name="Google Shape;469;p15"/>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Progress from Sprint 4</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Sprint 4 picked the bridge as the only safe Go transport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Sprint 5 made it recover from crashes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C# question now has measured answers for everything except the client itself</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4" name="Shape 474"/>
        <p:cNvGrpSpPr/>
        <p:nvPr/>
      </p:nvGrpSpPr>
      <p:grpSpPr>
        <a:xfrm>
          <a:off x="0" y="0"/>
          <a:ext cx="0" cy="0"/>
          <a:chOff x="0" y="0"/>
          <a:chExt cx="0" cy="0"/>
        </a:xfrm>
      </p:grpSpPr>
      <p:sp>
        <p:nvSpPr>
          <p:cNvPr id="475" name="Google Shape;475;p16"/>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Next Steps and Sprint Retrospective</a:t>
            </a:r>
            <a:endParaRPr/>
          </a:p>
        </p:txBody>
      </p:sp>
      <p:sp>
        <p:nvSpPr>
          <p:cNvPr id="476" name="Google Shape;476;p16"/>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Sprint 6</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Get the C# client and finish #36</a:t>
            </a:r>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Deploy to a Blueframe device or virtual instance</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Put the prototype suite in private CI</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Final docs and handoff</a:t>
            </a:r>
            <a:endParaRPr/>
          </a:p>
        </p:txBody>
      </p:sp>
      <p:sp>
        <p:nvSpPr>
          <p:cNvPr id="477" name="Google Shape;477;p16"/>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Retrospective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fallback plan and writing tests before fixes went well</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lang="en-US" sz="1600">
                <a:solidFill>
                  <a:srgbClr val="003A5D"/>
                </a:solidFill>
              </a:rPr>
              <a:t>Deployment was trickier than expected, and steps like signing the software will require client input</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member's work should be on the board and code pushed weekly</a:t>
            </a:r>
            <a:endParaRPr/>
          </a:p>
        </p:txBody>
      </p:sp>
      <p:sp>
        <p:nvSpPr>
          <p:cNvPr id="478" name="Google Shape;478;p16"/>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Client feedback acted on</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SDK still wraps the client and does not port it</a:t>
            </a:r>
            <a:endParaRPr sz="1600">
              <a:solidFill>
                <a:srgbClr val="003A5D"/>
              </a:solidFil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Bridge recovery keeps Python sessions alive</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is measured and the C# client is next</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Docs are a deliverable, so there is a user guide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17"/>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100"/>
              <a:buNone/>
            </a:pPr>
            <a:r>
              <a:rPr lang="en-US" sz="2800"/>
              <a:t>Thank you to Joe Stanley and SEL, and to the course staff.</a:t>
            </a:r>
            <a:endParaRPr/>
          </a:p>
        </p:txBody>
      </p:sp>
      <p:sp>
        <p:nvSpPr>
          <p:cNvPr id="485" name="Google Shape;485;p17"/>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Clr>
                <a:schemeClr val="lt1"/>
              </a:buClr>
              <a:buSzPts val="4400"/>
              <a:buFont typeface="Arial"/>
              <a:buNone/>
            </a:pPr>
            <a:r>
              <a:rPr lang="en-US" sz="4400">
                <a:solidFill>
                  <a:schemeClr val="lt1"/>
                </a:solidFill>
              </a:rPr>
              <a:t>The SDK works and recovers on the Go bridge, and the C# path is measured and ready for the client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SEL_2023_Colors">
      <a:dk1>
        <a:srgbClr val="003A5D"/>
      </a:dk1>
      <a:lt1>
        <a:srgbClr val="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EL_2025">
  <a:themeElements>
    <a:clrScheme name="2025_Colors">
      <a:dk1>
        <a:srgbClr val="003A5D"/>
      </a:dk1>
      <a:lt1>
        <a:srgbClr val="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2025-12-19T17:27:42Z</dcterms:created>
  <dc:creator>Chelsea Rash</dc:creator>
</cp:coreProperties>
</file>